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31"/>
  </p:notesMasterIdLst>
  <p:sldIdLst>
    <p:sldId id="256" r:id="rId2"/>
    <p:sldId id="259" r:id="rId3"/>
    <p:sldId id="333" r:id="rId4"/>
    <p:sldId id="346" r:id="rId5"/>
    <p:sldId id="330" r:id="rId6"/>
    <p:sldId id="336" r:id="rId7"/>
    <p:sldId id="337" r:id="rId8"/>
    <p:sldId id="276" r:id="rId9"/>
    <p:sldId id="341" r:id="rId10"/>
    <p:sldId id="280" r:id="rId11"/>
    <p:sldId id="320" r:id="rId12"/>
    <p:sldId id="350" r:id="rId13"/>
    <p:sldId id="260" r:id="rId14"/>
    <p:sldId id="344" r:id="rId15"/>
    <p:sldId id="347" r:id="rId16"/>
    <p:sldId id="348" r:id="rId17"/>
    <p:sldId id="349" r:id="rId18"/>
    <p:sldId id="352" r:id="rId19"/>
    <p:sldId id="317" r:id="rId20"/>
    <p:sldId id="262" r:id="rId21"/>
    <p:sldId id="288" r:id="rId22"/>
    <p:sldId id="326" r:id="rId23"/>
    <p:sldId id="258" r:id="rId24"/>
    <p:sldId id="261" r:id="rId25"/>
    <p:sldId id="264" r:id="rId26"/>
    <p:sldId id="316" r:id="rId27"/>
    <p:sldId id="268" r:id="rId28"/>
    <p:sldId id="274" r:id="rId29"/>
    <p:sldId id="290" r:id="rId30"/>
  </p:sldIdLst>
  <p:sldSz cx="9144000" cy="5143500" type="screen16x9"/>
  <p:notesSz cx="6858000" cy="9144000"/>
  <p:embeddedFontLst>
    <p:embeddedFont>
      <p:font typeface="Agrandir" panose="020B0604020202020204" charset="0"/>
      <p:regular r:id="rId32"/>
    </p:embeddedFont>
    <p:embeddedFont>
      <p:font typeface="Atkinson Hyperlegible" panose="020B0604020202020204" charset="0"/>
      <p:regular r:id="rId33"/>
      <p:bold r:id="rId34"/>
      <p:italic r:id="rId35"/>
      <p:boldItalic r:id="rId36"/>
    </p:embeddedFont>
    <p:embeddedFont>
      <p:font typeface="Hind Siliguri" panose="02000000000000000000" pitchFamily="2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1) About us" id="{28D7A789-68B6-4358-9918-6B9D05A8576B}">
          <p14:sldIdLst>
            <p14:sldId id="256"/>
            <p14:sldId id="259"/>
            <p14:sldId id="333"/>
            <p14:sldId id="346"/>
          </p14:sldIdLst>
        </p14:section>
        <p14:section name="2) Demo Web" id="{F9F4E0F1-CED0-4AF9-B650-C6920A55BB3B}">
          <p14:sldIdLst>
            <p14:sldId id="330"/>
            <p14:sldId id="336"/>
            <p14:sldId id="337"/>
            <p14:sldId id="276"/>
            <p14:sldId id="341"/>
            <p14:sldId id="280"/>
            <p14:sldId id="320"/>
          </p14:sldIdLst>
        </p14:section>
        <p14:section name="3) ERD" id="{07F6EA5F-B3E3-45E2-96EA-FBC8C5050896}">
          <p14:sldIdLst>
            <p14:sldId id="350"/>
            <p14:sldId id="260"/>
          </p14:sldIdLst>
        </p14:section>
        <p14:section name="4) Schema" id="{FF561450-3BF0-44E5-A1EB-95D8F80B9465}">
          <p14:sldIdLst>
            <p14:sldId id="344"/>
            <p14:sldId id="347"/>
            <p14:sldId id="348"/>
            <p14:sldId id="349"/>
            <p14:sldId id="352"/>
          </p14:sldIdLst>
        </p14:section>
        <p14:section name="5) QUERY" id="{95455376-36DC-4098-ACE7-75EF742E5C80}">
          <p14:sldIdLst>
            <p14:sldId id="317"/>
            <p14:sldId id="262"/>
            <p14:sldId id="288"/>
            <p14:sldId id="326"/>
            <p14:sldId id="258"/>
            <p14:sldId id="261"/>
            <p14:sldId id="264"/>
          </p14:sldIdLst>
        </p14:section>
        <p14:section name="6) DATABASE" id="{A9D3EE9D-EEBE-4D80-BBE6-680D36CBC242}">
          <p14:sldIdLst>
            <p14:sldId id="316"/>
            <p14:sldId id="268"/>
            <p14:sldId id="274"/>
            <p14:sldId id="290"/>
          </p14:sldIdLst>
        </p14:section>
        <p14:section name="Unused" id="{CC6F7821-ADCB-4F91-BAF2-1787CE54378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BFF5"/>
    <a:srgbClr val="B0D8E4"/>
    <a:srgbClr val="FF988C"/>
    <a:srgbClr val="4EBCF7"/>
    <a:srgbClr val="2F6EEF"/>
    <a:srgbClr val="1BB555"/>
    <a:srgbClr val="F36615"/>
    <a:srgbClr val="E33034"/>
    <a:srgbClr val="FE6963"/>
    <a:srgbClr val="FAE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B34217-3FFD-410F-8E3E-219FF1D09211}">
  <a:tblStyle styleId="{57B34217-3FFD-410F-8E3E-219FF1D092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80" d="100"/>
          <a:sy n="80" d="100"/>
        </p:scale>
        <p:origin x="8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fd3fbcb3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fd3fbcb3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>
          <a:extLst>
            <a:ext uri="{FF2B5EF4-FFF2-40B4-BE49-F238E27FC236}">
              <a16:creationId xmlns:a16="http://schemas.microsoft.com/office/drawing/2014/main" id="{B2ED4B61-75F4-F2A1-5E17-80650D67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D297B994-3BF0-3555-4EB0-C39FB1289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>
            <a:extLst>
              <a:ext uri="{FF2B5EF4-FFF2-40B4-BE49-F238E27FC236}">
                <a16:creationId xmlns:a16="http://schemas.microsoft.com/office/drawing/2014/main" id="{F82F9D7D-8184-33E8-5706-2D82D8964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36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3">
          <a:extLst>
            <a:ext uri="{FF2B5EF4-FFF2-40B4-BE49-F238E27FC236}">
              <a16:creationId xmlns:a16="http://schemas.microsoft.com/office/drawing/2014/main" id="{B6F7ED80-CC1D-65E2-558C-041E043C2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g1005b51308b_0_1627:notes">
            <a:extLst>
              <a:ext uri="{FF2B5EF4-FFF2-40B4-BE49-F238E27FC236}">
                <a16:creationId xmlns:a16="http://schemas.microsoft.com/office/drawing/2014/main" id="{5C5FEAC0-FA63-E20F-5706-325206E03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5" name="Google Shape;2625;g1005b51308b_0_1627:notes">
            <a:extLst>
              <a:ext uri="{FF2B5EF4-FFF2-40B4-BE49-F238E27FC236}">
                <a16:creationId xmlns:a16="http://schemas.microsoft.com/office/drawing/2014/main" id="{96BC8187-BA0D-FB98-3063-E3E9BFAFB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279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>
          <a:extLst>
            <a:ext uri="{FF2B5EF4-FFF2-40B4-BE49-F238E27FC236}">
              <a16:creationId xmlns:a16="http://schemas.microsoft.com/office/drawing/2014/main" id="{EBA0682E-96F2-B70F-3BE5-1141A137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87C779ED-A1F8-9C41-0D85-465A67398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>
            <a:extLst>
              <a:ext uri="{FF2B5EF4-FFF2-40B4-BE49-F238E27FC236}">
                <a16:creationId xmlns:a16="http://schemas.microsoft.com/office/drawing/2014/main" id="{63909181-975C-0645-57A1-DBB24C1A0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9666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>
          <a:extLst>
            <a:ext uri="{FF2B5EF4-FFF2-40B4-BE49-F238E27FC236}">
              <a16:creationId xmlns:a16="http://schemas.microsoft.com/office/drawing/2014/main" id="{F97861E7-AADB-5792-C53A-8478CB7A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1005b51308b_0_784:notes">
            <a:extLst>
              <a:ext uri="{FF2B5EF4-FFF2-40B4-BE49-F238E27FC236}">
                <a16:creationId xmlns:a16="http://schemas.microsoft.com/office/drawing/2014/main" id="{29AD0941-C3B4-8D3A-FC11-1D7E863FB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1005b51308b_0_784:notes">
            <a:extLst>
              <a:ext uri="{FF2B5EF4-FFF2-40B4-BE49-F238E27FC236}">
                <a16:creationId xmlns:a16="http://schemas.microsoft.com/office/drawing/2014/main" id="{8F02C64F-2A95-AAE7-4792-EBC2CDCE3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8847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>
          <a:extLst>
            <a:ext uri="{FF2B5EF4-FFF2-40B4-BE49-F238E27FC236}">
              <a16:creationId xmlns:a16="http://schemas.microsoft.com/office/drawing/2014/main" id="{DBD90F22-6E9A-02AA-85A6-32D7C7CB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1005b51308b_0_784:notes">
            <a:extLst>
              <a:ext uri="{FF2B5EF4-FFF2-40B4-BE49-F238E27FC236}">
                <a16:creationId xmlns:a16="http://schemas.microsoft.com/office/drawing/2014/main" id="{D47B9516-AB59-E4CD-B77D-5EF711503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1005b51308b_0_784:notes">
            <a:extLst>
              <a:ext uri="{FF2B5EF4-FFF2-40B4-BE49-F238E27FC236}">
                <a16:creationId xmlns:a16="http://schemas.microsoft.com/office/drawing/2014/main" id="{B4A47B83-CCC0-EA08-0641-B90FB95C19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107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1005b51308b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6" name="Google Shape;2266;g1005b51308b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4">
          <a:extLst>
            <a:ext uri="{FF2B5EF4-FFF2-40B4-BE49-F238E27FC236}">
              <a16:creationId xmlns:a16="http://schemas.microsoft.com/office/drawing/2014/main" id="{F17B0145-67CC-BF9B-FF1C-671401F5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1005b51308b_0_1068:notes">
            <a:extLst>
              <a:ext uri="{FF2B5EF4-FFF2-40B4-BE49-F238E27FC236}">
                <a16:creationId xmlns:a16="http://schemas.microsoft.com/office/drawing/2014/main" id="{21AD200F-A95C-BCE2-95EB-839CDFE99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6" name="Google Shape;2266;g1005b51308b_0_1068:notes">
            <a:extLst>
              <a:ext uri="{FF2B5EF4-FFF2-40B4-BE49-F238E27FC236}">
                <a16:creationId xmlns:a16="http://schemas.microsoft.com/office/drawing/2014/main" id="{BB305FD0-1BAB-7B42-EFFB-EECD90098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4299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1005b51308b_0_1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1005b51308b_0_1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>
          <a:extLst>
            <a:ext uri="{FF2B5EF4-FFF2-40B4-BE49-F238E27FC236}">
              <a16:creationId xmlns:a16="http://schemas.microsoft.com/office/drawing/2014/main" id="{D98FCDC6-6BD2-464C-6393-E3060C45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bd6c00e730_0_143:notes">
            <a:extLst>
              <a:ext uri="{FF2B5EF4-FFF2-40B4-BE49-F238E27FC236}">
                <a16:creationId xmlns:a16="http://schemas.microsoft.com/office/drawing/2014/main" id="{2B9B2349-B7C4-2FBB-7339-90214777A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bd6c00e730_0_143:notes">
            <a:extLst>
              <a:ext uri="{FF2B5EF4-FFF2-40B4-BE49-F238E27FC236}">
                <a16:creationId xmlns:a16="http://schemas.microsoft.com/office/drawing/2014/main" id="{B444A185-F520-C36E-26F8-0A4C94C38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3875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>
          <a:extLst>
            <a:ext uri="{FF2B5EF4-FFF2-40B4-BE49-F238E27FC236}">
              <a16:creationId xmlns:a16="http://schemas.microsoft.com/office/drawing/2014/main" id="{F6BCD09C-2318-181D-E75D-1FB7BF3D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214BDE79-42E6-5448-004A-EC7CB5DEA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>
            <a:extLst>
              <a:ext uri="{FF2B5EF4-FFF2-40B4-BE49-F238E27FC236}">
                <a16:creationId xmlns:a16="http://schemas.microsoft.com/office/drawing/2014/main" id="{899E554B-D4E2-0CF7-ED37-86F40E3FA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0564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>
          <a:extLst>
            <a:ext uri="{FF2B5EF4-FFF2-40B4-BE49-F238E27FC236}">
              <a16:creationId xmlns:a16="http://schemas.microsoft.com/office/drawing/2014/main" id="{820B7757-7B83-C31A-3C59-50773720B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50A07997-8F42-6B83-4E47-A4C72B9CE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>
            <a:extLst>
              <a:ext uri="{FF2B5EF4-FFF2-40B4-BE49-F238E27FC236}">
                <a16:creationId xmlns:a16="http://schemas.microsoft.com/office/drawing/2014/main" id="{AF76E418-0878-D3C0-F09F-357E3AE72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7043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1005b51308b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1005b51308b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1005b51308b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1005b51308b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005b51308b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005b51308b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3">
          <a:extLst>
            <a:ext uri="{FF2B5EF4-FFF2-40B4-BE49-F238E27FC236}">
              <a16:creationId xmlns:a16="http://schemas.microsoft.com/office/drawing/2014/main" id="{EAC33C3A-C99F-0555-C541-F10AFF87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g1005b51308b_0_1627:notes">
            <a:extLst>
              <a:ext uri="{FF2B5EF4-FFF2-40B4-BE49-F238E27FC236}">
                <a16:creationId xmlns:a16="http://schemas.microsoft.com/office/drawing/2014/main" id="{D00D6DD6-0E51-265D-CFDC-62263401C6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5" name="Google Shape;2625;g1005b51308b_0_1627:notes">
            <a:extLst>
              <a:ext uri="{FF2B5EF4-FFF2-40B4-BE49-F238E27FC236}">
                <a16:creationId xmlns:a16="http://schemas.microsoft.com/office/drawing/2014/main" id="{4F71DE01-60DF-FB56-B61B-BB5DA139D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441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>
          <a:extLst>
            <a:ext uri="{FF2B5EF4-FFF2-40B4-BE49-F238E27FC236}">
              <a16:creationId xmlns:a16="http://schemas.microsoft.com/office/drawing/2014/main" id="{04E831AE-0CEA-92C8-9642-7F532686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76342F06-9E28-4F3C-BD83-8EA1BC95E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>
            <a:extLst>
              <a:ext uri="{FF2B5EF4-FFF2-40B4-BE49-F238E27FC236}">
                <a16:creationId xmlns:a16="http://schemas.microsoft.com/office/drawing/2014/main" id="{08EFD43B-C8C8-A4CD-61DC-4BA7FFC5CB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450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g1005b51308b_0_1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5" name="Google Shape;2805;g1005b51308b_0_1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3">
          <a:extLst>
            <a:ext uri="{FF2B5EF4-FFF2-40B4-BE49-F238E27FC236}">
              <a16:creationId xmlns:a16="http://schemas.microsoft.com/office/drawing/2014/main" id="{3161457B-6F34-E4AE-4C6A-2A450C52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g1005b51308b_0_1994:notes">
            <a:extLst>
              <a:ext uri="{FF2B5EF4-FFF2-40B4-BE49-F238E27FC236}">
                <a16:creationId xmlns:a16="http://schemas.microsoft.com/office/drawing/2014/main" id="{82CB75A0-BC1F-4B31-CF67-C57EB42FB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5" name="Google Shape;2805;g1005b51308b_0_1994:notes">
            <a:extLst>
              <a:ext uri="{FF2B5EF4-FFF2-40B4-BE49-F238E27FC236}">
                <a16:creationId xmlns:a16="http://schemas.microsoft.com/office/drawing/2014/main" id="{E317055B-7104-863E-8BA5-5E934E0AD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180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fd3fbcb31e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fd3fbcb31e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bd6c00e73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bd6c00e73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1005b5130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1005b5130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>
          <a:extLst>
            <a:ext uri="{FF2B5EF4-FFF2-40B4-BE49-F238E27FC236}">
              <a16:creationId xmlns:a16="http://schemas.microsoft.com/office/drawing/2014/main" id="{21C50C90-93CC-618D-97DB-93A3C75A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99f2f57a71_0_207:notes">
            <a:extLst>
              <a:ext uri="{FF2B5EF4-FFF2-40B4-BE49-F238E27FC236}">
                <a16:creationId xmlns:a16="http://schemas.microsoft.com/office/drawing/2014/main" id="{000E68E6-B351-95F8-FFDD-EA88C7BA1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99f2f57a71_0_207:notes">
            <a:extLst>
              <a:ext uri="{FF2B5EF4-FFF2-40B4-BE49-F238E27FC236}">
                <a16:creationId xmlns:a16="http://schemas.microsoft.com/office/drawing/2014/main" id="{E9128600-7222-919A-CA5D-9DE8A441D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5061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005b51308b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005b51308b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1005b51308b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1005b51308b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g1005b51308b_0_2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0" name="Google Shape;2830;g1005b51308b_0_2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079750" y="818363"/>
            <a:ext cx="5247900" cy="29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60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tkinson Hyperlegible"/>
              <a:buNone/>
              <a:defRPr sz="5200">
                <a:solidFill>
                  <a:srgbClr val="19191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17175" y="3902163"/>
            <a:ext cx="4110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323425" y="456750"/>
            <a:ext cx="97700" cy="97050"/>
            <a:chOff x="1911475" y="4659225"/>
            <a:chExt cx="97700" cy="97050"/>
          </a:xfrm>
        </p:grpSpPr>
        <p:sp>
          <p:nvSpPr>
            <p:cNvPr id="12" name="Google Shape;12;p2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2214625" y="23200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480925" y="326375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657650" y="8010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153175" y="447700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136350" y="44150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580775" y="100793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2597400" y="4377175"/>
            <a:ext cx="97700" cy="97050"/>
            <a:chOff x="1911475" y="4659225"/>
            <a:chExt cx="97700" cy="97050"/>
          </a:xfrm>
        </p:grpSpPr>
        <p:sp>
          <p:nvSpPr>
            <p:cNvPr id="21" name="Google Shape;21;p2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/>
          <p:nvPr/>
        </p:nvSpPr>
        <p:spPr>
          <a:xfrm>
            <a:off x="602825" y="4537938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1593550" y="477615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>
            <a:off x="8786425" y="344438"/>
            <a:ext cx="97700" cy="97050"/>
            <a:chOff x="6162900" y="995000"/>
            <a:chExt cx="97700" cy="97050"/>
          </a:xfrm>
        </p:grpSpPr>
        <p:sp>
          <p:nvSpPr>
            <p:cNvPr id="26" name="Google Shape;26;p2"/>
            <p:cNvSpPr/>
            <p:nvPr/>
          </p:nvSpPr>
          <p:spPr>
            <a:xfrm>
              <a:off x="6201025" y="995000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" name="Google Shape;27;p2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605325" y="2586550"/>
            <a:ext cx="341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372063"/>
            <a:ext cx="1631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605325" y="3339275"/>
            <a:ext cx="289530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>
            <a:off x="7887300" y="874000"/>
            <a:ext cx="97700" cy="97050"/>
            <a:chOff x="6162900" y="995000"/>
            <a:chExt cx="97700" cy="97050"/>
          </a:xfrm>
        </p:grpSpPr>
        <p:grpSp>
          <p:nvGrpSpPr>
            <p:cNvPr id="35" name="Google Shape;35;p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6" name="Google Shape;36;p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38;p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9" name="Google Shape;39;p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" name="Google Shape;41;p3"/>
          <p:cNvSpPr/>
          <p:nvPr/>
        </p:nvSpPr>
        <p:spPr>
          <a:xfrm>
            <a:off x="2472850" y="434902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142050" y="4010573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3"/>
          <p:cNvGrpSpPr/>
          <p:nvPr/>
        </p:nvGrpSpPr>
        <p:grpSpPr>
          <a:xfrm>
            <a:off x="7568700" y="4310563"/>
            <a:ext cx="115125" cy="115125"/>
            <a:chOff x="6803525" y="538275"/>
            <a:chExt cx="115125" cy="115125"/>
          </a:xfrm>
        </p:grpSpPr>
        <p:sp>
          <p:nvSpPr>
            <p:cNvPr id="44" name="Google Shape;44;p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3"/>
          <p:cNvGrpSpPr/>
          <p:nvPr/>
        </p:nvGrpSpPr>
        <p:grpSpPr>
          <a:xfrm>
            <a:off x="3404725" y="4349025"/>
            <a:ext cx="97700" cy="97050"/>
            <a:chOff x="6162900" y="995000"/>
            <a:chExt cx="97700" cy="97050"/>
          </a:xfrm>
        </p:grpSpPr>
        <p:grpSp>
          <p:nvGrpSpPr>
            <p:cNvPr id="47" name="Google Shape;47;p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7179025" y="410948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7384675" y="1019463"/>
            <a:ext cx="115125" cy="115125"/>
            <a:chOff x="6803525" y="538275"/>
            <a:chExt cx="115125" cy="115125"/>
          </a:xfrm>
        </p:grpSpPr>
        <p:sp>
          <p:nvSpPr>
            <p:cNvPr id="55" name="Google Shape;55;p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779900" y="874000"/>
            <a:ext cx="97700" cy="97050"/>
            <a:chOff x="6162900" y="995000"/>
            <a:chExt cx="97700" cy="97050"/>
          </a:xfrm>
        </p:grpSpPr>
        <p:grpSp>
          <p:nvGrpSpPr>
            <p:cNvPr id="58" name="Google Shape;58;p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9" name="Google Shape;59;p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" name="Google Shape;64;p3"/>
          <p:cNvSpPr/>
          <p:nvPr/>
        </p:nvSpPr>
        <p:spPr>
          <a:xfrm>
            <a:off x="1594000" y="45952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" name="Google Shape;65;p3"/>
          <p:cNvGrpSpPr/>
          <p:nvPr/>
        </p:nvGrpSpPr>
        <p:grpSpPr>
          <a:xfrm>
            <a:off x="1335425" y="971038"/>
            <a:ext cx="115125" cy="115125"/>
            <a:chOff x="6803525" y="538275"/>
            <a:chExt cx="115125" cy="115125"/>
          </a:xfrm>
        </p:grpSpPr>
        <p:sp>
          <p:nvSpPr>
            <p:cNvPr id="66" name="Google Shape;66;p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title" idx="2"/>
          </p:nvPr>
        </p:nvSpPr>
        <p:spPr>
          <a:xfrm>
            <a:off x="1082400" y="1911625"/>
            <a:ext cx="3009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title" idx="3"/>
          </p:nvPr>
        </p:nvSpPr>
        <p:spPr>
          <a:xfrm>
            <a:off x="5052375" y="1911625"/>
            <a:ext cx="3009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1"/>
          </p:nvPr>
        </p:nvSpPr>
        <p:spPr>
          <a:xfrm>
            <a:off x="5052379" y="2295117"/>
            <a:ext cx="3009300" cy="20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4"/>
          </p:nvPr>
        </p:nvSpPr>
        <p:spPr>
          <a:xfrm>
            <a:off x="1082400" y="2295117"/>
            <a:ext cx="3009300" cy="20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grpSp>
        <p:nvGrpSpPr>
          <p:cNvPr id="92" name="Google Shape;92;p5"/>
          <p:cNvGrpSpPr/>
          <p:nvPr/>
        </p:nvGrpSpPr>
        <p:grpSpPr>
          <a:xfrm>
            <a:off x="6752175" y="1156288"/>
            <a:ext cx="115125" cy="115125"/>
            <a:chOff x="6803525" y="538275"/>
            <a:chExt cx="115125" cy="115125"/>
          </a:xfrm>
        </p:grpSpPr>
        <p:sp>
          <p:nvSpPr>
            <p:cNvPr id="93" name="Google Shape;93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5"/>
          <p:cNvGrpSpPr/>
          <p:nvPr/>
        </p:nvGrpSpPr>
        <p:grpSpPr>
          <a:xfrm>
            <a:off x="6478900" y="285838"/>
            <a:ext cx="97700" cy="97050"/>
            <a:chOff x="6162900" y="995000"/>
            <a:chExt cx="97700" cy="97050"/>
          </a:xfrm>
        </p:grpSpPr>
        <p:grpSp>
          <p:nvGrpSpPr>
            <p:cNvPr id="96" name="Google Shape;96;p5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97" name="Google Shape;97;p5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5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0" name="Google Shape;100;p5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" name="Google Shape;102;p5"/>
          <p:cNvGrpSpPr/>
          <p:nvPr/>
        </p:nvGrpSpPr>
        <p:grpSpPr>
          <a:xfrm>
            <a:off x="7754650" y="250213"/>
            <a:ext cx="115125" cy="115125"/>
            <a:chOff x="6803525" y="538275"/>
            <a:chExt cx="115125" cy="115125"/>
          </a:xfrm>
        </p:grpSpPr>
        <p:sp>
          <p:nvSpPr>
            <p:cNvPr id="103" name="Google Shape;103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5"/>
          <p:cNvGrpSpPr/>
          <p:nvPr/>
        </p:nvGrpSpPr>
        <p:grpSpPr>
          <a:xfrm>
            <a:off x="8356625" y="1238213"/>
            <a:ext cx="97700" cy="97050"/>
            <a:chOff x="6162900" y="995000"/>
            <a:chExt cx="97700" cy="97050"/>
          </a:xfrm>
        </p:grpSpPr>
        <p:grpSp>
          <p:nvGrpSpPr>
            <p:cNvPr id="106" name="Google Shape;106;p5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7" name="Google Shape;107;p5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" name="Google Shape;109;p5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10" name="Google Shape;110;p5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" name="Google Shape;112;p5"/>
          <p:cNvGrpSpPr/>
          <p:nvPr/>
        </p:nvGrpSpPr>
        <p:grpSpPr>
          <a:xfrm>
            <a:off x="332900" y="4056688"/>
            <a:ext cx="97700" cy="97050"/>
            <a:chOff x="6162900" y="995000"/>
            <a:chExt cx="97700" cy="97050"/>
          </a:xfrm>
        </p:grpSpPr>
        <p:grpSp>
          <p:nvGrpSpPr>
            <p:cNvPr id="113" name="Google Shape;113;p5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" name="Google Shape;119;p5"/>
          <p:cNvGrpSpPr/>
          <p:nvPr/>
        </p:nvGrpSpPr>
        <p:grpSpPr>
          <a:xfrm>
            <a:off x="720000" y="4742088"/>
            <a:ext cx="115125" cy="115125"/>
            <a:chOff x="6803525" y="538275"/>
            <a:chExt cx="115125" cy="115125"/>
          </a:xfrm>
        </p:grpSpPr>
        <p:sp>
          <p:nvSpPr>
            <p:cNvPr id="120" name="Google Shape;120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8604500" y="4153738"/>
            <a:ext cx="115125" cy="115125"/>
            <a:chOff x="6803525" y="538275"/>
            <a:chExt cx="115125" cy="115125"/>
          </a:xfrm>
        </p:grpSpPr>
        <p:sp>
          <p:nvSpPr>
            <p:cNvPr id="123" name="Google Shape;123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5"/>
          <p:cNvGrpSpPr/>
          <p:nvPr/>
        </p:nvGrpSpPr>
        <p:grpSpPr>
          <a:xfrm>
            <a:off x="7754650" y="4699688"/>
            <a:ext cx="115125" cy="115125"/>
            <a:chOff x="6803525" y="538275"/>
            <a:chExt cx="115125" cy="115125"/>
          </a:xfrm>
        </p:grpSpPr>
        <p:sp>
          <p:nvSpPr>
            <p:cNvPr id="126" name="Google Shape;126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body" idx="1"/>
          </p:nvPr>
        </p:nvSpPr>
        <p:spPr>
          <a:xfrm>
            <a:off x="720000" y="2002650"/>
            <a:ext cx="31860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chemeClr val="accent4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68" name="Google Shape;168;p7"/>
          <p:cNvGrpSpPr/>
          <p:nvPr/>
        </p:nvGrpSpPr>
        <p:grpSpPr>
          <a:xfrm>
            <a:off x="7937450" y="4530175"/>
            <a:ext cx="97700" cy="97050"/>
            <a:chOff x="6162900" y="995000"/>
            <a:chExt cx="97700" cy="97050"/>
          </a:xfrm>
        </p:grpSpPr>
        <p:grpSp>
          <p:nvGrpSpPr>
            <p:cNvPr id="169" name="Google Shape;169;p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70" name="Google Shape;170;p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" name="Google Shape;172;p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73" name="Google Shape;173;p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5" name="Google Shape;175;p7"/>
          <p:cNvSpPr/>
          <p:nvPr/>
        </p:nvSpPr>
        <p:spPr>
          <a:xfrm>
            <a:off x="8188500" y="42432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" name="Google Shape;176;p7"/>
          <p:cNvGrpSpPr/>
          <p:nvPr/>
        </p:nvGrpSpPr>
        <p:grpSpPr>
          <a:xfrm>
            <a:off x="7217525" y="519150"/>
            <a:ext cx="97700" cy="97050"/>
            <a:chOff x="6162900" y="995000"/>
            <a:chExt cx="97700" cy="97050"/>
          </a:xfrm>
        </p:grpSpPr>
        <p:grpSp>
          <p:nvGrpSpPr>
            <p:cNvPr id="177" name="Google Shape;177;p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78" name="Google Shape;178;p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" name="Google Shape;180;p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81" name="Google Shape;181;p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3" name="Google Shape;183;p7"/>
          <p:cNvGrpSpPr/>
          <p:nvPr/>
        </p:nvGrpSpPr>
        <p:grpSpPr>
          <a:xfrm>
            <a:off x="7748950" y="920588"/>
            <a:ext cx="115125" cy="115125"/>
            <a:chOff x="6803525" y="538275"/>
            <a:chExt cx="115125" cy="115125"/>
          </a:xfrm>
        </p:grpSpPr>
        <p:sp>
          <p:nvSpPr>
            <p:cNvPr id="184" name="Google Shape;184;p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7"/>
          <p:cNvGrpSpPr/>
          <p:nvPr/>
        </p:nvGrpSpPr>
        <p:grpSpPr>
          <a:xfrm>
            <a:off x="949200" y="3758300"/>
            <a:ext cx="115125" cy="115125"/>
            <a:chOff x="6803525" y="538275"/>
            <a:chExt cx="115125" cy="115125"/>
          </a:xfrm>
        </p:grpSpPr>
        <p:sp>
          <p:nvSpPr>
            <p:cNvPr id="187" name="Google Shape;187;p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7"/>
          <p:cNvSpPr/>
          <p:nvPr/>
        </p:nvSpPr>
        <p:spPr>
          <a:xfrm>
            <a:off x="3010125" y="40314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7"/>
          <p:cNvGrpSpPr/>
          <p:nvPr/>
        </p:nvGrpSpPr>
        <p:grpSpPr>
          <a:xfrm>
            <a:off x="2458875" y="4031388"/>
            <a:ext cx="115125" cy="115125"/>
            <a:chOff x="6803525" y="538275"/>
            <a:chExt cx="115125" cy="115125"/>
          </a:xfrm>
        </p:grpSpPr>
        <p:sp>
          <p:nvSpPr>
            <p:cNvPr id="191" name="Google Shape;191;p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7"/>
          <p:cNvGrpSpPr/>
          <p:nvPr/>
        </p:nvGrpSpPr>
        <p:grpSpPr>
          <a:xfrm>
            <a:off x="1693725" y="4031400"/>
            <a:ext cx="97700" cy="97050"/>
            <a:chOff x="6162900" y="995000"/>
            <a:chExt cx="97700" cy="97050"/>
          </a:xfrm>
        </p:grpSpPr>
        <p:grpSp>
          <p:nvGrpSpPr>
            <p:cNvPr id="194" name="Google Shape;194;p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95" name="Google Shape;195;p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98" name="Google Shape;198;p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0" name="Google Shape;200;p7"/>
          <p:cNvSpPr/>
          <p:nvPr/>
        </p:nvSpPr>
        <p:spPr>
          <a:xfrm>
            <a:off x="8298275" y="40314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>
            <a:spLocks noGrp="1"/>
          </p:cNvSpPr>
          <p:nvPr>
            <p:ph type="title"/>
          </p:nvPr>
        </p:nvSpPr>
        <p:spPr>
          <a:xfrm>
            <a:off x="1000351" y="1368713"/>
            <a:ext cx="3315000" cy="11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subTitle" idx="1"/>
          </p:nvPr>
        </p:nvSpPr>
        <p:spPr>
          <a:xfrm>
            <a:off x="1000351" y="2556493"/>
            <a:ext cx="33150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8" name="Google Shape;218;p9"/>
          <p:cNvGrpSpPr/>
          <p:nvPr/>
        </p:nvGrpSpPr>
        <p:grpSpPr>
          <a:xfrm>
            <a:off x="4807175" y="318275"/>
            <a:ext cx="97700" cy="97050"/>
            <a:chOff x="1911475" y="4659225"/>
            <a:chExt cx="97700" cy="97050"/>
          </a:xfrm>
        </p:grpSpPr>
        <p:sp>
          <p:nvSpPr>
            <p:cNvPr id="219" name="Google Shape;219;p9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" name="Google Shape;221;p9"/>
          <p:cNvSpPr/>
          <p:nvPr/>
        </p:nvSpPr>
        <p:spPr>
          <a:xfrm>
            <a:off x="5909050" y="40897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727325" y="462075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7965450" y="8729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9"/>
          <p:cNvGrpSpPr/>
          <p:nvPr/>
        </p:nvGrpSpPr>
        <p:grpSpPr>
          <a:xfrm>
            <a:off x="7490550" y="415325"/>
            <a:ext cx="97700" cy="97050"/>
            <a:chOff x="1911475" y="4659225"/>
            <a:chExt cx="97700" cy="97050"/>
          </a:xfrm>
        </p:grpSpPr>
        <p:sp>
          <p:nvSpPr>
            <p:cNvPr id="225" name="Google Shape;225;p9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5418375" y="918800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1369950" y="4425700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" name="Google Shape;229;p9"/>
          <p:cNvGrpSpPr/>
          <p:nvPr/>
        </p:nvGrpSpPr>
        <p:grpSpPr>
          <a:xfrm>
            <a:off x="2236025" y="4762925"/>
            <a:ext cx="97700" cy="97050"/>
            <a:chOff x="1911475" y="4659225"/>
            <a:chExt cx="97700" cy="97050"/>
          </a:xfrm>
        </p:grpSpPr>
        <p:sp>
          <p:nvSpPr>
            <p:cNvPr id="230" name="Google Shape;230;p9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Google Shape;232;p9"/>
          <p:cNvSpPr/>
          <p:nvPr/>
        </p:nvSpPr>
        <p:spPr>
          <a:xfrm>
            <a:off x="2767550" y="4540825"/>
            <a:ext cx="205652" cy="205606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" name="Google Shape;233;p9"/>
          <p:cNvGrpSpPr/>
          <p:nvPr/>
        </p:nvGrpSpPr>
        <p:grpSpPr>
          <a:xfrm>
            <a:off x="749425" y="4706825"/>
            <a:ext cx="97700" cy="97050"/>
            <a:chOff x="1911475" y="4659225"/>
            <a:chExt cx="97700" cy="97050"/>
          </a:xfrm>
        </p:grpSpPr>
        <p:sp>
          <p:nvSpPr>
            <p:cNvPr id="234" name="Google Shape;234;p9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title" idx="2"/>
          </p:nvPr>
        </p:nvSpPr>
        <p:spPr>
          <a:xfrm>
            <a:off x="629850" y="1835250"/>
            <a:ext cx="2577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1"/>
          </p:nvPr>
        </p:nvSpPr>
        <p:spPr>
          <a:xfrm>
            <a:off x="629850" y="235717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3"/>
          </p:nvPr>
        </p:nvSpPr>
        <p:spPr>
          <a:xfrm>
            <a:off x="3283325" y="1835250"/>
            <a:ext cx="2577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ubTitle" idx="4"/>
          </p:nvPr>
        </p:nvSpPr>
        <p:spPr>
          <a:xfrm>
            <a:off x="3283325" y="235717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 idx="5"/>
          </p:nvPr>
        </p:nvSpPr>
        <p:spPr>
          <a:xfrm>
            <a:off x="5936850" y="1835250"/>
            <a:ext cx="2577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subTitle" idx="6"/>
          </p:nvPr>
        </p:nvSpPr>
        <p:spPr>
          <a:xfrm>
            <a:off x="5936850" y="235717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title" idx="7"/>
          </p:nvPr>
        </p:nvSpPr>
        <p:spPr>
          <a:xfrm>
            <a:off x="629850" y="3436452"/>
            <a:ext cx="2577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subTitle" idx="8"/>
          </p:nvPr>
        </p:nvSpPr>
        <p:spPr>
          <a:xfrm>
            <a:off x="629850" y="39583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9"/>
          </p:nvPr>
        </p:nvSpPr>
        <p:spPr>
          <a:xfrm>
            <a:off x="3283325" y="3436452"/>
            <a:ext cx="2577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3"/>
          </p:nvPr>
        </p:nvSpPr>
        <p:spPr>
          <a:xfrm>
            <a:off x="3283325" y="39583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3"/>
          <p:cNvSpPr txBox="1">
            <a:spLocks noGrp="1"/>
          </p:cNvSpPr>
          <p:nvPr>
            <p:ph type="title" idx="14" hasCustomPrompt="1"/>
          </p:nvPr>
        </p:nvSpPr>
        <p:spPr>
          <a:xfrm>
            <a:off x="629850" y="1278874"/>
            <a:ext cx="174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80" name="Google Shape;280;p13"/>
          <p:cNvSpPr txBox="1">
            <a:spLocks noGrp="1"/>
          </p:cNvSpPr>
          <p:nvPr>
            <p:ph type="title" idx="15" hasCustomPrompt="1"/>
          </p:nvPr>
        </p:nvSpPr>
        <p:spPr>
          <a:xfrm>
            <a:off x="3283325" y="1278874"/>
            <a:ext cx="174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81" name="Google Shape;281;p13"/>
          <p:cNvSpPr txBox="1">
            <a:spLocks noGrp="1"/>
          </p:cNvSpPr>
          <p:nvPr>
            <p:ph type="title" idx="16" hasCustomPrompt="1"/>
          </p:nvPr>
        </p:nvSpPr>
        <p:spPr>
          <a:xfrm>
            <a:off x="5936850" y="1278874"/>
            <a:ext cx="174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82" name="Google Shape;282;p13"/>
          <p:cNvSpPr txBox="1">
            <a:spLocks noGrp="1"/>
          </p:cNvSpPr>
          <p:nvPr>
            <p:ph type="title" idx="17" hasCustomPrompt="1"/>
          </p:nvPr>
        </p:nvSpPr>
        <p:spPr>
          <a:xfrm>
            <a:off x="629850" y="2881438"/>
            <a:ext cx="174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83" name="Google Shape;283;p13"/>
          <p:cNvSpPr txBox="1">
            <a:spLocks noGrp="1"/>
          </p:cNvSpPr>
          <p:nvPr>
            <p:ph type="title" idx="18" hasCustomPrompt="1"/>
          </p:nvPr>
        </p:nvSpPr>
        <p:spPr>
          <a:xfrm>
            <a:off x="3283325" y="2881438"/>
            <a:ext cx="174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84" name="Google Shape;284;p13"/>
          <p:cNvSpPr txBox="1">
            <a:spLocks noGrp="1"/>
          </p:cNvSpPr>
          <p:nvPr>
            <p:ph type="title" idx="19"/>
          </p:nvPr>
        </p:nvSpPr>
        <p:spPr>
          <a:xfrm>
            <a:off x="5936850" y="3436438"/>
            <a:ext cx="25773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0"/>
          </p:nvPr>
        </p:nvSpPr>
        <p:spPr>
          <a:xfrm>
            <a:off x="5936850" y="39461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title" idx="21" hasCustomPrompt="1"/>
          </p:nvPr>
        </p:nvSpPr>
        <p:spPr>
          <a:xfrm>
            <a:off x="5936850" y="2881449"/>
            <a:ext cx="174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grpSp>
        <p:nvGrpSpPr>
          <p:cNvPr id="287" name="Google Shape;287;p13"/>
          <p:cNvGrpSpPr/>
          <p:nvPr/>
        </p:nvGrpSpPr>
        <p:grpSpPr>
          <a:xfrm>
            <a:off x="4797825" y="4735425"/>
            <a:ext cx="97700" cy="97050"/>
            <a:chOff x="6162900" y="995000"/>
            <a:chExt cx="97700" cy="97050"/>
          </a:xfrm>
        </p:grpSpPr>
        <p:grpSp>
          <p:nvGrpSpPr>
            <p:cNvPr id="288" name="Google Shape;288;p1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289" name="Google Shape;289;p1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1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292" name="Google Shape;292;p1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4" name="Google Shape;294;p13"/>
          <p:cNvSpPr/>
          <p:nvPr/>
        </p:nvSpPr>
        <p:spPr>
          <a:xfrm>
            <a:off x="1734225" y="474985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842450" y="4749423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13"/>
          <p:cNvGrpSpPr/>
          <p:nvPr/>
        </p:nvGrpSpPr>
        <p:grpSpPr>
          <a:xfrm>
            <a:off x="6510425" y="364550"/>
            <a:ext cx="97700" cy="97050"/>
            <a:chOff x="6162900" y="995000"/>
            <a:chExt cx="97700" cy="97050"/>
          </a:xfrm>
        </p:grpSpPr>
        <p:grpSp>
          <p:nvGrpSpPr>
            <p:cNvPr id="297" name="Google Shape;297;p1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298" name="Google Shape;298;p1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" name="Google Shape;300;p1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01" name="Google Shape;301;p1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" name="Google Shape;303;p13"/>
          <p:cNvGrpSpPr/>
          <p:nvPr/>
        </p:nvGrpSpPr>
        <p:grpSpPr>
          <a:xfrm>
            <a:off x="6018825" y="603725"/>
            <a:ext cx="115125" cy="115125"/>
            <a:chOff x="6803525" y="538275"/>
            <a:chExt cx="115125" cy="115125"/>
          </a:xfrm>
        </p:grpSpPr>
        <p:sp>
          <p:nvSpPr>
            <p:cNvPr id="304" name="Google Shape;304;p1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13"/>
          <p:cNvGrpSpPr/>
          <p:nvPr/>
        </p:nvGrpSpPr>
        <p:grpSpPr>
          <a:xfrm>
            <a:off x="5745500" y="4726388"/>
            <a:ext cx="115125" cy="115125"/>
            <a:chOff x="6803525" y="538275"/>
            <a:chExt cx="115125" cy="115125"/>
          </a:xfrm>
        </p:grpSpPr>
        <p:sp>
          <p:nvSpPr>
            <p:cNvPr id="307" name="Google Shape;307;p1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13"/>
          <p:cNvGrpSpPr/>
          <p:nvPr/>
        </p:nvGrpSpPr>
        <p:grpSpPr>
          <a:xfrm>
            <a:off x="2628700" y="4756200"/>
            <a:ext cx="97700" cy="97050"/>
            <a:chOff x="6162900" y="995000"/>
            <a:chExt cx="97700" cy="97050"/>
          </a:xfrm>
        </p:grpSpPr>
        <p:grpSp>
          <p:nvGrpSpPr>
            <p:cNvPr id="310" name="Google Shape;310;p1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11" name="Google Shape;311;p1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1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14" name="Google Shape;314;p1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1" name="Google Shape;371;p16"/>
          <p:cNvGrpSpPr/>
          <p:nvPr/>
        </p:nvGrpSpPr>
        <p:grpSpPr>
          <a:xfrm>
            <a:off x="7997925" y="355913"/>
            <a:ext cx="115125" cy="115125"/>
            <a:chOff x="6803525" y="538275"/>
            <a:chExt cx="115125" cy="115125"/>
          </a:xfrm>
        </p:grpSpPr>
        <p:sp>
          <p:nvSpPr>
            <p:cNvPr id="372" name="Google Shape;372;p16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16"/>
          <p:cNvSpPr/>
          <p:nvPr/>
        </p:nvSpPr>
        <p:spPr>
          <a:xfrm>
            <a:off x="8398850" y="168288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16"/>
          <p:cNvGrpSpPr/>
          <p:nvPr/>
        </p:nvGrpSpPr>
        <p:grpSpPr>
          <a:xfrm>
            <a:off x="6521325" y="258863"/>
            <a:ext cx="97700" cy="97050"/>
            <a:chOff x="6162900" y="995000"/>
            <a:chExt cx="97700" cy="97050"/>
          </a:xfrm>
        </p:grpSpPr>
        <p:grpSp>
          <p:nvGrpSpPr>
            <p:cNvPr id="376" name="Google Shape;376;p16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77" name="Google Shape;377;p16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9" name="Google Shape;379;p16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80" name="Google Shape;380;p16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2" name="Google Shape;382;p16"/>
          <p:cNvGrpSpPr/>
          <p:nvPr/>
        </p:nvGrpSpPr>
        <p:grpSpPr>
          <a:xfrm>
            <a:off x="8006638" y="1015038"/>
            <a:ext cx="97700" cy="97050"/>
            <a:chOff x="6162900" y="995000"/>
            <a:chExt cx="97700" cy="97050"/>
          </a:xfrm>
        </p:grpSpPr>
        <p:grpSp>
          <p:nvGrpSpPr>
            <p:cNvPr id="383" name="Google Shape;383;p16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84" name="Google Shape;384;p16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6" name="Google Shape;386;p16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87" name="Google Shape;387;p16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9" name="Google Shape;389;p16"/>
          <p:cNvGrpSpPr/>
          <p:nvPr/>
        </p:nvGrpSpPr>
        <p:grpSpPr>
          <a:xfrm>
            <a:off x="8757625" y="3937188"/>
            <a:ext cx="97700" cy="97050"/>
            <a:chOff x="6162900" y="995000"/>
            <a:chExt cx="97700" cy="97050"/>
          </a:xfrm>
        </p:grpSpPr>
        <p:grpSp>
          <p:nvGrpSpPr>
            <p:cNvPr id="390" name="Google Shape;390;p16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91" name="Google Shape;391;p16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16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394" name="Google Shape;394;p16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6" name="Google Shape;396;p16"/>
          <p:cNvGrpSpPr/>
          <p:nvPr/>
        </p:nvGrpSpPr>
        <p:grpSpPr>
          <a:xfrm>
            <a:off x="8113050" y="4620313"/>
            <a:ext cx="115125" cy="115125"/>
            <a:chOff x="6803525" y="538275"/>
            <a:chExt cx="115125" cy="115125"/>
          </a:xfrm>
        </p:grpSpPr>
        <p:sp>
          <p:nvSpPr>
            <p:cNvPr id="397" name="Google Shape;397;p16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6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69" name="Google Shape;469;p19"/>
          <p:cNvGrpSpPr/>
          <p:nvPr/>
        </p:nvGrpSpPr>
        <p:grpSpPr>
          <a:xfrm>
            <a:off x="6175688" y="285138"/>
            <a:ext cx="115125" cy="115125"/>
            <a:chOff x="6803525" y="538275"/>
            <a:chExt cx="115125" cy="115125"/>
          </a:xfrm>
        </p:grpSpPr>
        <p:sp>
          <p:nvSpPr>
            <p:cNvPr id="470" name="Google Shape;470;p19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19"/>
          <p:cNvSpPr/>
          <p:nvPr/>
        </p:nvSpPr>
        <p:spPr>
          <a:xfrm>
            <a:off x="6290825" y="98636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19"/>
          <p:cNvGrpSpPr/>
          <p:nvPr/>
        </p:nvGrpSpPr>
        <p:grpSpPr>
          <a:xfrm>
            <a:off x="8191488" y="416650"/>
            <a:ext cx="97700" cy="97050"/>
            <a:chOff x="6162900" y="995000"/>
            <a:chExt cx="97700" cy="97050"/>
          </a:xfrm>
        </p:grpSpPr>
        <p:grpSp>
          <p:nvGrpSpPr>
            <p:cNvPr id="474" name="Google Shape;474;p1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75" name="Google Shape;475;p1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7" name="Google Shape;477;p1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78" name="Google Shape;478;p1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0" name="Google Shape;480;p19"/>
          <p:cNvGrpSpPr/>
          <p:nvPr/>
        </p:nvGrpSpPr>
        <p:grpSpPr>
          <a:xfrm>
            <a:off x="3426663" y="1193275"/>
            <a:ext cx="97700" cy="97050"/>
            <a:chOff x="6162900" y="995000"/>
            <a:chExt cx="97700" cy="97050"/>
          </a:xfrm>
        </p:grpSpPr>
        <p:grpSp>
          <p:nvGrpSpPr>
            <p:cNvPr id="481" name="Google Shape;481;p1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82" name="Google Shape;482;p1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" name="Google Shape;484;p1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85" name="Google Shape;485;p1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7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89" name="Google Shape;489;p20"/>
          <p:cNvGrpSpPr/>
          <p:nvPr/>
        </p:nvGrpSpPr>
        <p:grpSpPr>
          <a:xfrm>
            <a:off x="638888" y="1939075"/>
            <a:ext cx="115125" cy="115125"/>
            <a:chOff x="6803525" y="538275"/>
            <a:chExt cx="115125" cy="115125"/>
          </a:xfrm>
        </p:grpSpPr>
        <p:sp>
          <p:nvSpPr>
            <p:cNvPr id="490" name="Google Shape;490;p20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20"/>
          <p:cNvSpPr/>
          <p:nvPr/>
        </p:nvSpPr>
        <p:spPr>
          <a:xfrm>
            <a:off x="7150675" y="416573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0"/>
          <p:cNvGrpSpPr/>
          <p:nvPr/>
        </p:nvGrpSpPr>
        <p:grpSpPr>
          <a:xfrm>
            <a:off x="8237988" y="942988"/>
            <a:ext cx="97700" cy="97050"/>
            <a:chOff x="6162900" y="995000"/>
            <a:chExt cx="97700" cy="97050"/>
          </a:xfrm>
        </p:grpSpPr>
        <p:grpSp>
          <p:nvGrpSpPr>
            <p:cNvPr id="494" name="Google Shape;494;p2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95" name="Google Shape;495;p2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" name="Google Shape;497;p2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498" name="Google Shape;498;p2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0" name="Google Shape;500;p20"/>
          <p:cNvSpPr/>
          <p:nvPr/>
        </p:nvSpPr>
        <p:spPr>
          <a:xfrm>
            <a:off x="720000" y="276315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1" name="Google Shape;501;p20"/>
          <p:cNvGrpSpPr/>
          <p:nvPr/>
        </p:nvGrpSpPr>
        <p:grpSpPr>
          <a:xfrm>
            <a:off x="279838" y="3279538"/>
            <a:ext cx="97700" cy="97050"/>
            <a:chOff x="6162900" y="995000"/>
            <a:chExt cx="97700" cy="97050"/>
          </a:xfrm>
        </p:grpSpPr>
        <p:grpSp>
          <p:nvGrpSpPr>
            <p:cNvPr id="502" name="Google Shape;502;p2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03" name="Google Shape;503;p2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5" name="Google Shape;505;p2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06" name="Google Shape;506;p2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20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65" name="Google Shape;565;p23"/>
          <p:cNvGrpSpPr/>
          <p:nvPr/>
        </p:nvGrpSpPr>
        <p:grpSpPr>
          <a:xfrm>
            <a:off x="6924713" y="304275"/>
            <a:ext cx="115125" cy="115125"/>
            <a:chOff x="6803525" y="538275"/>
            <a:chExt cx="115125" cy="115125"/>
          </a:xfrm>
        </p:grpSpPr>
        <p:sp>
          <p:nvSpPr>
            <p:cNvPr id="566" name="Google Shape;566;p2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8" name="Google Shape;568;p23"/>
          <p:cNvSpPr/>
          <p:nvPr/>
        </p:nvSpPr>
        <p:spPr>
          <a:xfrm>
            <a:off x="4745350" y="22963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9" name="Google Shape;569;p23"/>
          <p:cNvGrpSpPr/>
          <p:nvPr/>
        </p:nvGrpSpPr>
        <p:grpSpPr>
          <a:xfrm>
            <a:off x="5642488" y="436550"/>
            <a:ext cx="97700" cy="97050"/>
            <a:chOff x="6162900" y="995000"/>
            <a:chExt cx="97700" cy="97050"/>
          </a:xfrm>
        </p:grpSpPr>
        <p:grpSp>
          <p:nvGrpSpPr>
            <p:cNvPr id="570" name="Google Shape;570;p2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71" name="Google Shape;571;p2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3" name="Google Shape;573;p2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74" name="Google Shape;574;p2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6" name="Google Shape;576;p23"/>
          <p:cNvGrpSpPr/>
          <p:nvPr/>
        </p:nvGrpSpPr>
        <p:grpSpPr>
          <a:xfrm>
            <a:off x="7981188" y="933263"/>
            <a:ext cx="115125" cy="115125"/>
            <a:chOff x="6803525" y="538275"/>
            <a:chExt cx="115125" cy="115125"/>
          </a:xfrm>
        </p:grpSpPr>
        <p:sp>
          <p:nvSpPr>
            <p:cNvPr id="577" name="Google Shape;577;p2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23"/>
          <p:cNvGrpSpPr/>
          <p:nvPr/>
        </p:nvGrpSpPr>
        <p:grpSpPr>
          <a:xfrm>
            <a:off x="869138" y="4708650"/>
            <a:ext cx="97700" cy="97050"/>
            <a:chOff x="6162900" y="995000"/>
            <a:chExt cx="97700" cy="97050"/>
          </a:xfrm>
        </p:grpSpPr>
        <p:grpSp>
          <p:nvGrpSpPr>
            <p:cNvPr id="580" name="Google Shape;580;p2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81" name="Google Shape;581;p2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3" name="Google Shape;583;p2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584" name="Google Shape;584;p2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6" name="Google Shape;586;p23"/>
          <p:cNvGrpSpPr/>
          <p:nvPr/>
        </p:nvGrpSpPr>
        <p:grpSpPr>
          <a:xfrm>
            <a:off x="277513" y="2224400"/>
            <a:ext cx="115125" cy="115125"/>
            <a:chOff x="6803525" y="538275"/>
            <a:chExt cx="115125" cy="115125"/>
          </a:xfrm>
        </p:grpSpPr>
        <p:sp>
          <p:nvSpPr>
            <p:cNvPr id="587" name="Google Shape;587;p2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7"/>
          <p:cNvSpPr txBox="1">
            <a:spLocks noGrp="1"/>
          </p:cNvSpPr>
          <p:nvPr>
            <p:ph type="title"/>
          </p:nvPr>
        </p:nvSpPr>
        <p:spPr>
          <a:xfrm>
            <a:off x="4022311" y="3107951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48" name="Google Shape;648;p27"/>
          <p:cNvSpPr txBox="1">
            <a:spLocks noGrp="1"/>
          </p:cNvSpPr>
          <p:nvPr>
            <p:ph type="subTitle" idx="1"/>
          </p:nvPr>
        </p:nvSpPr>
        <p:spPr>
          <a:xfrm>
            <a:off x="3763611" y="1503614"/>
            <a:ext cx="46188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49" name="Google Shape;649;p27"/>
          <p:cNvGrpSpPr/>
          <p:nvPr/>
        </p:nvGrpSpPr>
        <p:grpSpPr>
          <a:xfrm>
            <a:off x="5753925" y="323450"/>
            <a:ext cx="115125" cy="115125"/>
            <a:chOff x="6803525" y="538275"/>
            <a:chExt cx="115125" cy="115125"/>
          </a:xfrm>
        </p:grpSpPr>
        <p:sp>
          <p:nvSpPr>
            <p:cNvPr id="650" name="Google Shape;650;p2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7"/>
          <p:cNvSpPr/>
          <p:nvPr/>
        </p:nvSpPr>
        <p:spPr>
          <a:xfrm>
            <a:off x="3763600" y="38035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7"/>
          <p:cNvGrpSpPr/>
          <p:nvPr/>
        </p:nvGrpSpPr>
        <p:grpSpPr>
          <a:xfrm>
            <a:off x="1200450" y="332475"/>
            <a:ext cx="97700" cy="97050"/>
            <a:chOff x="6162900" y="995000"/>
            <a:chExt cx="97700" cy="97050"/>
          </a:xfrm>
        </p:grpSpPr>
        <p:grpSp>
          <p:nvGrpSpPr>
            <p:cNvPr id="654" name="Google Shape;654;p2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55" name="Google Shape;655;p2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2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58" name="Google Shape;658;p2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0" name="Google Shape;660;p27"/>
          <p:cNvGrpSpPr/>
          <p:nvPr/>
        </p:nvGrpSpPr>
        <p:grpSpPr>
          <a:xfrm>
            <a:off x="8022063" y="390438"/>
            <a:ext cx="97700" cy="97050"/>
            <a:chOff x="6162900" y="995000"/>
            <a:chExt cx="97700" cy="97050"/>
          </a:xfrm>
        </p:grpSpPr>
        <p:grpSp>
          <p:nvGrpSpPr>
            <p:cNvPr id="661" name="Google Shape;661;p2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62" name="Google Shape;662;p2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4" name="Google Shape;664;p2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65" name="Google Shape;665;p2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7" name="Google Shape;667;p27"/>
          <p:cNvSpPr/>
          <p:nvPr/>
        </p:nvSpPr>
        <p:spPr>
          <a:xfrm>
            <a:off x="7116225" y="813623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8" name="Google Shape;668;p27"/>
          <p:cNvGrpSpPr/>
          <p:nvPr/>
        </p:nvGrpSpPr>
        <p:grpSpPr>
          <a:xfrm>
            <a:off x="864900" y="859513"/>
            <a:ext cx="115125" cy="115125"/>
            <a:chOff x="6803525" y="538275"/>
            <a:chExt cx="115125" cy="115125"/>
          </a:xfrm>
        </p:grpSpPr>
        <p:sp>
          <p:nvSpPr>
            <p:cNvPr id="669" name="Google Shape;669;p2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27"/>
          <p:cNvGrpSpPr/>
          <p:nvPr/>
        </p:nvGrpSpPr>
        <p:grpSpPr>
          <a:xfrm>
            <a:off x="4237588" y="4192163"/>
            <a:ext cx="97700" cy="97050"/>
            <a:chOff x="6162900" y="995000"/>
            <a:chExt cx="97700" cy="97050"/>
          </a:xfrm>
        </p:grpSpPr>
        <p:grpSp>
          <p:nvGrpSpPr>
            <p:cNvPr id="672" name="Google Shape;672;p2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73" name="Google Shape;673;p2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5" name="Google Shape;675;p2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676" name="Google Shape;676;p2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0"/>
          <p:cNvSpPr txBox="1">
            <a:spLocks noGrp="1"/>
          </p:cNvSpPr>
          <p:nvPr>
            <p:ph type="title"/>
          </p:nvPr>
        </p:nvSpPr>
        <p:spPr>
          <a:xfrm>
            <a:off x="1024800" y="1695825"/>
            <a:ext cx="297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30"/>
          <p:cNvSpPr txBox="1">
            <a:spLocks noGrp="1"/>
          </p:cNvSpPr>
          <p:nvPr>
            <p:ph type="subTitle" idx="1"/>
          </p:nvPr>
        </p:nvSpPr>
        <p:spPr>
          <a:xfrm>
            <a:off x="1241375" y="2367375"/>
            <a:ext cx="25431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30"/>
          <p:cNvSpPr/>
          <p:nvPr/>
        </p:nvSpPr>
        <p:spPr>
          <a:xfrm>
            <a:off x="2961425" y="27988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9" name="Google Shape;729;p30"/>
          <p:cNvGrpSpPr/>
          <p:nvPr/>
        </p:nvGrpSpPr>
        <p:grpSpPr>
          <a:xfrm>
            <a:off x="4197800" y="1034163"/>
            <a:ext cx="115125" cy="115125"/>
            <a:chOff x="6803525" y="538275"/>
            <a:chExt cx="115125" cy="115125"/>
          </a:xfrm>
        </p:grpSpPr>
        <p:sp>
          <p:nvSpPr>
            <p:cNvPr id="730" name="Google Shape;730;p30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" name="Google Shape;732;p30"/>
          <p:cNvGrpSpPr/>
          <p:nvPr/>
        </p:nvGrpSpPr>
        <p:grpSpPr>
          <a:xfrm>
            <a:off x="1024788" y="1149288"/>
            <a:ext cx="97700" cy="97050"/>
            <a:chOff x="6162900" y="995000"/>
            <a:chExt cx="97700" cy="97050"/>
          </a:xfrm>
        </p:grpSpPr>
        <p:grpSp>
          <p:nvGrpSpPr>
            <p:cNvPr id="733" name="Google Shape;733;p3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34" name="Google Shape;734;p3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6" name="Google Shape;736;p3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37" name="Google Shape;737;p3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39" name="Google Shape;739;p30"/>
          <p:cNvSpPr/>
          <p:nvPr/>
        </p:nvSpPr>
        <p:spPr>
          <a:xfrm>
            <a:off x="1989075" y="98828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30"/>
          <p:cNvGrpSpPr/>
          <p:nvPr/>
        </p:nvGrpSpPr>
        <p:grpSpPr>
          <a:xfrm>
            <a:off x="490638" y="3740013"/>
            <a:ext cx="97700" cy="97050"/>
            <a:chOff x="6162900" y="995000"/>
            <a:chExt cx="97700" cy="97050"/>
          </a:xfrm>
        </p:grpSpPr>
        <p:grpSp>
          <p:nvGrpSpPr>
            <p:cNvPr id="741" name="Google Shape;741;p3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42" name="Google Shape;742;p3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4" name="Google Shape;744;p3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45" name="Google Shape;745;p3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7" name="Google Shape;747;p30"/>
          <p:cNvSpPr/>
          <p:nvPr/>
        </p:nvSpPr>
        <p:spPr>
          <a:xfrm>
            <a:off x="3849625" y="404773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30"/>
          <p:cNvGrpSpPr/>
          <p:nvPr/>
        </p:nvGrpSpPr>
        <p:grpSpPr>
          <a:xfrm>
            <a:off x="1355475" y="3932588"/>
            <a:ext cx="115125" cy="115125"/>
            <a:chOff x="6803525" y="538275"/>
            <a:chExt cx="115125" cy="115125"/>
          </a:xfrm>
        </p:grpSpPr>
        <p:sp>
          <p:nvSpPr>
            <p:cNvPr id="749" name="Google Shape;749;p30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30"/>
          <p:cNvGrpSpPr/>
          <p:nvPr/>
        </p:nvGrpSpPr>
        <p:grpSpPr>
          <a:xfrm>
            <a:off x="2715863" y="4656263"/>
            <a:ext cx="97700" cy="97050"/>
            <a:chOff x="6162900" y="995000"/>
            <a:chExt cx="97700" cy="97050"/>
          </a:xfrm>
        </p:grpSpPr>
        <p:grpSp>
          <p:nvGrpSpPr>
            <p:cNvPr id="752" name="Google Shape;752;p3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53" name="Google Shape;753;p3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5" name="Google Shape;755;p30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56" name="Google Shape;756;p30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0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1"/>
          <p:cNvSpPr txBox="1">
            <a:spLocks noGrp="1"/>
          </p:cNvSpPr>
          <p:nvPr>
            <p:ph type="title"/>
          </p:nvPr>
        </p:nvSpPr>
        <p:spPr>
          <a:xfrm>
            <a:off x="539500" y="658825"/>
            <a:ext cx="8064900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31"/>
          <p:cNvSpPr txBox="1">
            <a:spLocks noGrp="1"/>
          </p:cNvSpPr>
          <p:nvPr>
            <p:ph type="body" idx="1"/>
          </p:nvPr>
        </p:nvSpPr>
        <p:spPr>
          <a:xfrm>
            <a:off x="539500" y="1661675"/>
            <a:ext cx="4032600" cy="22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1" name="Google Shape;761;p31"/>
          <p:cNvSpPr/>
          <p:nvPr/>
        </p:nvSpPr>
        <p:spPr>
          <a:xfrm>
            <a:off x="3974050" y="43707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2" name="Google Shape;762;p31"/>
          <p:cNvGrpSpPr/>
          <p:nvPr/>
        </p:nvGrpSpPr>
        <p:grpSpPr>
          <a:xfrm>
            <a:off x="2813600" y="4416588"/>
            <a:ext cx="115125" cy="115125"/>
            <a:chOff x="6803525" y="538275"/>
            <a:chExt cx="115125" cy="115125"/>
          </a:xfrm>
        </p:grpSpPr>
        <p:sp>
          <p:nvSpPr>
            <p:cNvPr id="763" name="Google Shape;763;p31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5" name="Google Shape;765;p31"/>
          <p:cNvGrpSpPr/>
          <p:nvPr/>
        </p:nvGrpSpPr>
        <p:grpSpPr>
          <a:xfrm>
            <a:off x="1124000" y="4294500"/>
            <a:ext cx="97700" cy="97050"/>
            <a:chOff x="6162900" y="995000"/>
            <a:chExt cx="97700" cy="97050"/>
          </a:xfrm>
        </p:grpSpPr>
        <p:grpSp>
          <p:nvGrpSpPr>
            <p:cNvPr id="766" name="Google Shape;766;p3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67" name="Google Shape;767;p3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9" name="Google Shape;769;p3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70" name="Google Shape;770;p3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2" name="Google Shape;772;p31"/>
          <p:cNvGrpSpPr/>
          <p:nvPr/>
        </p:nvGrpSpPr>
        <p:grpSpPr>
          <a:xfrm>
            <a:off x="8187625" y="369400"/>
            <a:ext cx="97700" cy="97050"/>
            <a:chOff x="6162900" y="995000"/>
            <a:chExt cx="97700" cy="97050"/>
          </a:xfrm>
        </p:grpSpPr>
        <p:grpSp>
          <p:nvGrpSpPr>
            <p:cNvPr id="773" name="Google Shape;773;p3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74" name="Google Shape;774;p3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3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77" name="Google Shape;777;p3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9" name="Google Shape;779;p31"/>
          <p:cNvGrpSpPr/>
          <p:nvPr/>
        </p:nvGrpSpPr>
        <p:grpSpPr>
          <a:xfrm>
            <a:off x="8435200" y="1008163"/>
            <a:ext cx="115125" cy="115125"/>
            <a:chOff x="6803525" y="538275"/>
            <a:chExt cx="115125" cy="115125"/>
          </a:xfrm>
        </p:grpSpPr>
        <p:sp>
          <p:nvSpPr>
            <p:cNvPr id="780" name="Google Shape;780;p31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31"/>
          <p:cNvGrpSpPr/>
          <p:nvPr/>
        </p:nvGrpSpPr>
        <p:grpSpPr>
          <a:xfrm>
            <a:off x="8285325" y="4619300"/>
            <a:ext cx="97700" cy="97050"/>
            <a:chOff x="6162900" y="995000"/>
            <a:chExt cx="97700" cy="97050"/>
          </a:xfrm>
        </p:grpSpPr>
        <p:grpSp>
          <p:nvGrpSpPr>
            <p:cNvPr id="783" name="Google Shape;783;p3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84" name="Google Shape;784;p3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787" name="Google Shape;787;p3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3"/>
          <p:cNvSpPr txBox="1">
            <a:spLocks noGrp="1"/>
          </p:cNvSpPr>
          <p:nvPr>
            <p:ph type="title"/>
          </p:nvPr>
        </p:nvSpPr>
        <p:spPr>
          <a:xfrm>
            <a:off x="825338" y="2908498"/>
            <a:ext cx="2242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5" name="Google Shape;825;p33"/>
          <p:cNvSpPr txBox="1">
            <a:spLocks noGrp="1"/>
          </p:cNvSpPr>
          <p:nvPr>
            <p:ph type="subTitle" idx="1"/>
          </p:nvPr>
        </p:nvSpPr>
        <p:spPr>
          <a:xfrm>
            <a:off x="825338" y="3338202"/>
            <a:ext cx="22425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6" name="Google Shape;826;p33"/>
          <p:cNvSpPr txBox="1">
            <a:spLocks noGrp="1"/>
          </p:cNvSpPr>
          <p:nvPr>
            <p:ph type="title" idx="2"/>
          </p:nvPr>
        </p:nvSpPr>
        <p:spPr>
          <a:xfrm>
            <a:off x="3450750" y="2908498"/>
            <a:ext cx="2242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7" name="Google Shape;827;p33"/>
          <p:cNvSpPr txBox="1">
            <a:spLocks noGrp="1"/>
          </p:cNvSpPr>
          <p:nvPr>
            <p:ph type="subTitle" idx="3"/>
          </p:nvPr>
        </p:nvSpPr>
        <p:spPr>
          <a:xfrm>
            <a:off x="3450751" y="3338202"/>
            <a:ext cx="22425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33"/>
          <p:cNvSpPr txBox="1">
            <a:spLocks noGrp="1"/>
          </p:cNvSpPr>
          <p:nvPr>
            <p:ph type="title" idx="4"/>
          </p:nvPr>
        </p:nvSpPr>
        <p:spPr>
          <a:xfrm>
            <a:off x="6076168" y="2908498"/>
            <a:ext cx="2242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9" name="Google Shape;829;p33"/>
          <p:cNvSpPr txBox="1">
            <a:spLocks noGrp="1"/>
          </p:cNvSpPr>
          <p:nvPr>
            <p:ph type="subTitle" idx="5"/>
          </p:nvPr>
        </p:nvSpPr>
        <p:spPr>
          <a:xfrm>
            <a:off x="6076172" y="3338202"/>
            <a:ext cx="22425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0" name="Google Shape;830;p33"/>
          <p:cNvSpPr txBox="1">
            <a:spLocks noGrp="1"/>
          </p:cNvSpPr>
          <p:nvPr>
            <p:ph type="title" idx="6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31" name="Google Shape;831;p33"/>
          <p:cNvGrpSpPr/>
          <p:nvPr/>
        </p:nvGrpSpPr>
        <p:grpSpPr>
          <a:xfrm>
            <a:off x="7952750" y="4621375"/>
            <a:ext cx="97700" cy="97050"/>
            <a:chOff x="6162900" y="995000"/>
            <a:chExt cx="97700" cy="97050"/>
          </a:xfrm>
        </p:grpSpPr>
        <p:grpSp>
          <p:nvGrpSpPr>
            <p:cNvPr id="832" name="Google Shape;832;p3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833" name="Google Shape;833;p3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5" name="Google Shape;835;p3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836" name="Google Shape;836;p3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8" name="Google Shape;838;p33"/>
          <p:cNvSpPr/>
          <p:nvPr/>
        </p:nvSpPr>
        <p:spPr>
          <a:xfrm>
            <a:off x="7213150" y="606598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33"/>
          <p:cNvGrpSpPr/>
          <p:nvPr/>
        </p:nvGrpSpPr>
        <p:grpSpPr>
          <a:xfrm>
            <a:off x="7978063" y="1169563"/>
            <a:ext cx="115125" cy="115125"/>
            <a:chOff x="6803525" y="538275"/>
            <a:chExt cx="115125" cy="115125"/>
          </a:xfrm>
        </p:grpSpPr>
        <p:sp>
          <p:nvSpPr>
            <p:cNvPr id="840" name="Google Shape;840;p3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2" name="Google Shape;842;p33"/>
          <p:cNvGrpSpPr/>
          <p:nvPr/>
        </p:nvGrpSpPr>
        <p:grpSpPr>
          <a:xfrm>
            <a:off x="6059200" y="606600"/>
            <a:ext cx="97700" cy="97050"/>
            <a:chOff x="6162900" y="995000"/>
            <a:chExt cx="97700" cy="97050"/>
          </a:xfrm>
        </p:grpSpPr>
        <p:grpSp>
          <p:nvGrpSpPr>
            <p:cNvPr id="843" name="Google Shape;843;p3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844" name="Google Shape;844;p3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6" name="Google Shape;846;p33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847" name="Google Shape;847;p33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3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9" name="Google Shape;849;p33"/>
          <p:cNvSpPr/>
          <p:nvPr/>
        </p:nvSpPr>
        <p:spPr>
          <a:xfrm>
            <a:off x="6489950" y="107567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0" name="Google Shape;850;p33"/>
          <p:cNvGrpSpPr/>
          <p:nvPr/>
        </p:nvGrpSpPr>
        <p:grpSpPr>
          <a:xfrm>
            <a:off x="7188325" y="4858638"/>
            <a:ext cx="115125" cy="115125"/>
            <a:chOff x="6803525" y="538275"/>
            <a:chExt cx="115125" cy="115125"/>
          </a:xfrm>
        </p:grpSpPr>
        <p:sp>
          <p:nvSpPr>
            <p:cNvPr id="851" name="Google Shape;851;p3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3" name="Google Shape;853;p33"/>
          <p:cNvSpPr/>
          <p:nvPr/>
        </p:nvSpPr>
        <p:spPr>
          <a:xfrm>
            <a:off x="902125" y="461502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4" name="Google Shape;854;p33"/>
          <p:cNvGrpSpPr/>
          <p:nvPr/>
        </p:nvGrpSpPr>
        <p:grpSpPr>
          <a:xfrm>
            <a:off x="333288" y="4464413"/>
            <a:ext cx="115125" cy="115125"/>
            <a:chOff x="6803525" y="538275"/>
            <a:chExt cx="115125" cy="115125"/>
          </a:xfrm>
        </p:grpSpPr>
        <p:sp>
          <p:nvSpPr>
            <p:cNvPr id="855" name="Google Shape;855;p3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7"/>
          <p:cNvSpPr txBox="1">
            <a:spLocks noGrp="1"/>
          </p:cNvSpPr>
          <p:nvPr>
            <p:ph type="title"/>
          </p:nvPr>
        </p:nvSpPr>
        <p:spPr>
          <a:xfrm>
            <a:off x="872808" y="1835250"/>
            <a:ext cx="17322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57" name="Google Shape;957;p37"/>
          <p:cNvSpPr txBox="1">
            <a:spLocks noGrp="1"/>
          </p:cNvSpPr>
          <p:nvPr>
            <p:ph type="subTitle" idx="1"/>
          </p:nvPr>
        </p:nvSpPr>
        <p:spPr>
          <a:xfrm>
            <a:off x="872808" y="2360883"/>
            <a:ext cx="1732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8" name="Google Shape;958;p37"/>
          <p:cNvSpPr txBox="1">
            <a:spLocks noGrp="1"/>
          </p:cNvSpPr>
          <p:nvPr>
            <p:ph type="title" idx="2"/>
          </p:nvPr>
        </p:nvSpPr>
        <p:spPr>
          <a:xfrm>
            <a:off x="3706142" y="1835250"/>
            <a:ext cx="17322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59" name="Google Shape;959;p37"/>
          <p:cNvSpPr txBox="1">
            <a:spLocks noGrp="1"/>
          </p:cNvSpPr>
          <p:nvPr>
            <p:ph type="subTitle" idx="3"/>
          </p:nvPr>
        </p:nvSpPr>
        <p:spPr>
          <a:xfrm>
            <a:off x="3706142" y="2360883"/>
            <a:ext cx="1732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7"/>
          <p:cNvSpPr txBox="1">
            <a:spLocks noGrp="1"/>
          </p:cNvSpPr>
          <p:nvPr>
            <p:ph type="title" idx="4"/>
          </p:nvPr>
        </p:nvSpPr>
        <p:spPr>
          <a:xfrm>
            <a:off x="872808" y="3344850"/>
            <a:ext cx="17322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1" name="Google Shape;961;p37"/>
          <p:cNvSpPr txBox="1">
            <a:spLocks noGrp="1"/>
          </p:cNvSpPr>
          <p:nvPr>
            <p:ph type="subTitle" idx="5"/>
          </p:nvPr>
        </p:nvSpPr>
        <p:spPr>
          <a:xfrm>
            <a:off x="872808" y="3870483"/>
            <a:ext cx="1732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2" name="Google Shape;962;p37"/>
          <p:cNvSpPr txBox="1">
            <a:spLocks noGrp="1"/>
          </p:cNvSpPr>
          <p:nvPr>
            <p:ph type="title" idx="6"/>
          </p:nvPr>
        </p:nvSpPr>
        <p:spPr>
          <a:xfrm>
            <a:off x="3706097" y="3344850"/>
            <a:ext cx="17322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3" name="Google Shape;963;p37"/>
          <p:cNvSpPr txBox="1">
            <a:spLocks noGrp="1"/>
          </p:cNvSpPr>
          <p:nvPr>
            <p:ph type="subTitle" idx="7"/>
          </p:nvPr>
        </p:nvSpPr>
        <p:spPr>
          <a:xfrm>
            <a:off x="3706140" y="3870483"/>
            <a:ext cx="1732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37"/>
          <p:cNvSpPr txBox="1">
            <a:spLocks noGrp="1"/>
          </p:cNvSpPr>
          <p:nvPr>
            <p:ph type="title" idx="8"/>
          </p:nvPr>
        </p:nvSpPr>
        <p:spPr>
          <a:xfrm>
            <a:off x="6539434" y="1835250"/>
            <a:ext cx="17322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5" name="Google Shape;965;p37"/>
          <p:cNvSpPr txBox="1">
            <a:spLocks noGrp="1"/>
          </p:cNvSpPr>
          <p:nvPr>
            <p:ph type="subTitle" idx="9"/>
          </p:nvPr>
        </p:nvSpPr>
        <p:spPr>
          <a:xfrm>
            <a:off x="6539434" y="2360883"/>
            <a:ext cx="1732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7"/>
          <p:cNvSpPr txBox="1">
            <a:spLocks noGrp="1"/>
          </p:cNvSpPr>
          <p:nvPr>
            <p:ph type="title" idx="13"/>
          </p:nvPr>
        </p:nvSpPr>
        <p:spPr>
          <a:xfrm>
            <a:off x="6539434" y="3344850"/>
            <a:ext cx="17322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7" name="Google Shape;967;p37"/>
          <p:cNvSpPr txBox="1">
            <a:spLocks noGrp="1"/>
          </p:cNvSpPr>
          <p:nvPr>
            <p:ph type="subTitle" idx="14"/>
          </p:nvPr>
        </p:nvSpPr>
        <p:spPr>
          <a:xfrm>
            <a:off x="6539434" y="3870483"/>
            <a:ext cx="1732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37"/>
          <p:cNvSpPr txBox="1">
            <a:spLocks noGrp="1"/>
          </p:cNvSpPr>
          <p:nvPr>
            <p:ph type="title" idx="15"/>
          </p:nvPr>
        </p:nvSpPr>
        <p:spPr>
          <a:xfrm>
            <a:off x="7131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69" name="Google Shape;969;p37"/>
          <p:cNvGrpSpPr/>
          <p:nvPr/>
        </p:nvGrpSpPr>
        <p:grpSpPr>
          <a:xfrm>
            <a:off x="5982888" y="1006000"/>
            <a:ext cx="115125" cy="115125"/>
            <a:chOff x="6803525" y="538275"/>
            <a:chExt cx="115125" cy="115125"/>
          </a:xfrm>
        </p:grpSpPr>
        <p:sp>
          <p:nvSpPr>
            <p:cNvPr id="970" name="Google Shape;970;p3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7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2" name="Google Shape;972;p37"/>
          <p:cNvSpPr/>
          <p:nvPr/>
        </p:nvSpPr>
        <p:spPr>
          <a:xfrm>
            <a:off x="6725525" y="29233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37"/>
          <p:cNvGrpSpPr/>
          <p:nvPr/>
        </p:nvGrpSpPr>
        <p:grpSpPr>
          <a:xfrm>
            <a:off x="4757200" y="1015038"/>
            <a:ext cx="97700" cy="97050"/>
            <a:chOff x="6162900" y="995000"/>
            <a:chExt cx="97700" cy="97050"/>
          </a:xfrm>
        </p:grpSpPr>
        <p:grpSp>
          <p:nvGrpSpPr>
            <p:cNvPr id="974" name="Google Shape;974;p3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975" name="Google Shape;975;p3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7" name="Google Shape;977;p3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978" name="Google Shape;978;p3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0" name="Google Shape;980;p37"/>
          <p:cNvGrpSpPr/>
          <p:nvPr/>
        </p:nvGrpSpPr>
        <p:grpSpPr>
          <a:xfrm>
            <a:off x="7567088" y="1112088"/>
            <a:ext cx="97700" cy="97050"/>
            <a:chOff x="6162900" y="995000"/>
            <a:chExt cx="97700" cy="97050"/>
          </a:xfrm>
        </p:grpSpPr>
        <p:grpSp>
          <p:nvGrpSpPr>
            <p:cNvPr id="981" name="Google Shape;981;p3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982" name="Google Shape;982;p3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4" name="Google Shape;984;p37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985" name="Google Shape;985;p37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7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7" name="Google Shape;987;p37"/>
          <p:cNvSpPr/>
          <p:nvPr/>
        </p:nvSpPr>
        <p:spPr>
          <a:xfrm>
            <a:off x="5394225" y="46515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7"/>
          <p:cNvSpPr/>
          <p:nvPr/>
        </p:nvSpPr>
        <p:spPr>
          <a:xfrm>
            <a:off x="8216600" y="38950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9"/>
          <p:cNvSpPr txBox="1">
            <a:spLocks noGrp="1"/>
          </p:cNvSpPr>
          <p:nvPr>
            <p:ph type="title"/>
          </p:nvPr>
        </p:nvSpPr>
        <p:spPr>
          <a:xfrm>
            <a:off x="2264825" y="539400"/>
            <a:ext cx="4614300" cy="127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23" name="Google Shape;1023;p39"/>
          <p:cNvSpPr txBox="1">
            <a:spLocks noGrp="1"/>
          </p:cNvSpPr>
          <p:nvPr>
            <p:ph type="subTitle" idx="1"/>
          </p:nvPr>
        </p:nvSpPr>
        <p:spPr>
          <a:xfrm>
            <a:off x="2854650" y="2043750"/>
            <a:ext cx="3434700" cy="10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4" name="Google Shape;1024;p39"/>
          <p:cNvSpPr txBox="1"/>
          <p:nvPr/>
        </p:nvSpPr>
        <p:spPr>
          <a:xfrm>
            <a:off x="2589600" y="3563925"/>
            <a:ext cx="396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rPr>
              <a:t>CREDITS: This presentation template was created by </a:t>
            </a:r>
            <a:r>
              <a:rPr lang="en" sz="1000" b="1">
                <a:solidFill>
                  <a:schemeClr val="accent4"/>
                </a:solidFill>
                <a:uFill>
                  <a:noFill/>
                </a:uFill>
                <a:latin typeface="Hind Siliguri"/>
                <a:ea typeface="Hind Siliguri"/>
                <a:cs typeface="Hind Siliguri"/>
                <a:sym typeface="Hind Siligu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rPr>
              <a:t>, including icons by </a:t>
            </a:r>
            <a:r>
              <a:rPr lang="en" sz="1000" b="1">
                <a:solidFill>
                  <a:schemeClr val="accent4"/>
                </a:solidFill>
                <a:uFill>
                  <a:noFill/>
                </a:uFill>
                <a:latin typeface="Hind Siliguri"/>
                <a:ea typeface="Hind Siliguri"/>
                <a:cs typeface="Hind Siliguri"/>
                <a:sym typeface="Hind Siligu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rPr>
              <a:t> and infographics &amp; images by </a:t>
            </a:r>
            <a:r>
              <a:rPr lang="en" sz="1000" b="1">
                <a:solidFill>
                  <a:schemeClr val="accent4"/>
                </a:solidFill>
                <a:uFill>
                  <a:noFill/>
                </a:uFill>
                <a:latin typeface="Hind Siliguri"/>
                <a:ea typeface="Hind Siliguri"/>
                <a:cs typeface="Hind Siliguri"/>
                <a:sym typeface="Hind Siligu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accent4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1025" name="Google Shape;1025;p39"/>
          <p:cNvSpPr/>
          <p:nvPr/>
        </p:nvSpPr>
        <p:spPr>
          <a:xfrm>
            <a:off x="6448875" y="287873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6" name="Google Shape;1026;p39"/>
          <p:cNvGrpSpPr/>
          <p:nvPr/>
        </p:nvGrpSpPr>
        <p:grpSpPr>
          <a:xfrm>
            <a:off x="8021825" y="1811088"/>
            <a:ext cx="115125" cy="115125"/>
            <a:chOff x="6803525" y="538275"/>
            <a:chExt cx="115125" cy="115125"/>
          </a:xfrm>
        </p:grpSpPr>
        <p:sp>
          <p:nvSpPr>
            <p:cNvPr id="1027" name="Google Shape;1027;p39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9"/>
            <p:cNvSpPr/>
            <p:nvPr/>
          </p:nvSpPr>
          <p:spPr>
            <a:xfrm>
              <a:off x="6803525" y="538275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2" y="215"/>
                  </a:moveTo>
                  <a:cubicBezTo>
                    <a:pt x="3400" y="215"/>
                    <a:pt x="4310" y="1072"/>
                    <a:pt x="4390" y="2142"/>
                  </a:cubicBezTo>
                  <a:cubicBezTo>
                    <a:pt x="4390" y="2196"/>
                    <a:pt x="4390" y="2249"/>
                    <a:pt x="4390" y="2303"/>
                  </a:cubicBezTo>
                  <a:cubicBezTo>
                    <a:pt x="4390" y="2972"/>
                    <a:pt x="4069" y="3588"/>
                    <a:pt x="3560" y="3962"/>
                  </a:cubicBezTo>
                  <a:cubicBezTo>
                    <a:pt x="3212" y="4230"/>
                    <a:pt x="2784" y="4391"/>
                    <a:pt x="2302" y="4391"/>
                  </a:cubicBezTo>
                  <a:cubicBezTo>
                    <a:pt x="1151" y="4391"/>
                    <a:pt x="215" y="3454"/>
                    <a:pt x="215" y="2303"/>
                  </a:cubicBezTo>
                  <a:cubicBezTo>
                    <a:pt x="215" y="1152"/>
                    <a:pt x="1151" y="215"/>
                    <a:pt x="2302" y="215"/>
                  </a:cubicBezTo>
                  <a:close/>
                  <a:moveTo>
                    <a:pt x="2302" y="1"/>
                  </a:moveTo>
                  <a:cubicBezTo>
                    <a:pt x="1044" y="1"/>
                    <a:pt x="1" y="1045"/>
                    <a:pt x="1" y="2303"/>
                  </a:cubicBezTo>
                  <a:cubicBezTo>
                    <a:pt x="1" y="3561"/>
                    <a:pt x="1044" y="4605"/>
                    <a:pt x="2302" y="4605"/>
                  </a:cubicBezTo>
                  <a:cubicBezTo>
                    <a:pt x="2784" y="4605"/>
                    <a:pt x="3212" y="4444"/>
                    <a:pt x="3587" y="4203"/>
                  </a:cubicBezTo>
                  <a:cubicBezTo>
                    <a:pt x="4203" y="3775"/>
                    <a:pt x="4604" y="3079"/>
                    <a:pt x="4604" y="2303"/>
                  </a:cubicBezTo>
                  <a:cubicBezTo>
                    <a:pt x="4604" y="2196"/>
                    <a:pt x="4604" y="2115"/>
                    <a:pt x="4577" y="2035"/>
                  </a:cubicBezTo>
                  <a:cubicBezTo>
                    <a:pt x="4444" y="884"/>
                    <a:pt x="3480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9" name="Google Shape;1029;p39"/>
          <p:cNvGrpSpPr/>
          <p:nvPr/>
        </p:nvGrpSpPr>
        <p:grpSpPr>
          <a:xfrm>
            <a:off x="7554413" y="996238"/>
            <a:ext cx="97700" cy="97050"/>
            <a:chOff x="6162900" y="995000"/>
            <a:chExt cx="97700" cy="97050"/>
          </a:xfrm>
        </p:grpSpPr>
        <p:grpSp>
          <p:nvGrpSpPr>
            <p:cNvPr id="1030" name="Google Shape;1030;p3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31" name="Google Shape;1031;p3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3" name="Google Shape;1033;p3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34" name="Google Shape;1034;p3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36" name="Google Shape;1036;p39"/>
          <p:cNvSpPr/>
          <p:nvPr/>
        </p:nvSpPr>
        <p:spPr>
          <a:xfrm>
            <a:off x="7742075" y="396328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9"/>
          <p:cNvSpPr/>
          <p:nvPr/>
        </p:nvSpPr>
        <p:spPr>
          <a:xfrm>
            <a:off x="6743275" y="4353211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39"/>
          <p:cNvSpPr/>
          <p:nvPr/>
        </p:nvSpPr>
        <p:spPr>
          <a:xfrm>
            <a:off x="1175650" y="1205136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9" name="Google Shape;1039;p39"/>
          <p:cNvGrpSpPr/>
          <p:nvPr/>
        </p:nvGrpSpPr>
        <p:grpSpPr>
          <a:xfrm>
            <a:off x="663688" y="379163"/>
            <a:ext cx="97700" cy="97050"/>
            <a:chOff x="6162900" y="995000"/>
            <a:chExt cx="97700" cy="97050"/>
          </a:xfrm>
        </p:grpSpPr>
        <p:grpSp>
          <p:nvGrpSpPr>
            <p:cNvPr id="1040" name="Google Shape;1040;p3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41" name="Google Shape;1041;p3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3" name="Google Shape;1043;p3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44" name="Google Shape;1044;p3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6" name="Google Shape;1046;p39"/>
          <p:cNvGrpSpPr/>
          <p:nvPr/>
        </p:nvGrpSpPr>
        <p:grpSpPr>
          <a:xfrm>
            <a:off x="761388" y="4170188"/>
            <a:ext cx="97700" cy="97050"/>
            <a:chOff x="6162900" y="995000"/>
            <a:chExt cx="97700" cy="97050"/>
          </a:xfrm>
        </p:grpSpPr>
        <p:grpSp>
          <p:nvGrpSpPr>
            <p:cNvPr id="1047" name="Google Shape;1047;p3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48" name="Google Shape;1048;p3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0" name="Google Shape;1050;p39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051" name="Google Shape;1051;p39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9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solidFill>
                <a:schemeClr val="accent3"/>
              </a:solidFill>
              <a:ln w="1337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oogle Shape;1054;p40"/>
          <p:cNvGrpSpPr/>
          <p:nvPr/>
        </p:nvGrpSpPr>
        <p:grpSpPr>
          <a:xfrm>
            <a:off x="7241775" y="456763"/>
            <a:ext cx="97700" cy="97050"/>
            <a:chOff x="1911475" y="4659225"/>
            <a:chExt cx="97700" cy="97050"/>
          </a:xfrm>
        </p:grpSpPr>
        <p:sp>
          <p:nvSpPr>
            <p:cNvPr id="1055" name="Google Shape;1055;p40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7" name="Google Shape;1057;p40"/>
          <p:cNvSpPr/>
          <p:nvPr/>
        </p:nvSpPr>
        <p:spPr>
          <a:xfrm>
            <a:off x="8475825" y="145680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40"/>
          <p:cNvSpPr/>
          <p:nvPr/>
        </p:nvSpPr>
        <p:spPr>
          <a:xfrm>
            <a:off x="461300" y="4492073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40"/>
          <p:cNvSpPr/>
          <p:nvPr/>
        </p:nvSpPr>
        <p:spPr>
          <a:xfrm>
            <a:off x="8473150" y="447713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0" name="Google Shape;1060;p40"/>
          <p:cNvGrpSpPr/>
          <p:nvPr/>
        </p:nvGrpSpPr>
        <p:grpSpPr>
          <a:xfrm>
            <a:off x="7587150" y="4546988"/>
            <a:ext cx="97700" cy="97050"/>
            <a:chOff x="1911475" y="4659225"/>
            <a:chExt cx="97700" cy="97050"/>
          </a:xfrm>
        </p:grpSpPr>
        <p:sp>
          <p:nvSpPr>
            <p:cNvPr id="1061" name="Google Shape;1061;p40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3" name="Google Shape;1063;p40"/>
          <p:cNvSpPr/>
          <p:nvPr/>
        </p:nvSpPr>
        <p:spPr>
          <a:xfrm>
            <a:off x="8419175" y="4650375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40"/>
          <p:cNvSpPr/>
          <p:nvPr/>
        </p:nvSpPr>
        <p:spPr>
          <a:xfrm>
            <a:off x="5548475" y="4653075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5" name="Google Shape;1065;p40"/>
          <p:cNvGrpSpPr/>
          <p:nvPr/>
        </p:nvGrpSpPr>
        <p:grpSpPr>
          <a:xfrm rot="-1033787">
            <a:off x="7648134" y="1046758"/>
            <a:ext cx="332173" cy="462023"/>
            <a:chOff x="6756725" y="1619650"/>
            <a:chExt cx="260225" cy="361950"/>
          </a:xfrm>
        </p:grpSpPr>
        <p:sp>
          <p:nvSpPr>
            <p:cNvPr id="1066" name="Google Shape;1066;p40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8" name="Google Shape;1068;p40"/>
          <p:cNvGrpSpPr/>
          <p:nvPr/>
        </p:nvGrpSpPr>
        <p:grpSpPr>
          <a:xfrm rot="-1008889">
            <a:off x="2344336" y="4248812"/>
            <a:ext cx="1816930" cy="551415"/>
            <a:chOff x="6584687" y="1153913"/>
            <a:chExt cx="1342529" cy="407460"/>
          </a:xfrm>
        </p:grpSpPr>
        <p:grpSp>
          <p:nvGrpSpPr>
            <p:cNvPr id="1069" name="Google Shape;1069;p40"/>
            <p:cNvGrpSpPr/>
            <p:nvPr/>
          </p:nvGrpSpPr>
          <p:grpSpPr>
            <a:xfrm>
              <a:off x="6584687" y="1153913"/>
              <a:ext cx="1342529" cy="407460"/>
              <a:chOff x="6560374" y="923814"/>
              <a:chExt cx="1342529" cy="407460"/>
            </a:xfrm>
          </p:grpSpPr>
          <p:sp>
            <p:nvSpPr>
              <p:cNvPr id="1070" name="Google Shape;1070;p40"/>
              <p:cNvSpPr/>
              <p:nvPr/>
            </p:nvSpPr>
            <p:spPr>
              <a:xfrm>
                <a:off x="7782241" y="965570"/>
                <a:ext cx="120662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1044" fill="none" extrusionOk="0">
                    <a:moveTo>
                      <a:pt x="1" y="1044"/>
                    </a:moveTo>
                    <a:lnTo>
                      <a:pt x="3882" y="0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0"/>
              <p:cNvSpPr/>
              <p:nvPr/>
            </p:nvSpPr>
            <p:spPr>
              <a:xfrm>
                <a:off x="6560374" y="923814"/>
                <a:ext cx="1188779" cy="407460"/>
              </a:xfrm>
              <a:custGeom>
                <a:avLst/>
                <a:gdLst/>
                <a:ahLst/>
                <a:cxnLst/>
                <a:rect l="l" t="t" r="r" b="b"/>
                <a:pathLst>
                  <a:path w="38249" h="13109" extrusionOk="0">
                    <a:moveTo>
                      <a:pt x="34555" y="0"/>
                    </a:moveTo>
                    <a:lnTo>
                      <a:pt x="11885" y="5648"/>
                    </a:lnTo>
                    <a:lnTo>
                      <a:pt x="12340" y="7709"/>
                    </a:lnTo>
                    <a:lnTo>
                      <a:pt x="1152" y="10385"/>
                    </a:lnTo>
                    <a:lnTo>
                      <a:pt x="884" y="9261"/>
                    </a:lnTo>
                    <a:cubicBezTo>
                      <a:pt x="349" y="9395"/>
                      <a:pt x="1" y="9930"/>
                      <a:pt x="135" y="10465"/>
                    </a:cubicBezTo>
                    <a:lnTo>
                      <a:pt x="590" y="12339"/>
                    </a:lnTo>
                    <a:cubicBezTo>
                      <a:pt x="706" y="12805"/>
                      <a:pt x="1127" y="13109"/>
                      <a:pt x="1588" y="13109"/>
                    </a:cubicBezTo>
                    <a:cubicBezTo>
                      <a:pt x="1656" y="13109"/>
                      <a:pt x="1725" y="13102"/>
                      <a:pt x="1794" y="13088"/>
                    </a:cubicBezTo>
                    <a:lnTo>
                      <a:pt x="1526" y="11964"/>
                    </a:lnTo>
                    <a:lnTo>
                      <a:pt x="12688" y="9288"/>
                    </a:lnTo>
                    <a:lnTo>
                      <a:pt x="13196" y="11616"/>
                    </a:lnTo>
                    <a:lnTo>
                      <a:pt x="35706" y="6076"/>
                    </a:lnTo>
                    <a:lnTo>
                      <a:pt x="35572" y="5353"/>
                    </a:lnTo>
                    <a:lnTo>
                      <a:pt x="35599" y="5326"/>
                    </a:lnTo>
                    <a:lnTo>
                      <a:pt x="35894" y="5273"/>
                    </a:lnTo>
                    <a:lnTo>
                      <a:pt x="36215" y="5193"/>
                    </a:lnTo>
                    <a:lnTo>
                      <a:pt x="36937" y="5032"/>
                    </a:lnTo>
                    <a:lnTo>
                      <a:pt x="36750" y="4042"/>
                    </a:lnTo>
                    <a:lnTo>
                      <a:pt x="36777" y="4042"/>
                    </a:lnTo>
                    <a:lnTo>
                      <a:pt x="37339" y="3935"/>
                    </a:lnTo>
                    <a:lnTo>
                      <a:pt x="38249" y="3774"/>
                    </a:lnTo>
                    <a:lnTo>
                      <a:pt x="37847" y="1526"/>
                    </a:lnTo>
                    <a:lnTo>
                      <a:pt x="36456" y="1793"/>
                    </a:lnTo>
                    <a:lnTo>
                      <a:pt x="36375" y="1820"/>
                    </a:lnTo>
                    <a:lnTo>
                      <a:pt x="36322" y="1820"/>
                    </a:lnTo>
                    <a:lnTo>
                      <a:pt x="36161" y="883"/>
                    </a:lnTo>
                    <a:lnTo>
                      <a:pt x="34957" y="1017"/>
                    </a:lnTo>
                    <a:lnTo>
                      <a:pt x="34743" y="1017"/>
                    </a:lnTo>
                    <a:lnTo>
                      <a:pt x="3455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40"/>
            <p:cNvGrpSpPr/>
            <p:nvPr/>
          </p:nvGrpSpPr>
          <p:grpSpPr>
            <a:xfrm>
              <a:off x="6585791" y="1153977"/>
              <a:ext cx="1188492" cy="407362"/>
              <a:chOff x="2905300" y="1408800"/>
              <a:chExt cx="956225" cy="327725"/>
            </a:xfrm>
          </p:grpSpPr>
          <p:sp>
            <p:nvSpPr>
              <p:cNvPr id="1073" name="Google Shape;1073;p40"/>
              <p:cNvSpPr/>
              <p:nvPr/>
            </p:nvSpPr>
            <p:spPr>
              <a:xfrm>
                <a:off x="3202400" y="1408800"/>
                <a:ext cx="595575" cy="290425"/>
              </a:xfrm>
              <a:custGeom>
                <a:avLst/>
                <a:gdLst/>
                <a:ahLst/>
                <a:cxnLst/>
                <a:rect l="l" t="t" r="r" b="b"/>
                <a:pathLst>
                  <a:path w="23823" h="11617" extrusionOk="0">
                    <a:moveTo>
                      <a:pt x="22671" y="0"/>
                    </a:moveTo>
                    <a:lnTo>
                      <a:pt x="1" y="5648"/>
                    </a:lnTo>
                    <a:lnTo>
                      <a:pt x="1312" y="11616"/>
                    </a:lnTo>
                    <a:lnTo>
                      <a:pt x="23822" y="6076"/>
                    </a:lnTo>
                    <a:lnTo>
                      <a:pt x="22671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0"/>
              <p:cNvSpPr/>
              <p:nvPr/>
            </p:nvSpPr>
            <p:spPr>
              <a:xfrm>
                <a:off x="3807975" y="1446925"/>
                <a:ext cx="53550" cy="64950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2598" extrusionOk="0">
                    <a:moveTo>
                      <a:pt x="1740" y="1"/>
                    </a:moveTo>
                    <a:lnTo>
                      <a:pt x="349" y="268"/>
                    </a:lnTo>
                    <a:lnTo>
                      <a:pt x="268" y="295"/>
                    </a:lnTo>
                    <a:lnTo>
                      <a:pt x="1" y="349"/>
                    </a:lnTo>
                    <a:lnTo>
                      <a:pt x="295" y="2597"/>
                    </a:lnTo>
                    <a:lnTo>
                      <a:pt x="670" y="2517"/>
                    </a:lnTo>
                    <a:lnTo>
                      <a:pt x="1232" y="2410"/>
                    </a:lnTo>
                    <a:lnTo>
                      <a:pt x="2142" y="2249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0"/>
              <p:cNvSpPr/>
              <p:nvPr/>
            </p:nvSpPr>
            <p:spPr>
              <a:xfrm>
                <a:off x="3219800" y="1424175"/>
                <a:ext cx="559425" cy="258325"/>
              </a:xfrm>
              <a:custGeom>
                <a:avLst/>
                <a:gdLst/>
                <a:ahLst/>
                <a:cxnLst/>
                <a:rect l="l" t="t" r="r" b="b"/>
                <a:pathLst>
                  <a:path w="22377" h="10333" extrusionOk="0">
                    <a:moveTo>
                      <a:pt x="21360" y="1"/>
                    </a:moveTo>
                    <a:lnTo>
                      <a:pt x="19245" y="536"/>
                    </a:lnTo>
                    <a:lnTo>
                      <a:pt x="1" y="5488"/>
                    </a:lnTo>
                    <a:lnTo>
                      <a:pt x="1152" y="10332"/>
                    </a:lnTo>
                    <a:lnTo>
                      <a:pt x="22377" y="4926"/>
                    </a:lnTo>
                    <a:lnTo>
                      <a:pt x="21360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0"/>
              <p:cNvSpPr/>
              <p:nvPr/>
            </p:nvSpPr>
            <p:spPr>
              <a:xfrm>
                <a:off x="3662775" y="1441575"/>
                <a:ext cx="9400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009" fill="none" extrusionOk="0">
                    <a:moveTo>
                      <a:pt x="1" y="1"/>
                    </a:moveTo>
                    <a:lnTo>
                      <a:pt x="375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0"/>
              <p:cNvSpPr/>
              <p:nvPr/>
            </p:nvSpPr>
            <p:spPr>
              <a:xfrm>
                <a:off x="3604550" y="1454950"/>
                <a:ext cx="100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982" fill="none" extrusionOk="0">
                    <a:moveTo>
                      <a:pt x="1" y="1"/>
                    </a:moveTo>
                    <a:lnTo>
                      <a:pt x="402" y="1982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0"/>
              <p:cNvSpPr/>
              <p:nvPr/>
            </p:nvSpPr>
            <p:spPr>
              <a:xfrm>
                <a:off x="3553700" y="1471025"/>
                <a:ext cx="9400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1981" fill="none" extrusionOk="0">
                    <a:moveTo>
                      <a:pt x="1" y="0"/>
                    </a:moveTo>
                    <a:lnTo>
                      <a:pt x="375" y="1981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0"/>
              <p:cNvSpPr/>
              <p:nvPr/>
            </p:nvSpPr>
            <p:spPr>
              <a:xfrm>
                <a:off x="3500850" y="1480400"/>
                <a:ext cx="9375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981" fill="none" extrusionOk="0">
                    <a:moveTo>
                      <a:pt x="0" y="0"/>
                    </a:moveTo>
                    <a:lnTo>
                      <a:pt x="375" y="1981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0"/>
              <p:cNvSpPr/>
              <p:nvPr/>
            </p:nvSpPr>
            <p:spPr>
              <a:xfrm>
                <a:off x="3442625" y="1499125"/>
                <a:ext cx="10075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008" fill="none" extrusionOk="0">
                    <a:moveTo>
                      <a:pt x="1" y="0"/>
                    </a:moveTo>
                    <a:lnTo>
                      <a:pt x="402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0"/>
              <p:cNvSpPr/>
              <p:nvPr/>
            </p:nvSpPr>
            <p:spPr>
              <a:xfrm>
                <a:off x="3382400" y="1512500"/>
                <a:ext cx="9400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009" fill="none" extrusionOk="0">
                    <a:moveTo>
                      <a:pt x="1" y="1"/>
                    </a:moveTo>
                    <a:lnTo>
                      <a:pt x="375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0"/>
              <p:cNvSpPr/>
              <p:nvPr/>
            </p:nvSpPr>
            <p:spPr>
              <a:xfrm>
                <a:off x="3700925" y="1424175"/>
                <a:ext cx="7830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4926" extrusionOk="0">
                    <a:moveTo>
                      <a:pt x="2115" y="1"/>
                    </a:moveTo>
                    <a:lnTo>
                      <a:pt x="0" y="536"/>
                    </a:lnTo>
                    <a:lnTo>
                      <a:pt x="3132" y="4926"/>
                    </a:lnTo>
                    <a:lnTo>
                      <a:pt x="2115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0"/>
              <p:cNvSpPr/>
              <p:nvPr/>
            </p:nvSpPr>
            <p:spPr>
              <a:xfrm>
                <a:off x="3814675" y="1453625"/>
                <a:ext cx="18100" cy="5622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2249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402" y="2249"/>
                    </a:lnTo>
                    <a:lnTo>
                      <a:pt x="723" y="2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0"/>
              <p:cNvSpPr/>
              <p:nvPr/>
            </p:nvSpPr>
            <p:spPr>
              <a:xfrm>
                <a:off x="3772525" y="1430875"/>
                <a:ext cx="5622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4524" extrusionOk="0">
                    <a:moveTo>
                      <a:pt x="1472" y="0"/>
                    </a:moveTo>
                    <a:lnTo>
                      <a:pt x="268" y="134"/>
                    </a:lnTo>
                    <a:lnTo>
                      <a:pt x="187" y="134"/>
                    </a:lnTo>
                    <a:lnTo>
                      <a:pt x="0" y="161"/>
                    </a:lnTo>
                    <a:lnTo>
                      <a:pt x="643" y="4524"/>
                    </a:lnTo>
                    <a:lnTo>
                      <a:pt x="910" y="4443"/>
                    </a:lnTo>
                    <a:lnTo>
                      <a:pt x="1526" y="4310"/>
                    </a:lnTo>
                    <a:lnTo>
                      <a:pt x="2248" y="4149"/>
                    </a:lnTo>
                    <a:lnTo>
                      <a:pt x="147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40"/>
              <p:cNvSpPr/>
              <p:nvPr/>
            </p:nvSpPr>
            <p:spPr>
              <a:xfrm>
                <a:off x="3777200" y="1434225"/>
                <a:ext cx="25450" cy="10775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4310" extrusionOk="0">
                    <a:moveTo>
                      <a:pt x="0" y="0"/>
                    </a:moveTo>
                    <a:lnTo>
                      <a:pt x="723" y="4309"/>
                    </a:lnTo>
                    <a:lnTo>
                      <a:pt x="1018" y="4256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40"/>
              <p:cNvSpPr/>
              <p:nvPr/>
            </p:nvSpPr>
            <p:spPr>
              <a:xfrm>
                <a:off x="2926050" y="1600825"/>
                <a:ext cx="302475" cy="109100"/>
              </a:xfrm>
              <a:custGeom>
                <a:avLst/>
                <a:gdLst/>
                <a:ahLst/>
                <a:cxnLst/>
                <a:rect l="l" t="t" r="r" b="b"/>
                <a:pathLst>
                  <a:path w="12099" h="4364" extrusionOk="0">
                    <a:moveTo>
                      <a:pt x="11724" y="1"/>
                    </a:moveTo>
                    <a:lnTo>
                      <a:pt x="1" y="2811"/>
                    </a:lnTo>
                    <a:lnTo>
                      <a:pt x="375" y="4364"/>
                    </a:lnTo>
                    <a:lnTo>
                      <a:pt x="12099" y="1553"/>
                    </a:lnTo>
                    <a:lnTo>
                      <a:pt x="11724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40"/>
              <p:cNvSpPr/>
              <p:nvPr/>
            </p:nvSpPr>
            <p:spPr>
              <a:xfrm>
                <a:off x="2905300" y="1640325"/>
                <a:ext cx="44875" cy="9620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848" extrusionOk="0">
                    <a:moveTo>
                      <a:pt x="884" y="0"/>
                    </a:moveTo>
                    <a:cubicBezTo>
                      <a:pt x="349" y="134"/>
                      <a:pt x="1" y="669"/>
                      <a:pt x="135" y="1204"/>
                    </a:cubicBezTo>
                    <a:lnTo>
                      <a:pt x="590" y="3078"/>
                    </a:lnTo>
                    <a:cubicBezTo>
                      <a:pt x="706" y="3544"/>
                      <a:pt x="1127" y="3848"/>
                      <a:pt x="1588" y="3848"/>
                    </a:cubicBezTo>
                    <a:cubicBezTo>
                      <a:pt x="1656" y="3848"/>
                      <a:pt x="1725" y="3841"/>
                      <a:pt x="1794" y="3827"/>
                    </a:cubicBezTo>
                    <a:lnTo>
                      <a:pt x="884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1"/>
          <p:cNvSpPr/>
          <p:nvPr/>
        </p:nvSpPr>
        <p:spPr>
          <a:xfrm>
            <a:off x="6714250" y="335413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41"/>
          <p:cNvSpPr/>
          <p:nvPr/>
        </p:nvSpPr>
        <p:spPr>
          <a:xfrm>
            <a:off x="7855875" y="51630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41"/>
          <p:cNvSpPr/>
          <p:nvPr/>
        </p:nvSpPr>
        <p:spPr>
          <a:xfrm>
            <a:off x="8580775" y="2468298"/>
            <a:ext cx="205650" cy="206903"/>
          </a:xfrm>
          <a:custGeom>
            <a:avLst/>
            <a:gdLst/>
            <a:ahLst/>
            <a:cxnLst/>
            <a:rect l="l" t="t" r="r" b="b"/>
            <a:pathLst>
              <a:path w="4390" h="4417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426"/>
                  <a:pt x="991" y="4417"/>
                  <a:pt x="2195" y="4417"/>
                </a:cubicBezTo>
                <a:cubicBezTo>
                  <a:pt x="3426" y="4417"/>
                  <a:pt x="4390" y="3426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2" name="Google Shape;1092;p41"/>
          <p:cNvGrpSpPr/>
          <p:nvPr/>
        </p:nvGrpSpPr>
        <p:grpSpPr>
          <a:xfrm>
            <a:off x="4916125" y="4489375"/>
            <a:ext cx="97700" cy="97050"/>
            <a:chOff x="1911475" y="4659225"/>
            <a:chExt cx="97700" cy="97050"/>
          </a:xfrm>
        </p:grpSpPr>
        <p:sp>
          <p:nvSpPr>
            <p:cNvPr id="1093" name="Google Shape;1093;p41"/>
            <p:cNvSpPr/>
            <p:nvPr/>
          </p:nvSpPr>
          <p:spPr>
            <a:xfrm>
              <a:off x="1949600" y="4659225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1"/>
            <p:cNvSpPr/>
            <p:nvPr/>
          </p:nvSpPr>
          <p:spPr>
            <a:xfrm>
              <a:off x="1911475" y="4696700"/>
              <a:ext cx="97700" cy="22100"/>
            </a:xfrm>
            <a:custGeom>
              <a:avLst/>
              <a:gdLst/>
              <a:ahLst/>
              <a:cxnLst/>
              <a:rect l="l" t="t" r="r" b="b"/>
              <a:pathLst>
                <a:path w="3908" h="884" fill="none" extrusionOk="0">
                  <a:moveTo>
                    <a:pt x="0" y="884"/>
                  </a:moveTo>
                  <a:lnTo>
                    <a:pt x="3908" y="1"/>
                  </a:lnTo>
                </a:path>
              </a:pathLst>
            </a:custGeom>
            <a:noFill/>
            <a:ln w="762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5" name="Google Shape;1095;p41"/>
          <p:cNvSpPr/>
          <p:nvPr/>
        </p:nvSpPr>
        <p:spPr>
          <a:xfrm>
            <a:off x="2295125" y="4642313"/>
            <a:ext cx="115125" cy="115125"/>
          </a:xfrm>
          <a:custGeom>
            <a:avLst/>
            <a:gdLst/>
            <a:ahLst/>
            <a:cxnLst/>
            <a:rect l="l" t="t" r="r" b="b"/>
            <a:pathLst>
              <a:path w="4605" h="4605" extrusionOk="0">
                <a:moveTo>
                  <a:pt x="2302" y="215"/>
                </a:moveTo>
                <a:cubicBezTo>
                  <a:pt x="3400" y="215"/>
                  <a:pt x="4310" y="1072"/>
                  <a:pt x="4390" y="2142"/>
                </a:cubicBezTo>
                <a:cubicBezTo>
                  <a:pt x="4390" y="2196"/>
                  <a:pt x="4390" y="2249"/>
                  <a:pt x="4390" y="2303"/>
                </a:cubicBezTo>
                <a:cubicBezTo>
                  <a:pt x="4390" y="2972"/>
                  <a:pt x="4069" y="3588"/>
                  <a:pt x="3560" y="3962"/>
                </a:cubicBezTo>
                <a:cubicBezTo>
                  <a:pt x="3212" y="4230"/>
                  <a:pt x="2784" y="4391"/>
                  <a:pt x="2302" y="4391"/>
                </a:cubicBezTo>
                <a:cubicBezTo>
                  <a:pt x="1151" y="4391"/>
                  <a:pt x="215" y="3454"/>
                  <a:pt x="215" y="2303"/>
                </a:cubicBezTo>
                <a:cubicBezTo>
                  <a:pt x="215" y="1152"/>
                  <a:pt x="1151" y="215"/>
                  <a:pt x="2302" y="215"/>
                </a:cubicBezTo>
                <a:close/>
                <a:moveTo>
                  <a:pt x="2302" y="1"/>
                </a:moveTo>
                <a:cubicBezTo>
                  <a:pt x="1044" y="1"/>
                  <a:pt x="1" y="1045"/>
                  <a:pt x="1" y="2303"/>
                </a:cubicBezTo>
                <a:cubicBezTo>
                  <a:pt x="1" y="3561"/>
                  <a:pt x="1044" y="4605"/>
                  <a:pt x="2302" y="4605"/>
                </a:cubicBezTo>
                <a:cubicBezTo>
                  <a:pt x="2784" y="4605"/>
                  <a:pt x="3212" y="4444"/>
                  <a:pt x="3587" y="4203"/>
                </a:cubicBezTo>
                <a:cubicBezTo>
                  <a:pt x="4203" y="3775"/>
                  <a:pt x="4604" y="3079"/>
                  <a:pt x="4604" y="2303"/>
                </a:cubicBezTo>
                <a:cubicBezTo>
                  <a:pt x="4604" y="2196"/>
                  <a:pt x="4604" y="2115"/>
                  <a:pt x="4577" y="2035"/>
                </a:cubicBezTo>
                <a:cubicBezTo>
                  <a:pt x="4444" y="884"/>
                  <a:pt x="3480" y="1"/>
                  <a:pt x="2302" y="1"/>
                </a:cubicBezTo>
                <a:close/>
              </a:path>
            </a:pathLst>
          </a:custGeom>
          <a:solidFill>
            <a:schemeClr val="accent3"/>
          </a:solidFill>
          <a:ln w="762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41"/>
          <p:cNvSpPr/>
          <p:nvPr/>
        </p:nvSpPr>
        <p:spPr>
          <a:xfrm>
            <a:off x="3239100" y="4757450"/>
            <a:ext cx="109775" cy="109750"/>
          </a:xfrm>
          <a:custGeom>
            <a:avLst/>
            <a:gdLst/>
            <a:ahLst/>
            <a:cxnLst/>
            <a:rect l="l" t="t" r="r" b="b"/>
            <a:pathLst>
              <a:path w="4391" h="4390" extrusionOk="0">
                <a:moveTo>
                  <a:pt x="2195" y="0"/>
                </a:moveTo>
                <a:cubicBezTo>
                  <a:pt x="991" y="0"/>
                  <a:pt x="0" y="991"/>
                  <a:pt x="0" y="2195"/>
                </a:cubicBezTo>
                <a:cubicBezTo>
                  <a:pt x="0" y="3399"/>
                  <a:pt x="991" y="4390"/>
                  <a:pt x="2195" y="4390"/>
                </a:cubicBezTo>
                <a:cubicBezTo>
                  <a:pt x="3426" y="4390"/>
                  <a:pt x="4390" y="3399"/>
                  <a:pt x="4390" y="2195"/>
                </a:cubicBezTo>
                <a:cubicBezTo>
                  <a:pt x="4390" y="991"/>
                  <a:pt x="3426" y="0"/>
                  <a:pt x="2195" y="0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7" name="Google Shape;1097;p41"/>
          <p:cNvGrpSpPr/>
          <p:nvPr/>
        </p:nvGrpSpPr>
        <p:grpSpPr>
          <a:xfrm>
            <a:off x="8580775" y="1064363"/>
            <a:ext cx="97700" cy="97050"/>
            <a:chOff x="6162900" y="995000"/>
            <a:chExt cx="97700" cy="97050"/>
          </a:xfrm>
        </p:grpSpPr>
        <p:sp>
          <p:nvSpPr>
            <p:cNvPr id="1098" name="Google Shape;1098;p41"/>
            <p:cNvSpPr/>
            <p:nvPr/>
          </p:nvSpPr>
          <p:spPr>
            <a:xfrm>
              <a:off x="6201025" y="995000"/>
              <a:ext cx="21450" cy="97050"/>
            </a:xfrm>
            <a:custGeom>
              <a:avLst/>
              <a:gdLst/>
              <a:ahLst/>
              <a:cxnLst/>
              <a:rect l="l" t="t" r="r" b="b"/>
              <a:pathLst>
                <a:path w="858" h="3882" fill="none" extrusionOk="0">
                  <a:moveTo>
                    <a:pt x="1" y="1"/>
                  </a:moveTo>
                  <a:lnTo>
                    <a:pt x="857" y="38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9" name="Google Shape;1099;p41"/>
            <p:cNvGrpSpPr/>
            <p:nvPr/>
          </p:nvGrpSpPr>
          <p:grpSpPr>
            <a:xfrm>
              <a:off x="6162900" y="995000"/>
              <a:ext cx="97700" cy="97050"/>
              <a:chOff x="1911475" y="4659225"/>
              <a:chExt cx="97700" cy="97050"/>
            </a:xfrm>
          </p:grpSpPr>
          <p:sp>
            <p:nvSpPr>
              <p:cNvPr id="1100" name="Google Shape;1100;p41"/>
              <p:cNvSpPr/>
              <p:nvPr/>
            </p:nvSpPr>
            <p:spPr>
              <a:xfrm>
                <a:off x="1949600" y="4659225"/>
                <a:ext cx="21450" cy="97050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882" fill="none" extrusionOk="0">
                    <a:moveTo>
                      <a:pt x="1" y="1"/>
                    </a:moveTo>
                    <a:lnTo>
                      <a:pt x="857" y="3882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1"/>
              <p:cNvSpPr/>
              <p:nvPr/>
            </p:nvSpPr>
            <p:spPr>
              <a:xfrm>
                <a:off x="1911475" y="4696700"/>
                <a:ext cx="97700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3908" h="884" fill="none" extrusionOk="0">
                    <a:moveTo>
                      <a:pt x="0" y="884"/>
                    </a:moveTo>
                    <a:lnTo>
                      <a:pt x="3908" y="1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2" name="Google Shape;1102;p41"/>
          <p:cNvGrpSpPr/>
          <p:nvPr/>
        </p:nvGrpSpPr>
        <p:grpSpPr>
          <a:xfrm rot="-1668779">
            <a:off x="5722454" y="258488"/>
            <a:ext cx="659084" cy="795098"/>
            <a:chOff x="7334654" y="512431"/>
            <a:chExt cx="659066" cy="795076"/>
          </a:xfrm>
        </p:grpSpPr>
        <p:sp>
          <p:nvSpPr>
            <p:cNvPr id="1103" name="Google Shape;1103;p41"/>
            <p:cNvSpPr/>
            <p:nvPr/>
          </p:nvSpPr>
          <p:spPr>
            <a:xfrm rot="-121387">
              <a:off x="7348155" y="529093"/>
              <a:ext cx="632102" cy="761492"/>
            </a:xfrm>
            <a:custGeom>
              <a:avLst/>
              <a:gdLst/>
              <a:ahLst/>
              <a:cxnLst/>
              <a:rect l="l" t="t" r="r" b="b"/>
              <a:pathLst>
                <a:path w="25286" h="30462" extrusionOk="0">
                  <a:moveTo>
                    <a:pt x="8640" y="1"/>
                  </a:moveTo>
                  <a:lnTo>
                    <a:pt x="0" y="5938"/>
                  </a:lnTo>
                  <a:lnTo>
                    <a:pt x="2536" y="9608"/>
                  </a:lnTo>
                  <a:lnTo>
                    <a:pt x="3036" y="9274"/>
                  </a:lnTo>
                  <a:lnTo>
                    <a:pt x="16312" y="28488"/>
                  </a:lnTo>
                  <a:cubicBezTo>
                    <a:pt x="17180" y="29769"/>
                    <a:pt x="18612" y="30462"/>
                    <a:pt x="20075" y="30462"/>
                  </a:cubicBezTo>
                  <a:cubicBezTo>
                    <a:pt x="20974" y="30462"/>
                    <a:pt x="21884" y="30201"/>
                    <a:pt x="22683" y="29655"/>
                  </a:cubicBezTo>
                  <a:cubicBezTo>
                    <a:pt x="24751" y="28221"/>
                    <a:pt x="25285" y="25352"/>
                    <a:pt x="23851" y="23284"/>
                  </a:cubicBezTo>
                  <a:lnTo>
                    <a:pt x="10575" y="4070"/>
                  </a:lnTo>
                  <a:lnTo>
                    <a:pt x="11175" y="3670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4" name="Google Shape;1104;p41"/>
            <p:cNvGrpSpPr/>
            <p:nvPr/>
          </p:nvGrpSpPr>
          <p:grpSpPr>
            <a:xfrm rot="-121375">
              <a:off x="7348104" y="523348"/>
              <a:ext cx="632165" cy="773243"/>
              <a:chOff x="2104175" y="1433125"/>
              <a:chExt cx="632150" cy="773225"/>
            </a:xfrm>
          </p:grpSpPr>
          <p:sp>
            <p:nvSpPr>
              <p:cNvPr id="1105" name="Google Shape;1105;p41"/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1"/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1"/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1"/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1"/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1"/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1"/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1"/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1"/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1"/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1"/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1"/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1"/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1"/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230650"/>
            <a:ext cx="7717800" cy="3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●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○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■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●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○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■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●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○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Char char="■"/>
              <a:defRPr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9" r:id="rId6"/>
    <p:sldLayoutId id="2147483662" r:id="rId7"/>
    <p:sldLayoutId id="2147483665" r:id="rId8"/>
    <p:sldLayoutId id="2147483666" r:id="rId9"/>
    <p:sldLayoutId id="2147483669" r:id="rId10"/>
    <p:sldLayoutId id="2147483673" r:id="rId11"/>
    <p:sldLayoutId id="2147483676" r:id="rId12"/>
    <p:sldLayoutId id="2147483677" r:id="rId13"/>
    <p:sldLayoutId id="2147483679" r:id="rId14"/>
    <p:sldLayoutId id="2147483683" r:id="rId15"/>
    <p:sldLayoutId id="2147483685" r:id="rId16"/>
    <p:sldLayoutId id="2147483686" r:id="rId17"/>
    <p:sldLayoutId id="2147483687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11" Type="http://schemas.openxmlformats.org/officeDocument/2006/relationships/image" Target="../media/image37.png"/><Relationship Id="rId5" Type="http://schemas.openxmlformats.org/officeDocument/2006/relationships/image" Target="../media/image29.png"/><Relationship Id="rId10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7.png"/><Relationship Id="rId5" Type="http://schemas.openxmlformats.org/officeDocument/2006/relationships/image" Target="../media/image30.png"/><Relationship Id="rId10" Type="http://schemas.openxmlformats.org/officeDocument/2006/relationships/image" Target="../media/image39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B17CA8-54E0-D453-DADA-9614415D2D20}"/>
              </a:ext>
            </a:extLst>
          </p:cNvPr>
          <p:cNvSpPr/>
          <p:nvPr/>
        </p:nvSpPr>
        <p:spPr>
          <a:xfrm rot="1008022">
            <a:off x="8949462" y="-293858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Google Shape;1131;p46"/>
          <p:cNvSpPr txBox="1">
            <a:spLocks noGrp="1"/>
          </p:cNvSpPr>
          <p:nvPr>
            <p:ph type="subTitle" idx="1"/>
          </p:nvPr>
        </p:nvSpPr>
        <p:spPr>
          <a:xfrm>
            <a:off x="7694190" y="3902163"/>
            <a:ext cx="948665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4</a:t>
            </a:r>
            <a:endParaRPr dirty="0"/>
          </a:p>
        </p:txBody>
      </p:sp>
      <p:grpSp>
        <p:nvGrpSpPr>
          <p:cNvPr id="1147" name="Google Shape;1147;p46"/>
          <p:cNvGrpSpPr/>
          <p:nvPr/>
        </p:nvGrpSpPr>
        <p:grpSpPr>
          <a:xfrm rot="-1033787">
            <a:off x="1206184" y="3509883"/>
            <a:ext cx="332173" cy="462023"/>
            <a:chOff x="6756725" y="1619650"/>
            <a:chExt cx="260225" cy="361950"/>
          </a:xfrm>
        </p:grpSpPr>
        <p:sp>
          <p:nvSpPr>
            <p:cNvPr id="1148" name="Google Shape;1148;p46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6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0" name="Google Shape;1150;p46"/>
          <p:cNvGrpSpPr/>
          <p:nvPr/>
        </p:nvGrpSpPr>
        <p:grpSpPr>
          <a:xfrm rot="-3599900">
            <a:off x="-52385" y="2227746"/>
            <a:ext cx="1816887" cy="551409"/>
            <a:chOff x="6584687" y="1153913"/>
            <a:chExt cx="1342529" cy="407460"/>
          </a:xfrm>
        </p:grpSpPr>
        <p:grpSp>
          <p:nvGrpSpPr>
            <p:cNvPr id="1151" name="Google Shape;1151;p46"/>
            <p:cNvGrpSpPr/>
            <p:nvPr/>
          </p:nvGrpSpPr>
          <p:grpSpPr>
            <a:xfrm>
              <a:off x="6584687" y="1153913"/>
              <a:ext cx="1342529" cy="407460"/>
              <a:chOff x="6560374" y="923814"/>
              <a:chExt cx="1342529" cy="407460"/>
            </a:xfrm>
          </p:grpSpPr>
          <p:sp>
            <p:nvSpPr>
              <p:cNvPr id="1152" name="Google Shape;1152;p46"/>
              <p:cNvSpPr/>
              <p:nvPr/>
            </p:nvSpPr>
            <p:spPr>
              <a:xfrm>
                <a:off x="7782241" y="965570"/>
                <a:ext cx="120662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1044" fill="none" extrusionOk="0">
                    <a:moveTo>
                      <a:pt x="1" y="1044"/>
                    </a:moveTo>
                    <a:lnTo>
                      <a:pt x="3882" y="0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6"/>
              <p:cNvSpPr/>
              <p:nvPr/>
            </p:nvSpPr>
            <p:spPr>
              <a:xfrm>
                <a:off x="6560374" y="923814"/>
                <a:ext cx="1188779" cy="407460"/>
              </a:xfrm>
              <a:custGeom>
                <a:avLst/>
                <a:gdLst/>
                <a:ahLst/>
                <a:cxnLst/>
                <a:rect l="l" t="t" r="r" b="b"/>
                <a:pathLst>
                  <a:path w="38249" h="13109" extrusionOk="0">
                    <a:moveTo>
                      <a:pt x="34555" y="0"/>
                    </a:moveTo>
                    <a:lnTo>
                      <a:pt x="11885" y="5648"/>
                    </a:lnTo>
                    <a:lnTo>
                      <a:pt x="12340" y="7709"/>
                    </a:lnTo>
                    <a:lnTo>
                      <a:pt x="1152" y="10385"/>
                    </a:lnTo>
                    <a:lnTo>
                      <a:pt x="884" y="9261"/>
                    </a:lnTo>
                    <a:cubicBezTo>
                      <a:pt x="349" y="9395"/>
                      <a:pt x="1" y="9930"/>
                      <a:pt x="135" y="10465"/>
                    </a:cubicBezTo>
                    <a:lnTo>
                      <a:pt x="590" y="12339"/>
                    </a:lnTo>
                    <a:cubicBezTo>
                      <a:pt x="706" y="12805"/>
                      <a:pt x="1127" y="13109"/>
                      <a:pt x="1588" y="13109"/>
                    </a:cubicBezTo>
                    <a:cubicBezTo>
                      <a:pt x="1656" y="13109"/>
                      <a:pt x="1725" y="13102"/>
                      <a:pt x="1794" y="13088"/>
                    </a:cubicBezTo>
                    <a:lnTo>
                      <a:pt x="1526" y="11964"/>
                    </a:lnTo>
                    <a:lnTo>
                      <a:pt x="12688" y="9288"/>
                    </a:lnTo>
                    <a:lnTo>
                      <a:pt x="13196" y="11616"/>
                    </a:lnTo>
                    <a:lnTo>
                      <a:pt x="35706" y="6076"/>
                    </a:lnTo>
                    <a:lnTo>
                      <a:pt x="35572" y="5353"/>
                    </a:lnTo>
                    <a:lnTo>
                      <a:pt x="35599" y="5326"/>
                    </a:lnTo>
                    <a:lnTo>
                      <a:pt x="35894" y="5273"/>
                    </a:lnTo>
                    <a:lnTo>
                      <a:pt x="36215" y="5193"/>
                    </a:lnTo>
                    <a:lnTo>
                      <a:pt x="36937" y="5032"/>
                    </a:lnTo>
                    <a:lnTo>
                      <a:pt x="36750" y="4042"/>
                    </a:lnTo>
                    <a:lnTo>
                      <a:pt x="36777" y="4042"/>
                    </a:lnTo>
                    <a:lnTo>
                      <a:pt x="37339" y="3935"/>
                    </a:lnTo>
                    <a:lnTo>
                      <a:pt x="38249" y="3774"/>
                    </a:lnTo>
                    <a:lnTo>
                      <a:pt x="37847" y="1526"/>
                    </a:lnTo>
                    <a:lnTo>
                      <a:pt x="36456" y="1793"/>
                    </a:lnTo>
                    <a:lnTo>
                      <a:pt x="36375" y="1820"/>
                    </a:lnTo>
                    <a:lnTo>
                      <a:pt x="36322" y="1820"/>
                    </a:lnTo>
                    <a:lnTo>
                      <a:pt x="36161" y="883"/>
                    </a:lnTo>
                    <a:lnTo>
                      <a:pt x="34957" y="1017"/>
                    </a:lnTo>
                    <a:lnTo>
                      <a:pt x="34743" y="1017"/>
                    </a:lnTo>
                    <a:lnTo>
                      <a:pt x="3455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4" name="Google Shape;1154;p46"/>
            <p:cNvGrpSpPr/>
            <p:nvPr/>
          </p:nvGrpSpPr>
          <p:grpSpPr>
            <a:xfrm>
              <a:off x="6585791" y="1153977"/>
              <a:ext cx="1188492" cy="407362"/>
              <a:chOff x="2905300" y="1408800"/>
              <a:chExt cx="956225" cy="327725"/>
            </a:xfrm>
          </p:grpSpPr>
          <p:sp>
            <p:nvSpPr>
              <p:cNvPr id="1155" name="Google Shape;1155;p46"/>
              <p:cNvSpPr/>
              <p:nvPr/>
            </p:nvSpPr>
            <p:spPr>
              <a:xfrm>
                <a:off x="3202400" y="1408800"/>
                <a:ext cx="595575" cy="290425"/>
              </a:xfrm>
              <a:custGeom>
                <a:avLst/>
                <a:gdLst/>
                <a:ahLst/>
                <a:cxnLst/>
                <a:rect l="l" t="t" r="r" b="b"/>
                <a:pathLst>
                  <a:path w="23823" h="11617" extrusionOk="0">
                    <a:moveTo>
                      <a:pt x="22671" y="0"/>
                    </a:moveTo>
                    <a:lnTo>
                      <a:pt x="1" y="5648"/>
                    </a:lnTo>
                    <a:lnTo>
                      <a:pt x="1312" y="11616"/>
                    </a:lnTo>
                    <a:lnTo>
                      <a:pt x="23822" y="6076"/>
                    </a:lnTo>
                    <a:lnTo>
                      <a:pt x="22671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6"/>
              <p:cNvSpPr/>
              <p:nvPr/>
            </p:nvSpPr>
            <p:spPr>
              <a:xfrm>
                <a:off x="3807975" y="1446925"/>
                <a:ext cx="53550" cy="64950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2598" extrusionOk="0">
                    <a:moveTo>
                      <a:pt x="1740" y="1"/>
                    </a:moveTo>
                    <a:lnTo>
                      <a:pt x="349" y="268"/>
                    </a:lnTo>
                    <a:lnTo>
                      <a:pt x="268" y="295"/>
                    </a:lnTo>
                    <a:lnTo>
                      <a:pt x="1" y="349"/>
                    </a:lnTo>
                    <a:lnTo>
                      <a:pt x="295" y="2597"/>
                    </a:lnTo>
                    <a:lnTo>
                      <a:pt x="670" y="2517"/>
                    </a:lnTo>
                    <a:lnTo>
                      <a:pt x="1232" y="2410"/>
                    </a:lnTo>
                    <a:lnTo>
                      <a:pt x="2142" y="2249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6"/>
              <p:cNvSpPr/>
              <p:nvPr/>
            </p:nvSpPr>
            <p:spPr>
              <a:xfrm>
                <a:off x="3219800" y="1424175"/>
                <a:ext cx="559425" cy="258325"/>
              </a:xfrm>
              <a:custGeom>
                <a:avLst/>
                <a:gdLst/>
                <a:ahLst/>
                <a:cxnLst/>
                <a:rect l="l" t="t" r="r" b="b"/>
                <a:pathLst>
                  <a:path w="22377" h="10333" extrusionOk="0">
                    <a:moveTo>
                      <a:pt x="21360" y="1"/>
                    </a:moveTo>
                    <a:lnTo>
                      <a:pt x="19245" y="536"/>
                    </a:lnTo>
                    <a:lnTo>
                      <a:pt x="1" y="5488"/>
                    </a:lnTo>
                    <a:lnTo>
                      <a:pt x="1152" y="10332"/>
                    </a:lnTo>
                    <a:lnTo>
                      <a:pt x="22377" y="4926"/>
                    </a:lnTo>
                    <a:lnTo>
                      <a:pt x="21360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6"/>
              <p:cNvSpPr/>
              <p:nvPr/>
            </p:nvSpPr>
            <p:spPr>
              <a:xfrm>
                <a:off x="3662775" y="1441575"/>
                <a:ext cx="9400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009" fill="none" extrusionOk="0">
                    <a:moveTo>
                      <a:pt x="1" y="1"/>
                    </a:moveTo>
                    <a:lnTo>
                      <a:pt x="375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6"/>
              <p:cNvSpPr/>
              <p:nvPr/>
            </p:nvSpPr>
            <p:spPr>
              <a:xfrm>
                <a:off x="3604550" y="1454950"/>
                <a:ext cx="100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982" fill="none" extrusionOk="0">
                    <a:moveTo>
                      <a:pt x="1" y="1"/>
                    </a:moveTo>
                    <a:lnTo>
                      <a:pt x="402" y="1982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6"/>
              <p:cNvSpPr/>
              <p:nvPr/>
            </p:nvSpPr>
            <p:spPr>
              <a:xfrm>
                <a:off x="3553700" y="1471025"/>
                <a:ext cx="9400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1981" fill="none" extrusionOk="0">
                    <a:moveTo>
                      <a:pt x="1" y="0"/>
                    </a:moveTo>
                    <a:lnTo>
                      <a:pt x="375" y="1981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6"/>
              <p:cNvSpPr/>
              <p:nvPr/>
            </p:nvSpPr>
            <p:spPr>
              <a:xfrm>
                <a:off x="3500850" y="1480400"/>
                <a:ext cx="9375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981" fill="none" extrusionOk="0">
                    <a:moveTo>
                      <a:pt x="0" y="0"/>
                    </a:moveTo>
                    <a:lnTo>
                      <a:pt x="375" y="1981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6"/>
              <p:cNvSpPr/>
              <p:nvPr/>
            </p:nvSpPr>
            <p:spPr>
              <a:xfrm>
                <a:off x="3442625" y="1499125"/>
                <a:ext cx="10075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008" fill="none" extrusionOk="0">
                    <a:moveTo>
                      <a:pt x="1" y="0"/>
                    </a:moveTo>
                    <a:lnTo>
                      <a:pt x="402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6"/>
              <p:cNvSpPr/>
              <p:nvPr/>
            </p:nvSpPr>
            <p:spPr>
              <a:xfrm>
                <a:off x="3382400" y="1512500"/>
                <a:ext cx="9400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009" fill="none" extrusionOk="0">
                    <a:moveTo>
                      <a:pt x="1" y="1"/>
                    </a:moveTo>
                    <a:lnTo>
                      <a:pt x="375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6"/>
              <p:cNvSpPr/>
              <p:nvPr/>
            </p:nvSpPr>
            <p:spPr>
              <a:xfrm>
                <a:off x="3700925" y="1424175"/>
                <a:ext cx="7830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4926" extrusionOk="0">
                    <a:moveTo>
                      <a:pt x="2115" y="1"/>
                    </a:moveTo>
                    <a:lnTo>
                      <a:pt x="0" y="536"/>
                    </a:lnTo>
                    <a:lnTo>
                      <a:pt x="3132" y="4926"/>
                    </a:lnTo>
                    <a:lnTo>
                      <a:pt x="2115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6"/>
              <p:cNvSpPr/>
              <p:nvPr/>
            </p:nvSpPr>
            <p:spPr>
              <a:xfrm>
                <a:off x="3814675" y="1453625"/>
                <a:ext cx="18100" cy="5622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2249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402" y="2249"/>
                    </a:lnTo>
                    <a:lnTo>
                      <a:pt x="723" y="2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6"/>
              <p:cNvSpPr/>
              <p:nvPr/>
            </p:nvSpPr>
            <p:spPr>
              <a:xfrm>
                <a:off x="3772525" y="1430875"/>
                <a:ext cx="5622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4524" extrusionOk="0">
                    <a:moveTo>
                      <a:pt x="1472" y="0"/>
                    </a:moveTo>
                    <a:lnTo>
                      <a:pt x="268" y="134"/>
                    </a:lnTo>
                    <a:lnTo>
                      <a:pt x="187" y="134"/>
                    </a:lnTo>
                    <a:lnTo>
                      <a:pt x="0" y="161"/>
                    </a:lnTo>
                    <a:lnTo>
                      <a:pt x="643" y="4524"/>
                    </a:lnTo>
                    <a:lnTo>
                      <a:pt x="910" y="4443"/>
                    </a:lnTo>
                    <a:lnTo>
                      <a:pt x="1526" y="4310"/>
                    </a:lnTo>
                    <a:lnTo>
                      <a:pt x="2248" y="4149"/>
                    </a:lnTo>
                    <a:lnTo>
                      <a:pt x="147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6"/>
              <p:cNvSpPr/>
              <p:nvPr/>
            </p:nvSpPr>
            <p:spPr>
              <a:xfrm>
                <a:off x="3777200" y="1434225"/>
                <a:ext cx="25450" cy="10775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4310" extrusionOk="0">
                    <a:moveTo>
                      <a:pt x="0" y="0"/>
                    </a:moveTo>
                    <a:lnTo>
                      <a:pt x="723" y="4309"/>
                    </a:lnTo>
                    <a:lnTo>
                      <a:pt x="1018" y="4256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6"/>
              <p:cNvSpPr/>
              <p:nvPr/>
            </p:nvSpPr>
            <p:spPr>
              <a:xfrm>
                <a:off x="2926050" y="1600825"/>
                <a:ext cx="302475" cy="109100"/>
              </a:xfrm>
              <a:custGeom>
                <a:avLst/>
                <a:gdLst/>
                <a:ahLst/>
                <a:cxnLst/>
                <a:rect l="l" t="t" r="r" b="b"/>
                <a:pathLst>
                  <a:path w="12099" h="4364" extrusionOk="0">
                    <a:moveTo>
                      <a:pt x="11724" y="1"/>
                    </a:moveTo>
                    <a:lnTo>
                      <a:pt x="1" y="2811"/>
                    </a:lnTo>
                    <a:lnTo>
                      <a:pt x="375" y="4364"/>
                    </a:lnTo>
                    <a:lnTo>
                      <a:pt x="12099" y="1553"/>
                    </a:lnTo>
                    <a:lnTo>
                      <a:pt x="11724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6"/>
              <p:cNvSpPr/>
              <p:nvPr/>
            </p:nvSpPr>
            <p:spPr>
              <a:xfrm>
                <a:off x="2905300" y="1640325"/>
                <a:ext cx="44875" cy="9620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848" extrusionOk="0">
                    <a:moveTo>
                      <a:pt x="884" y="0"/>
                    </a:moveTo>
                    <a:cubicBezTo>
                      <a:pt x="349" y="134"/>
                      <a:pt x="1" y="669"/>
                      <a:pt x="135" y="1204"/>
                    </a:cubicBezTo>
                    <a:lnTo>
                      <a:pt x="590" y="3078"/>
                    </a:lnTo>
                    <a:cubicBezTo>
                      <a:pt x="706" y="3544"/>
                      <a:pt x="1127" y="3848"/>
                      <a:pt x="1588" y="3848"/>
                    </a:cubicBezTo>
                    <a:cubicBezTo>
                      <a:pt x="1656" y="3848"/>
                      <a:pt x="1725" y="3841"/>
                      <a:pt x="1794" y="3827"/>
                    </a:cubicBezTo>
                    <a:lnTo>
                      <a:pt x="884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4" name="Google Shape;1240;p49">
            <a:extLst>
              <a:ext uri="{FF2B5EF4-FFF2-40B4-BE49-F238E27FC236}">
                <a16:creationId xmlns:a16="http://schemas.microsoft.com/office/drawing/2014/main" id="{D6B1B4ED-71EA-7C16-8A4D-62534FC323F4}"/>
              </a:ext>
            </a:extLst>
          </p:cNvPr>
          <p:cNvGrpSpPr/>
          <p:nvPr/>
        </p:nvGrpSpPr>
        <p:grpSpPr>
          <a:xfrm rot="2780258">
            <a:off x="6812380" y="-2386529"/>
            <a:ext cx="1599266" cy="1718560"/>
            <a:chOff x="7334655" y="512318"/>
            <a:chExt cx="659076" cy="795080"/>
          </a:xfrm>
        </p:grpSpPr>
        <p:sp>
          <p:nvSpPr>
            <p:cNvPr id="1175" name="Google Shape;1241;p49">
              <a:extLst>
                <a:ext uri="{FF2B5EF4-FFF2-40B4-BE49-F238E27FC236}">
                  <a16:creationId xmlns:a16="http://schemas.microsoft.com/office/drawing/2014/main" id="{99F4B277-29A4-7186-CC7B-AF8F71242F51}"/>
                </a:ext>
              </a:extLst>
            </p:cNvPr>
            <p:cNvSpPr/>
            <p:nvPr/>
          </p:nvSpPr>
          <p:spPr>
            <a:xfrm rot="-121232">
              <a:off x="7348138" y="529107"/>
              <a:ext cx="632109" cy="761501"/>
            </a:xfrm>
            <a:custGeom>
              <a:avLst/>
              <a:gdLst/>
              <a:ahLst/>
              <a:cxnLst/>
              <a:rect l="l" t="t" r="r" b="b"/>
              <a:pathLst>
                <a:path w="25286" h="30462" extrusionOk="0">
                  <a:moveTo>
                    <a:pt x="8640" y="1"/>
                  </a:moveTo>
                  <a:lnTo>
                    <a:pt x="0" y="5938"/>
                  </a:lnTo>
                  <a:lnTo>
                    <a:pt x="2536" y="9608"/>
                  </a:lnTo>
                  <a:lnTo>
                    <a:pt x="3036" y="9274"/>
                  </a:lnTo>
                  <a:lnTo>
                    <a:pt x="16312" y="28488"/>
                  </a:lnTo>
                  <a:cubicBezTo>
                    <a:pt x="17180" y="29769"/>
                    <a:pt x="18612" y="30462"/>
                    <a:pt x="20075" y="30462"/>
                  </a:cubicBezTo>
                  <a:cubicBezTo>
                    <a:pt x="20974" y="30462"/>
                    <a:pt x="21884" y="30201"/>
                    <a:pt x="22683" y="29655"/>
                  </a:cubicBezTo>
                  <a:cubicBezTo>
                    <a:pt x="24751" y="28221"/>
                    <a:pt x="25285" y="25352"/>
                    <a:pt x="23851" y="23284"/>
                  </a:cubicBezTo>
                  <a:lnTo>
                    <a:pt x="10575" y="4070"/>
                  </a:lnTo>
                  <a:lnTo>
                    <a:pt x="11175" y="3670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6" name="Google Shape;1242;p49">
              <a:extLst>
                <a:ext uri="{FF2B5EF4-FFF2-40B4-BE49-F238E27FC236}">
                  <a16:creationId xmlns:a16="http://schemas.microsoft.com/office/drawing/2014/main" id="{5151382D-F80A-BD42-FBB0-37052951CE80}"/>
                </a:ext>
              </a:extLst>
            </p:cNvPr>
            <p:cNvGrpSpPr/>
            <p:nvPr/>
          </p:nvGrpSpPr>
          <p:grpSpPr>
            <a:xfrm rot="-121483">
              <a:off x="7348117" y="523244"/>
              <a:ext cx="632152" cy="773228"/>
              <a:chOff x="2104175" y="1433125"/>
              <a:chExt cx="632150" cy="773225"/>
            </a:xfrm>
          </p:grpSpPr>
          <p:sp>
            <p:nvSpPr>
              <p:cNvPr id="1177" name="Google Shape;1243;p49">
                <a:extLst>
                  <a:ext uri="{FF2B5EF4-FFF2-40B4-BE49-F238E27FC236}">
                    <a16:creationId xmlns:a16="http://schemas.microsoft.com/office/drawing/2014/main" id="{DA38E6D8-DDCD-623A-890A-9673DE2B8288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244;p49">
                <a:extLst>
                  <a:ext uri="{FF2B5EF4-FFF2-40B4-BE49-F238E27FC236}">
                    <a16:creationId xmlns:a16="http://schemas.microsoft.com/office/drawing/2014/main" id="{B787421C-1F01-E2CA-3ED7-88BB1EF2856F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245;p49">
                <a:extLst>
                  <a:ext uri="{FF2B5EF4-FFF2-40B4-BE49-F238E27FC236}">
                    <a16:creationId xmlns:a16="http://schemas.microsoft.com/office/drawing/2014/main" id="{73BF5E5C-3083-DF77-194E-E79E821BDDA2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246;p49">
                <a:extLst>
                  <a:ext uri="{FF2B5EF4-FFF2-40B4-BE49-F238E27FC236}">
                    <a16:creationId xmlns:a16="http://schemas.microsoft.com/office/drawing/2014/main" id="{9AC1AEC0-1970-0C40-CF2A-D119DD1B93EC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247;p49">
                <a:extLst>
                  <a:ext uri="{FF2B5EF4-FFF2-40B4-BE49-F238E27FC236}">
                    <a16:creationId xmlns:a16="http://schemas.microsoft.com/office/drawing/2014/main" id="{DBB22771-6C22-7422-AE4A-5DC63A7769E3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248;p49">
                <a:extLst>
                  <a:ext uri="{FF2B5EF4-FFF2-40B4-BE49-F238E27FC236}">
                    <a16:creationId xmlns:a16="http://schemas.microsoft.com/office/drawing/2014/main" id="{CE72DFEE-95AE-7009-F993-5C48E4E1189D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249;p49">
                <a:extLst>
                  <a:ext uri="{FF2B5EF4-FFF2-40B4-BE49-F238E27FC236}">
                    <a16:creationId xmlns:a16="http://schemas.microsoft.com/office/drawing/2014/main" id="{AD3B1B67-B0D8-17A0-83B2-0AF31FBE684D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250;p49">
                <a:extLst>
                  <a:ext uri="{FF2B5EF4-FFF2-40B4-BE49-F238E27FC236}">
                    <a16:creationId xmlns:a16="http://schemas.microsoft.com/office/drawing/2014/main" id="{0A23CC4F-ABC4-F47D-0850-34D143C7211B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251;p49">
                <a:extLst>
                  <a:ext uri="{FF2B5EF4-FFF2-40B4-BE49-F238E27FC236}">
                    <a16:creationId xmlns:a16="http://schemas.microsoft.com/office/drawing/2014/main" id="{B0DE69C0-E1F4-F80E-3127-6C7429FA15F5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252;p49">
                <a:extLst>
                  <a:ext uri="{FF2B5EF4-FFF2-40B4-BE49-F238E27FC236}">
                    <a16:creationId xmlns:a16="http://schemas.microsoft.com/office/drawing/2014/main" id="{8F04A008-9D1D-A9C2-4D33-3FF8FDDFD58F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253;p49">
                <a:extLst>
                  <a:ext uri="{FF2B5EF4-FFF2-40B4-BE49-F238E27FC236}">
                    <a16:creationId xmlns:a16="http://schemas.microsoft.com/office/drawing/2014/main" id="{97EA62AB-C3A6-7638-8979-C6A2B5D5C2C2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254;p49">
                <a:extLst>
                  <a:ext uri="{FF2B5EF4-FFF2-40B4-BE49-F238E27FC236}">
                    <a16:creationId xmlns:a16="http://schemas.microsoft.com/office/drawing/2014/main" id="{0917746F-C74A-4A47-AB4A-24F355CC7914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255;p49">
                <a:extLst>
                  <a:ext uri="{FF2B5EF4-FFF2-40B4-BE49-F238E27FC236}">
                    <a16:creationId xmlns:a16="http://schemas.microsoft.com/office/drawing/2014/main" id="{8F054C91-5C92-E56B-D335-1B4E2B0D28FB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256;p49">
                <a:extLst>
                  <a:ext uri="{FF2B5EF4-FFF2-40B4-BE49-F238E27FC236}">
                    <a16:creationId xmlns:a16="http://schemas.microsoft.com/office/drawing/2014/main" id="{2269DD07-7E4F-25BF-CD35-DB25D24B2608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191" name="Picture 1190">
            <a:extLst>
              <a:ext uri="{FF2B5EF4-FFF2-40B4-BE49-F238E27FC236}">
                <a16:creationId xmlns:a16="http://schemas.microsoft.com/office/drawing/2014/main" id="{6465A0FB-AED3-76EE-1580-2C4067769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1175" r="91175"/>
          <a:stretch>
            <a:fillRect/>
          </a:stretch>
        </p:blipFill>
        <p:spPr>
          <a:xfrm>
            <a:off x="-396350" y="1458852"/>
            <a:ext cx="3164098" cy="1883827"/>
          </a:xfrm>
          <a:prstGeom prst="rect">
            <a:avLst/>
          </a:prstGeom>
        </p:spPr>
      </p:pic>
      <p:pic>
        <p:nvPicPr>
          <p:cNvPr id="1192" name="Picture 1191">
            <a:extLst>
              <a:ext uri="{FF2B5EF4-FFF2-40B4-BE49-F238E27FC236}">
                <a16:creationId xmlns:a16="http://schemas.microsoft.com/office/drawing/2014/main" id="{16E363CE-170D-C233-2517-703AC438CA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8672" r="88672"/>
          <a:stretch>
            <a:fillRect/>
          </a:stretch>
        </p:blipFill>
        <p:spPr>
          <a:xfrm>
            <a:off x="2790389" y="1554719"/>
            <a:ext cx="2914141" cy="1804572"/>
          </a:xfrm>
          <a:prstGeom prst="rect">
            <a:avLst/>
          </a:prstGeom>
        </p:spPr>
      </p:pic>
      <p:pic>
        <p:nvPicPr>
          <p:cNvPr id="1193" name="Picture 1192">
            <a:extLst>
              <a:ext uri="{FF2B5EF4-FFF2-40B4-BE49-F238E27FC236}">
                <a16:creationId xmlns:a16="http://schemas.microsoft.com/office/drawing/2014/main" id="{2CA5372F-8F36-6B4E-0540-BF272635DB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145" b="-105145"/>
          <a:stretch>
            <a:fillRect/>
          </a:stretch>
        </p:blipFill>
        <p:spPr>
          <a:xfrm>
            <a:off x="5463099" y="1457203"/>
            <a:ext cx="3322608" cy="1828959"/>
          </a:xfrm>
          <a:prstGeom prst="rect">
            <a:avLst/>
          </a:prstGeom>
        </p:spPr>
      </p:pic>
      <p:pic>
        <p:nvPicPr>
          <p:cNvPr id="1194" name="Picture 1193">
            <a:extLst>
              <a:ext uri="{FF2B5EF4-FFF2-40B4-BE49-F238E27FC236}">
                <a16:creationId xmlns:a16="http://schemas.microsoft.com/office/drawing/2014/main" id="{EB6629C9-AE71-4672-101B-965E99B66E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6314" b="-96314"/>
          <a:stretch>
            <a:fillRect/>
          </a:stretch>
        </p:blipFill>
        <p:spPr>
          <a:xfrm>
            <a:off x="-236653" y="3014242"/>
            <a:ext cx="3029975" cy="1908213"/>
          </a:xfrm>
          <a:prstGeom prst="rect">
            <a:avLst/>
          </a:prstGeom>
        </p:spPr>
      </p:pic>
      <p:pic>
        <p:nvPicPr>
          <p:cNvPr id="1195" name="Picture 1194">
            <a:extLst>
              <a:ext uri="{FF2B5EF4-FFF2-40B4-BE49-F238E27FC236}">
                <a16:creationId xmlns:a16="http://schemas.microsoft.com/office/drawing/2014/main" id="{A77EE716-E62B-1DF9-C902-DAAB6332FB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8375" r="-108375"/>
          <a:stretch>
            <a:fillRect/>
          </a:stretch>
        </p:blipFill>
        <p:spPr>
          <a:xfrm>
            <a:off x="2575178" y="3014242"/>
            <a:ext cx="3103133" cy="1889924"/>
          </a:xfrm>
          <a:prstGeom prst="rect">
            <a:avLst/>
          </a:prstGeom>
        </p:spPr>
      </p:pic>
      <p:pic>
        <p:nvPicPr>
          <p:cNvPr id="1196" name="Picture 1195">
            <a:extLst>
              <a:ext uri="{FF2B5EF4-FFF2-40B4-BE49-F238E27FC236}">
                <a16:creationId xmlns:a16="http://schemas.microsoft.com/office/drawing/2014/main" id="{251BDB62-F274-F60D-7CFA-3A35467879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3274" r="-103274"/>
          <a:stretch>
            <a:fillRect/>
          </a:stretch>
        </p:blipFill>
        <p:spPr>
          <a:xfrm>
            <a:off x="5474272" y="3081594"/>
            <a:ext cx="3133616" cy="1908213"/>
          </a:xfrm>
          <a:prstGeom prst="rect">
            <a:avLst/>
          </a:prstGeom>
        </p:spPr>
      </p:pic>
      <p:pic>
        <p:nvPicPr>
          <p:cNvPr id="1197" name="Picture 1196">
            <a:extLst>
              <a:ext uri="{FF2B5EF4-FFF2-40B4-BE49-F238E27FC236}">
                <a16:creationId xmlns:a16="http://schemas.microsoft.com/office/drawing/2014/main" id="{E52B3790-9A4F-2D1A-FFB3-C2991EC0B4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994168" y="790956"/>
            <a:ext cx="7846232" cy="816935"/>
          </a:xfrm>
          <a:prstGeom prst="rect">
            <a:avLst/>
          </a:prstGeom>
        </p:spPr>
      </p:pic>
      <p:grpSp>
        <p:nvGrpSpPr>
          <p:cNvPr id="1132" name="Google Shape;1132;p46"/>
          <p:cNvGrpSpPr/>
          <p:nvPr/>
        </p:nvGrpSpPr>
        <p:grpSpPr>
          <a:xfrm>
            <a:off x="1542395" y="874354"/>
            <a:ext cx="1962375" cy="3705142"/>
            <a:chOff x="6263106" y="1610400"/>
            <a:chExt cx="1221750" cy="2306775"/>
          </a:xfrm>
        </p:grpSpPr>
        <p:sp>
          <p:nvSpPr>
            <p:cNvPr id="1133" name="Google Shape;1133;p46"/>
            <p:cNvSpPr/>
            <p:nvPr/>
          </p:nvSpPr>
          <p:spPr>
            <a:xfrm>
              <a:off x="6263106" y="1610400"/>
              <a:ext cx="1221750" cy="2306775"/>
            </a:xfrm>
            <a:custGeom>
              <a:avLst/>
              <a:gdLst/>
              <a:ahLst/>
              <a:cxnLst/>
              <a:rect l="l" t="t" r="r" b="b"/>
              <a:pathLst>
                <a:path w="48870" h="92271" extrusionOk="0">
                  <a:moveTo>
                    <a:pt x="14276" y="0"/>
                  </a:moveTo>
                  <a:cubicBezTo>
                    <a:pt x="13938" y="0"/>
                    <a:pt x="12826" y="117"/>
                    <a:pt x="12043" y="1572"/>
                  </a:cubicBezTo>
                  <a:cubicBezTo>
                    <a:pt x="11242" y="3073"/>
                    <a:pt x="10408" y="4207"/>
                    <a:pt x="8507" y="4541"/>
                  </a:cubicBezTo>
                  <a:cubicBezTo>
                    <a:pt x="3103" y="4608"/>
                    <a:pt x="1" y="6342"/>
                    <a:pt x="1" y="11713"/>
                  </a:cubicBezTo>
                  <a:lnTo>
                    <a:pt x="1" y="47171"/>
                  </a:lnTo>
                  <a:cubicBezTo>
                    <a:pt x="1" y="47605"/>
                    <a:pt x="34" y="50741"/>
                    <a:pt x="101" y="51174"/>
                  </a:cubicBezTo>
                  <a:cubicBezTo>
                    <a:pt x="902" y="56645"/>
                    <a:pt x="5572" y="60448"/>
                    <a:pt x="14778" y="60448"/>
                  </a:cubicBezTo>
                  <a:lnTo>
                    <a:pt x="17680" y="60448"/>
                  </a:lnTo>
                  <a:cubicBezTo>
                    <a:pt x="17680" y="60581"/>
                    <a:pt x="17647" y="60715"/>
                    <a:pt x="17647" y="60881"/>
                  </a:cubicBezTo>
                  <a:lnTo>
                    <a:pt x="17647" y="62883"/>
                  </a:lnTo>
                  <a:cubicBezTo>
                    <a:pt x="17647" y="63850"/>
                    <a:pt x="18347" y="64684"/>
                    <a:pt x="19281" y="64851"/>
                  </a:cubicBezTo>
                  <a:cubicBezTo>
                    <a:pt x="19248" y="65218"/>
                    <a:pt x="19248" y="65618"/>
                    <a:pt x="19248" y="65985"/>
                  </a:cubicBezTo>
                  <a:cubicBezTo>
                    <a:pt x="19248" y="68620"/>
                    <a:pt x="19515" y="71556"/>
                    <a:pt x="21516" y="73590"/>
                  </a:cubicBezTo>
                  <a:cubicBezTo>
                    <a:pt x="22734" y="74828"/>
                    <a:pt x="24418" y="75469"/>
                    <a:pt x="26239" y="75469"/>
                  </a:cubicBezTo>
                  <a:cubicBezTo>
                    <a:pt x="27460" y="75469"/>
                    <a:pt x="28744" y="75180"/>
                    <a:pt x="29989" y="74591"/>
                  </a:cubicBezTo>
                  <a:cubicBezTo>
                    <a:pt x="31557" y="73857"/>
                    <a:pt x="32891" y="72823"/>
                    <a:pt x="34159" y="71789"/>
                  </a:cubicBezTo>
                  <a:cubicBezTo>
                    <a:pt x="34959" y="71189"/>
                    <a:pt x="35760" y="70522"/>
                    <a:pt x="36627" y="69954"/>
                  </a:cubicBezTo>
                  <a:cubicBezTo>
                    <a:pt x="38114" y="68987"/>
                    <a:pt x="39649" y="68501"/>
                    <a:pt x="41103" y="68501"/>
                  </a:cubicBezTo>
                  <a:cubicBezTo>
                    <a:pt x="42357" y="68501"/>
                    <a:pt x="43550" y="68862"/>
                    <a:pt x="44599" y="69588"/>
                  </a:cubicBezTo>
                  <a:cubicBezTo>
                    <a:pt x="46901" y="71155"/>
                    <a:pt x="47702" y="74057"/>
                    <a:pt x="46601" y="76593"/>
                  </a:cubicBezTo>
                  <a:cubicBezTo>
                    <a:pt x="46301" y="77260"/>
                    <a:pt x="45900" y="77893"/>
                    <a:pt x="45533" y="78494"/>
                  </a:cubicBezTo>
                  <a:cubicBezTo>
                    <a:pt x="45000" y="79361"/>
                    <a:pt x="44466" y="80228"/>
                    <a:pt x="44132" y="81229"/>
                  </a:cubicBezTo>
                  <a:cubicBezTo>
                    <a:pt x="44099" y="81396"/>
                    <a:pt x="44032" y="81596"/>
                    <a:pt x="43999" y="81763"/>
                  </a:cubicBezTo>
                  <a:lnTo>
                    <a:pt x="43165" y="81763"/>
                  </a:lnTo>
                  <a:lnTo>
                    <a:pt x="43165" y="83464"/>
                  </a:lnTo>
                  <a:lnTo>
                    <a:pt x="41497" y="83464"/>
                  </a:lnTo>
                  <a:cubicBezTo>
                    <a:pt x="40697" y="83464"/>
                    <a:pt x="40030" y="84098"/>
                    <a:pt x="40030" y="84932"/>
                  </a:cubicBezTo>
                  <a:lnTo>
                    <a:pt x="40030" y="90836"/>
                  </a:lnTo>
                  <a:cubicBezTo>
                    <a:pt x="40030" y="91637"/>
                    <a:pt x="40697" y="92270"/>
                    <a:pt x="41497" y="92270"/>
                  </a:cubicBezTo>
                  <a:lnTo>
                    <a:pt x="47401" y="92270"/>
                  </a:lnTo>
                  <a:cubicBezTo>
                    <a:pt x="48202" y="92270"/>
                    <a:pt x="48869" y="91637"/>
                    <a:pt x="48869" y="90836"/>
                  </a:cubicBezTo>
                  <a:lnTo>
                    <a:pt x="48869" y="84932"/>
                  </a:lnTo>
                  <a:cubicBezTo>
                    <a:pt x="48836" y="84098"/>
                    <a:pt x="48202" y="83464"/>
                    <a:pt x="47401" y="83464"/>
                  </a:cubicBezTo>
                  <a:lnTo>
                    <a:pt x="45734" y="83464"/>
                  </a:lnTo>
                  <a:lnTo>
                    <a:pt x="45734" y="81763"/>
                  </a:lnTo>
                  <a:lnTo>
                    <a:pt x="44733" y="81763"/>
                  </a:lnTo>
                  <a:cubicBezTo>
                    <a:pt x="44733" y="81663"/>
                    <a:pt x="44766" y="81563"/>
                    <a:pt x="44800" y="81463"/>
                  </a:cubicBezTo>
                  <a:cubicBezTo>
                    <a:pt x="45100" y="80529"/>
                    <a:pt x="45600" y="79728"/>
                    <a:pt x="46134" y="78861"/>
                  </a:cubicBezTo>
                  <a:cubicBezTo>
                    <a:pt x="46501" y="78227"/>
                    <a:pt x="46901" y="77593"/>
                    <a:pt x="47235" y="76893"/>
                  </a:cubicBezTo>
                  <a:cubicBezTo>
                    <a:pt x="48502" y="74024"/>
                    <a:pt x="47568" y="70788"/>
                    <a:pt x="45000" y="68987"/>
                  </a:cubicBezTo>
                  <a:cubicBezTo>
                    <a:pt x="43823" y="68182"/>
                    <a:pt x="42502" y="67779"/>
                    <a:pt x="41121" y="67779"/>
                  </a:cubicBezTo>
                  <a:cubicBezTo>
                    <a:pt x="39527" y="67779"/>
                    <a:pt x="37853" y="68315"/>
                    <a:pt x="36227" y="69387"/>
                  </a:cubicBezTo>
                  <a:cubicBezTo>
                    <a:pt x="35360" y="69954"/>
                    <a:pt x="34526" y="70622"/>
                    <a:pt x="33725" y="71255"/>
                  </a:cubicBezTo>
                  <a:cubicBezTo>
                    <a:pt x="32424" y="72289"/>
                    <a:pt x="31190" y="73257"/>
                    <a:pt x="29689" y="73957"/>
                  </a:cubicBezTo>
                  <a:cubicBezTo>
                    <a:pt x="28704" y="74434"/>
                    <a:pt x="27471" y="74769"/>
                    <a:pt x="26209" y="74769"/>
                  </a:cubicBezTo>
                  <a:cubicBezTo>
                    <a:pt x="24735" y="74769"/>
                    <a:pt x="23221" y="74312"/>
                    <a:pt x="22017" y="73090"/>
                  </a:cubicBezTo>
                  <a:cubicBezTo>
                    <a:pt x="20215" y="71255"/>
                    <a:pt x="19949" y="68453"/>
                    <a:pt x="19949" y="65985"/>
                  </a:cubicBezTo>
                  <a:cubicBezTo>
                    <a:pt x="19949" y="65618"/>
                    <a:pt x="19982" y="65218"/>
                    <a:pt x="19982" y="64851"/>
                  </a:cubicBezTo>
                  <a:cubicBezTo>
                    <a:pt x="20916" y="64684"/>
                    <a:pt x="21616" y="63850"/>
                    <a:pt x="21616" y="62883"/>
                  </a:cubicBezTo>
                  <a:lnTo>
                    <a:pt x="21616" y="60881"/>
                  </a:lnTo>
                  <a:cubicBezTo>
                    <a:pt x="21616" y="60715"/>
                    <a:pt x="21583" y="60581"/>
                    <a:pt x="21583" y="60448"/>
                  </a:cubicBezTo>
                  <a:lnTo>
                    <a:pt x="25586" y="60448"/>
                  </a:lnTo>
                  <a:cubicBezTo>
                    <a:pt x="34792" y="60448"/>
                    <a:pt x="39462" y="56645"/>
                    <a:pt x="40263" y="51174"/>
                  </a:cubicBezTo>
                  <a:cubicBezTo>
                    <a:pt x="40330" y="50741"/>
                    <a:pt x="40363" y="47605"/>
                    <a:pt x="40363" y="47171"/>
                  </a:cubicBezTo>
                  <a:lnTo>
                    <a:pt x="40363" y="11713"/>
                  </a:lnTo>
                  <a:cubicBezTo>
                    <a:pt x="40363" y="6342"/>
                    <a:pt x="37261" y="4608"/>
                    <a:pt x="31857" y="4541"/>
                  </a:cubicBezTo>
                  <a:cubicBezTo>
                    <a:pt x="29956" y="4207"/>
                    <a:pt x="29122" y="3073"/>
                    <a:pt x="28321" y="1572"/>
                  </a:cubicBezTo>
                  <a:cubicBezTo>
                    <a:pt x="27538" y="117"/>
                    <a:pt x="26426" y="0"/>
                    <a:pt x="26088" y="0"/>
                  </a:cubicBezTo>
                  <a:cubicBezTo>
                    <a:pt x="26023" y="0"/>
                    <a:pt x="25986" y="4"/>
                    <a:pt x="25986" y="4"/>
                  </a:cubicBezTo>
                  <a:lnTo>
                    <a:pt x="14378" y="4"/>
                  </a:lnTo>
                  <a:cubicBezTo>
                    <a:pt x="14378" y="4"/>
                    <a:pt x="14341" y="0"/>
                    <a:pt x="14276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4" name="Google Shape;1134;p46"/>
            <p:cNvGrpSpPr/>
            <p:nvPr/>
          </p:nvGrpSpPr>
          <p:grpSpPr>
            <a:xfrm>
              <a:off x="6263106" y="1610400"/>
              <a:ext cx="1221750" cy="2306775"/>
              <a:chOff x="3265825" y="425650"/>
              <a:chExt cx="1221750" cy="2306775"/>
            </a:xfrm>
          </p:grpSpPr>
          <p:sp>
            <p:nvSpPr>
              <p:cNvPr id="1135" name="Google Shape;1135;p46"/>
              <p:cNvSpPr/>
              <p:nvPr/>
            </p:nvSpPr>
            <p:spPr>
              <a:xfrm>
                <a:off x="3747025" y="1945175"/>
                <a:ext cx="731375" cy="643800"/>
              </a:xfrm>
              <a:custGeom>
                <a:avLst/>
                <a:gdLst/>
                <a:ahLst/>
                <a:cxnLst/>
                <a:rect l="l" t="t" r="r" b="b"/>
                <a:pathLst>
                  <a:path w="29255" h="25752" extrusionOk="0">
                    <a:moveTo>
                      <a:pt x="300" y="0"/>
                    </a:moveTo>
                    <a:cubicBezTo>
                      <a:pt x="167" y="1635"/>
                      <a:pt x="0" y="3536"/>
                      <a:pt x="0" y="5204"/>
                    </a:cubicBezTo>
                    <a:cubicBezTo>
                      <a:pt x="0" y="7839"/>
                      <a:pt x="267" y="10775"/>
                      <a:pt x="2268" y="12809"/>
                    </a:cubicBezTo>
                    <a:cubicBezTo>
                      <a:pt x="3486" y="14047"/>
                      <a:pt x="5170" y="14688"/>
                      <a:pt x="6991" y="14688"/>
                    </a:cubicBezTo>
                    <a:cubicBezTo>
                      <a:pt x="8212" y="14688"/>
                      <a:pt x="9496" y="14399"/>
                      <a:pt x="10741" y="13810"/>
                    </a:cubicBezTo>
                    <a:cubicBezTo>
                      <a:pt x="12309" y="13076"/>
                      <a:pt x="13643" y="12042"/>
                      <a:pt x="14911" y="11008"/>
                    </a:cubicBezTo>
                    <a:cubicBezTo>
                      <a:pt x="15711" y="10408"/>
                      <a:pt x="16512" y="9741"/>
                      <a:pt x="17379" y="9173"/>
                    </a:cubicBezTo>
                    <a:cubicBezTo>
                      <a:pt x="18866" y="8206"/>
                      <a:pt x="20401" y="7720"/>
                      <a:pt x="21855" y="7720"/>
                    </a:cubicBezTo>
                    <a:cubicBezTo>
                      <a:pt x="23109" y="7720"/>
                      <a:pt x="24302" y="8081"/>
                      <a:pt x="25351" y="8807"/>
                    </a:cubicBezTo>
                    <a:cubicBezTo>
                      <a:pt x="27653" y="10374"/>
                      <a:pt x="28454" y="13276"/>
                      <a:pt x="27320" y="15812"/>
                    </a:cubicBezTo>
                    <a:cubicBezTo>
                      <a:pt x="27053" y="16479"/>
                      <a:pt x="26652" y="17112"/>
                      <a:pt x="26285" y="17713"/>
                    </a:cubicBezTo>
                    <a:cubicBezTo>
                      <a:pt x="25752" y="18580"/>
                      <a:pt x="25218" y="19447"/>
                      <a:pt x="24884" y="20448"/>
                    </a:cubicBezTo>
                    <a:cubicBezTo>
                      <a:pt x="24351" y="22083"/>
                      <a:pt x="24317" y="23817"/>
                      <a:pt x="24384" y="25418"/>
                    </a:cubicBezTo>
                    <a:cubicBezTo>
                      <a:pt x="24384" y="25619"/>
                      <a:pt x="24551" y="25752"/>
                      <a:pt x="24718" y="25752"/>
                    </a:cubicBezTo>
                    <a:lnTo>
                      <a:pt x="24751" y="25752"/>
                    </a:lnTo>
                    <a:cubicBezTo>
                      <a:pt x="24951" y="25752"/>
                      <a:pt x="25085" y="25585"/>
                      <a:pt x="25085" y="25418"/>
                    </a:cubicBezTo>
                    <a:cubicBezTo>
                      <a:pt x="25051" y="23851"/>
                      <a:pt x="25051" y="22216"/>
                      <a:pt x="25552" y="20648"/>
                    </a:cubicBezTo>
                    <a:cubicBezTo>
                      <a:pt x="25852" y="19748"/>
                      <a:pt x="26352" y="18947"/>
                      <a:pt x="26886" y="18080"/>
                    </a:cubicBezTo>
                    <a:cubicBezTo>
                      <a:pt x="27253" y="17446"/>
                      <a:pt x="27653" y="16812"/>
                      <a:pt x="27987" y="16112"/>
                    </a:cubicBezTo>
                    <a:cubicBezTo>
                      <a:pt x="29254" y="13243"/>
                      <a:pt x="28320" y="10007"/>
                      <a:pt x="25752" y="8206"/>
                    </a:cubicBezTo>
                    <a:cubicBezTo>
                      <a:pt x="24575" y="7401"/>
                      <a:pt x="23254" y="6998"/>
                      <a:pt x="21873" y="6998"/>
                    </a:cubicBezTo>
                    <a:cubicBezTo>
                      <a:pt x="20279" y="6998"/>
                      <a:pt x="18605" y="7534"/>
                      <a:pt x="16979" y="8606"/>
                    </a:cubicBezTo>
                    <a:cubicBezTo>
                      <a:pt x="16112" y="9173"/>
                      <a:pt x="15278" y="9841"/>
                      <a:pt x="14477" y="10474"/>
                    </a:cubicBezTo>
                    <a:cubicBezTo>
                      <a:pt x="13176" y="11508"/>
                      <a:pt x="11942" y="12476"/>
                      <a:pt x="10441" y="13176"/>
                    </a:cubicBezTo>
                    <a:cubicBezTo>
                      <a:pt x="9456" y="13653"/>
                      <a:pt x="8223" y="13988"/>
                      <a:pt x="6961" y="13988"/>
                    </a:cubicBezTo>
                    <a:cubicBezTo>
                      <a:pt x="5487" y="13988"/>
                      <a:pt x="3973" y="13531"/>
                      <a:pt x="2769" y="12309"/>
                    </a:cubicBezTo>
                    <a:cubicBezTo>
                      <a:pt x="967" y="10474"/>
                      <a:pt x="701" y="7672"/>
                      <a:pt x="701" y="5204"/>
                    </a:cubicBezTo>
                    <a:cubicBezTo>
                      <a:pt x="701" y="3569"/>
                      <a:pt x="867" y="1701"/>
                      <a:pt x="1001" y="67"/>
                    </a:cubicBezTo>
                    <a:lnTo>
                      <a:pt x="300" y="0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6"/>
              <p:cNvSpPr/>
              <p:nvPr/>
            </p:nvSpPr>
            <p:spPr>
              <a:xfrm>
                <a:off x="4266550" y="2469700"/>
                <a:ext cx="221025" cy="262725"/>
              </a:xfrm>
              <a:custGeom>
                <a:avLst/>
                <a:gdLst/>
                <a:ahLst/>
                <a:cxnLst/>
                <a:rect l="l" t="t" r="r" b="b"/>
                <a:pathLst>
                  <a:path w="8841" h="10509" extrusionOk="0">
                    <a:moveTo>
                      <a:pt x="3136" y="1"/>
                    </a:moveTo>
                    <a:lnTo>
                      <a:pt x="3136" y="1702"/>
                    </a:lnTo>
                    <a:lnTo>
                      <a:pt x="1468" y="1702"/>
                    </a:lnTo>
                    <a:cubicBezTo>
                      <a:pt x="668" y="1702"/>
                      <a:pt x="1" y="2336"/>
                      <a:pt x="1" y="3170"/>
                    </a:cubicBezTo>
                    <a:lnTo>
                      <a:pt x="1" y="9074"/>
                    </a:lnTo>
                    <a:cubicBezTo>
                      <a:pt x="1" y="9875"/>
                      <a:pt x="668" y="10508"/>
                      <a:pt x="1468" y="10508"/>
                    </a:cubicBezTo>
                    <a:lnTo>
                      <a:pt x="7372" y="10508"/>
                    </a:lnTo>
                    <a:cubicBezTo>
                      <a:pt x="8173" y="10508"/>
                      <a:pt x="8840" y="9875"/>
                      <a:pt x="8840" y="9074"/>
                    </a:cubicBezTo>
                    <a:lnTo>
                      <a:pt x="8840" y="3170"/>
                    </a:lnTo>
                    <a:cubicBezTo>
                      <a:pt x="8807" y="2336"/>
                      <a:pt x="8173" y="1702"/>
                      <a:pt x="7372" y="1702"/>
                    </a:cubicBezTo>
                    <a:lnTo>
                      <a:pt x="5705" y="1702"/>
                    </a:lnTo>
                    <a:lnTo>
                      <a:pt x="5705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6"/>
              <p:cNvSpPr/>
              <p:nvPr/>
            </p:nvSpPr>
            <p:spPr>
              <a:xfrm>
                <a:off x="4295750" y="2541425"/>
                <a:ext cx="161800" cy="161800"/>
              </a:xfrm>
              <a:custGeom>
                <a:avLst/>
                <a:gdLst/>
                <a:ahLst/>
                <a:cxnLst/>
                <a:rect l="l" t="t" r="r" b="b"/>
                <a:pathLst>
                  <a:path w="6472" h="6472" extrusionOk="0">
                    <a:moveTo>
                      <a:pt x="1067" y="1"/>
                    </a:moveTo>
                    <a:cubicBezTo>
                      <a:pt x="500" y="1"/>
                      <a:pt x="0" y="468"/>
                      <a:pt x="0" y="1068"/>
                    </a:cubicBezTo>
                    <a:lnTo>
                      <a:pt x="0" y="5404"/>
                    </a:lnTo>
                    <a:cubicBezTo>
                      <a:pt x="0" y="6005"/>
                      <a:pt x="500" y="6472"/>
                      <a:pt x="1067" y="6472"/>
                    </a:cubicBezTo>
                    <a:lnTo>
                      <a:pt x="5404" y="6472"/>
                    </a:lnTo>
                    <a:cubicBezTo>
                      <a:pt x="6004" y="6472"/>
                      <a:pt x="6471" y="6005"/>
                      <a:pt x="6471" y="5404"/>
                    </a:cubicBezTo>
                    <a:lnTo>
                      <a:pt x="6471" y="1068"/>
                    </a:lnTo>
                    <a:cubicBezTo>
                      <a:pt x="6471" y="468"/>
                      <a:pt x="6004" y="1"/>
                      <a:pt x="54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6"/>
              <p:cNvSpPr/>
              <p:nvPr/>
            </p:nvSpPr>
            <p:spPr>
              <a:xfrm>
                <a:off x="3265825" y="425650"/>
                <a:ext cx="1009100" cy="1622125"/>
              </a:xfrm>
              <a:custGeom>
                <a:avLst/>
                <a:gdLst/>
                <a:ahLst/>
                <a:cxnLst/>
                <a:rect l="l" t="t" r="r" b="b"/>
                <a:pathLst>
                  <a:path w="40364" h="64885" extrusionOk="0">
                    <a:moveTo>
                      <a:pt x="14276" y="0"/>
                    </a:moveTo>
                    <a:cubicBezTo>
                      <a:pt x="13938" y="0"/>
                      <a:pt x="12826" y="117"/>
                      <a:pt x="12043" y="1572"/>
                    </a:cubicBezTo>
                    <a:cubicBezTo>
                      <a:pt x="11242" y="3073"/>
                      <a:pt x="10408" y="4207"/>
                      <a:pt x="8507" y="4541"/>
                    </a:cubicBezTo>
                    <a:cubicBezTo>
                      <a:pt x="3103" y="4608"/>
                      <a:pt x="1" y="6342"/>
                      <a:pt x="1" y="11713"/>
                    </a:cubicBezTo>
                    <a:lnTo>
                      <a:pt x="1" y="47171"/>
                    </a:lnTo>
                    <a:cubicBezTo>
                      <a:pt x="1" y="47605"/>
                      <a:pt x="34" y="50741"/>
                      <a:pt x="101" y="51174"/>
                    </a:cubicBezTo>
                    <a:cubicBezTo>
                      <a:pt x="902" y="56645"/>
                      <a:pt x="5572" y="60448"/>
                      <a:pt x="14778" y="60448"/>
                    </a:cubicBezTo>
                    <a:lnTo>
                      <a:pt x="17680" y="60448"/>
                    </a:lnTo>
                    <a:cubicBezTo>
                      <a:pt x="17647" y="60581"/>
                      <a:pt x="17647" y="60715"/>
                      <a:pt x="17647" y="60881"/>
                    </a:cubicBezTo>
                    <a:lnTo>
                      <a:pt x="17647" y="62883"/>
                    </a:lnTo>
                    <a:cubicBezTo>
                      <a:pt x="17647" y="63984"/>
                      <a:pt x="18548" y="64884"/>
                      <a:pt x="19615" y="64884"/>
                    </a:cubicBezTo>
                    <a:cubicBezTo>
                      <a:pt x="20716" y="64884"/>
                      <a:pt x="21616" y="63984"/>
                      <a:pt x="21616" y="62883"/>
                    </a:cubicBezTo>
                    <a:lnTo>
                      <a:pt x="21616" y="60881"/>
                    </a:lnTo>
                    <a:cubicBezTo>
                      <a:pt x="21616" y="60715"/>
                      <a:pt x="21583" y="60581"/>
                      <a:pt x="21583" y="60448"/>
                    </a:cubicBezTo>
                    <a:lnTo>
                      <a:pt x="25553" y="60448"/>
                    </a:lnTo>
                    <a:cubicBezTo>
                      <a:pt x="34792" y="60448"/>
                      <a:pt x="39462" y="56645"/>
                      <a:pt x="40263" y="51174"/>
                    </a:cubicBezTo>
                    <a:cubicBezTo>
                      <a:pt x="40330" y="50741"/>
                      <a:pt x="40363" y="47605"/>
                      <a:pt x="40363" y="47171"/>
                    </a:cubicBezTo>
                    <a:lnTo>
                      <a:pt x="40363" y="11713"/>
                    </a:lnTo>
                    <a:cubicBezTo>
                      <a:pt x="40363" y="6342"/>
                      <a:pt x="37261" y="4608"/>
                      <a:pt x="31857" y="4541"/>
                    </a:cubicBezTo>
                    <a:cubicBezTo>
                      <a:pt x="29956" y="4207"/>
                      <a:pt x="29122" y="3073"/>
                      <a:pt x="28321" y="1572"/>
                    </a:cubicBezTo>
                    <a:cubicBezTo>
                      <a:pt x="27538" y="117"/>
                      <a:pt x="26426" y="0"/>
                      <a:pt x="26088" y="0"/>
                    </a:cubicBezTo>
                    <a:cubicBezTo>
                      <a:pt x="26023" y="0"/>
                      <a:pt x="25986" y="4"/>
                      <a:pt x="25986" y="4"/>
                    </a:cubicBezTo>
                    <a:lnTo>
                      <a:pt x="14378" y="4"/>
                    </a:lnTo>
                    <a:cubicBezTo>
                      <a:pt x="14378" y="4"/>
                      <a:pt x="14341" y="0"/>
                      <a:pt x="14276" y="0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6"/>
              <p:cNvSpPr/>
              <p:nvPr/>
            </p:nvSpPr>
            <p:spPr>
              <a:xfrm>
                <a:off x="3350075" y="659250"/>
                <a:ext cx="840625" cy="564600"/>
              </a:xfrm>
              <a:custGeom>
                <a:avLst/>
                <a:gdLst/>
                <a:ahLst/>
                <a:cxnLst/>
                <a:rect l="l" t="t" r="r" b="b"/>
                <a:pathLst>
                  <a:path w="33625" h="22584" extrusionOk="0">
                    <a:moveTo>
                      <a:pt x="9740" y="0"/>
                    </a:moveTo>
                    <a:cubicBezTo>
                      <a:pt x="4603" y="0"/>
                      <a:pt x="334" y="4037"/>
                      <a:pt x="0" y="9107"/>
                    </a:cubicBezTo>
                    <a:cubicBezTo>
                      <a:pt x="0" y="9307"/>
                      <a:pt x="0" y="9507"/>
                      <a:pt x="0" y="9741"/>
                    </a:cubicBezTo>
                    <a:lnTo>
                      <a:pt x="0" y="13310"/>
                    </a:lnTo>
                    <a:cubicBezTo>
                      <a:pt x="0" y="13443"/>
                      <a:pt x="0" y="13610"/>
                      <a:pt x="0" y="13744"/>
                    </a:cubicBezTo>
                    <a:lnTo>
                      <a:pt x="0" y="17279"/>
                    </a:lnTo>
                    <a:cubicBezTo>
                      <a:pt x="1901" y="16546"/>
                      <a:pt x="3970" y="16145"/>
                      <a:pt x="6104" y="16145"/>
                    </a:cubicBezTo>
                    <a:cubicBezTo>
                      <a:pt x="9774" y="16145"/>
                      <a:pt x="13176" y="17313"/>
                      <a:pt x="15978" y="19281"/>
                    </a:cubicBezTo>
                    <a:lnTo>
                      <a:pt x="16011" y="19281"/>
                    </a:lnTo>
                    <a:cubicBezTo>
                      <a:pt x="16078" y="19348"/>
                      <a:pt x="16145" y="19414"/>
                      <a:pt x="16245" y="19448"/>
                    </a:cubicBezTo>
                    <a:cubicBezTo>
                      <a:pt x="16245" y="19448"/>
                      <a:pt x="16245" y="19481"/>
                      <a:pt x="16245" y="19481"/>
                    </a:cubicBezTo>
                    <a:cubicBezTo>
                      <a:pt x="19047" y="21449"/>
                      <a:pt x="22449" y="22583"/>
                      <a:pt x="26119" y="22583"/>
                    </a:cubicBezTo>
                    <a:cubicBezTo>
                      <a:pt x="28787" y="22583"/>
                      <a:pt x="31322" y="21983"/>
                      <a:pt x="33591" y="20882"/>
                    </a:cubicBezTo>
                    <a:lnTo>
                      <a:pt x="33591" y="13744"/>
                    </a:lnTo>
                    <a:cubicBezTo>
                      <a:pt x="33624" y="13610"/>
                      <a:pt x="33624" y="13443"/>
                      <a:pt x="33624" y="13310"/>
                    </a:cubicBezTo>
                    <a:lnTo>
                      <a:pt x="33624" y="9741"/>
                    </a:lnTo>
                    <a:cubicBezTo>
                      <a:pt x="33624" y="9507"/>
                      <a:pt x="33624" y="9307"/>
                      <a:pt x="33591" y="9107"/>
                    </a:cubicBezTo>
                    <a:cubicBezTo>
                      <a:pt x="33257" y="4037"/>
                      <a:pt x="29021" y="0"/>
                      <a:pt x="23884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6"/>
              <p:cNvSpPr/>
              <p:nvPr/>
            </p:nvSpPr>
            <p:spPr>
              <a:xfrm>
                <a:off x="3350075" y="1062875"/>
                <a:ext cx="839775" cy="753050"/>
              </a:xfrm>
              <a:custGeom>
                <a:avLst/>
                <a:gdLst/>
                <a:ahLst/>
                <a:cxnLst/>
                <a:rect l="l" t="t" r="r" b="b"/>
                <a:pathLst>
                  <a:path w="33591" h="30122" extrusionOk="0">
                    <a:moveTo>
                      <a:pt x="6104" y="0"/>
                    </a:moveTo>
                    <a:cubicBezTo>
                      <a:pt x="3970" y="0"/>
                      <a:pt x="1901" y="401"/>
                      <a:pt x="0" y="1134"/>
                    </a:cubicBezTo>
                    <a:lnTo>
                      <a:pt x="0" y="19081"/>
                    </a:lnTo>
                    <a:cubicBezTo>
                      <a:pt x="0" y="19448"/>
                      <a:pt x="33" y="22049"/>
                      <a:pt x="100" y="22416"/>
                    </a:cubicBezTo>
                    <a:cubicBezTo>
                      <a:pt x="767" y="26953"/>
                      <a:pt x="4670" y="30122"/>
                      <a:pt x="12309" y="30122"/>
                    </a:cubicBezTo>
                    <a:lnTo>
                      <a:pt x="21282" y="30122"/>
                    </a:lnTo>
                    <a:cubicBezTo>
                      <a:pt x="28954" y="30122"/>
                      <a:pt x="32857" y="26953"/>
                      <a:pt x="33524" y="22416"/>
                    </a:cubicBezTo>
                    <a:cubicBezTo>
                      <a:pt x="33591" y="22049"/>
                      <a:pt x="33591" y="19448"/>
                      <a:pt x="33591" y="19081"/>
                    </a:cubicBezTo>
                    <a:lnTo>
                      <a:pt x="33591" y="4737"/>
                    </a:lnTo>
                    <a:cubicBezTo>
                      <a:pt x="31322" y="5838"/>
                      <a:pt x="28787" y="6438"/>
                      <a:pt x="26119" y="6438"/>
                    </a:cubicBezTo>
                    <a:cubicBezTo>
                      <a:pt x="22449" y="6438"/>
                      <a:pt x="19047" y="5304"/>
                      <a:pt x="16245" y="3336"/>
                    </a:cubicBezTo>
                    <a:cubicBezTo>
                      <a:pt x="16245" y="3336"/>
                      <a:pt x="16245" y="3303"/>
                      <a:pt x="16245" y="3303"/>
                    </a:cubicBezTo>
                    <a:cubicBezTo>
                      <a:pt x="16145" y="3269"/>
                      <a:pt x="16078" y="3203"/>
                      <a:pt x="16011" y="3136"/>
                    </a:cubicBezTo>
                    <a:lnTo>
                      <a:pt x="15978" y="3136"/>
                    </a:lnTo>
                    <a:cubicBezTo>
                      <a:pt x="13176" y="1168"/>
                      <a:pt x="9774" y="0"/>
                      <a:pt x="6104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6"/>
              <p:cNvSpPr/>
              <p:nvPr/>
            </p:nvSpPr>
            <p:spPr>
              <a:xfrm>
                <a:off x="3643600" y="1066200"/>
                <a:ext cx="226025" cy="226025"/>
              </a:xfrm>
              <a:custGeom>
                <a:avLst/>
                <a:gdLst/>
                <a:ahLst/>
                <a:cxnLst/>
                <a:rect l="l" t="t" r="r" b="b"/>
                <a:pathLst>
                  <a:path w="9041" h="9041" extrusionOk="0">
                    <a:moveTo>
                      <a:pt x="4504" y="1"/>
                    </a:moveTo>
                    <a:cubicBezTo>
                      <a:pt x="2036" y="1"/>
                      <a:pt x="1" y="2036"/>
                      <a:pt x="1" y="4537"/>
                    </a:cubicBezTo>
                    <a:cubicBezTo>
                      <a:pt x="1" y="7039"/>
                      <a:pt x="2036" y="9041"/>
                      <a:pt x="4504" y="9041"/>
                    </a:cubicBezTo>
                    <a:cubicBezTo>
                      <a:pt x="7006" y="9041"/>
                      <a:pt x="9041" y="7039"/>
                      <a:pt x="9041" y="4537"/>
                    </a:cubicBezTo>
                    <a:cubicBezTo>
                      <a:pt x="9041" y="2036"/>
                      <a:pt x="7006" y="1"/>
                      <a:pt x="4504" y="1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6"/>
              <p:cNvSpPr/>
              <p:nvPr/>
            </p:nvSpPr>
            <p:spPr>
              <a:xfrm>
                <a:off x="3691975" y="1117075"/>
                <a:ext cx="129275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5171" extrusionOk="0">
                    <a:moveTo>
                      <a:pt x="1668" y="1"/>
                    </a:moveTo>
                    <a:lnTo>
                      <a:pt x="1668" y="1668"/>
                    </a:lnTo>
                    <a:lnTo>
                      <a:pt x="0" y="1668"/>
                    </a:lnTo>
                    <a:lnTo>
                      <a:pt x="0" y="3503"/>
                    </a:lnTo>
                    <a:lnTo>
                      <a:pt x="1668" y="3503"/>
                    </a:lnTo>
                    <a:lnTo>
                      <a:pt x="1668" y="5171"/>
                    </a:lnTo>
                    <a:lnTo>
                      <a:pt x="3503" y="5171"/>
                    </a:lnTo>
                    <a:lnTo>
                      <a:pt x="3503" y="3503"/>
                    </a:lnTo>
                    <a:lnTo>
                      <a:pt x="5171" y="3503"/>
                    </a:lnTo>
                    <a:lnTo>
                      <a:pt x="5171" y="1668"/>
                    </a:lnTo>
                    <a:lnTo>
                      <a:pt x="3503" y="1668"/>
                    </a:lnTo>
                    <a:lnTo>
                      <a:pt x="3503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6"/>
              <p:cNvSpPr/>
              <p:nvPr/>
            </p:nvSpPr>
            <p:spPr>
              <a:xfrm>
                <a:off x="3407600" y="870225"/>
                <a:ext cx="103425" cy="5446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21784" extrusionOk="0">
                    <a:moveTo>
                      <a:pt x="2069" y="1"/>
                    </a:moveTo>
                    <a:cubicBezTo>
                      <a:pt x="935" y="1"/>
                      <a:pt x="1" y="935"/>
                      <a:pt x="1" y="2069"/>
                    </a:cubicBezTo>
                    <a:lnTo>
                      <a:pt x="1" y="19715"/>
                    </a:lnTo>
                    <a:cubicBezTo>
                      <a:pt x="1" y="20849"/>
                      <a:pt x="935" y="21783"/>
                      <a:pt x="2069" y="21783"/>
                    </a:cubicBezTo>
                    <a:cubicBezTo>
                      <a:pt x="3203" y="21783"/>
                      <a:pt x="4137" y="20849"/>
                      <a:pt x="4137" y="19715"/>
                    </a:cubicBezTo>
                    <a:lnTo>
                      <a:pt x="4137" y="2069"/>
                    </a:lnTo>
                    <a:cubicBezTo>
                      <a:pt x="4137" y="935"/>
                      <a:pt x="3203" y="1"/>
                      <a:pt x="2069" y="1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6"/>
              <p:cNvSpPr/>
              <p:nvPr/>
            </p:nvSpPr>
            <p:spPr>
              <a:xfrm>
                <a:off x="3407600" y="1450650"/>
                <a:ext cx="103425" cy="109275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4371" extrusionOk="0">
                    <a:moveTo>
                      <a:pt x="2069" y="0"/>
                    </a:moveTo>
                    <a:cubicBezTo>
                      <a:pt x="935" y="0"/>
                      <a:pt x="1" y="934"/>
                      <a:pt x="1" y="2069"/>
                    </a:cubicBezTo>
                    <a:lnTo>
                      <a:pt x="1" y="2302"/>
                    </a:lnTo>
                    <a:cubicBezTo>
                      <a:pt x="1" y="3470"/>
                      <a:pt x="935" y="4370"/>
                      <a:pt x="2069" y="4370"/>
                    </a:cubicBezTo>
                    <a:cubicBezTo>
                      <a:pt x="3203" y="4370"/>
                      <a:pt x="4137" y="3470"/>
                      <a:pt x="4137" y="2302"/>
                    </a:cubicBezTo>
                    <a:lnTo>
                      <a:pt x="4137" y="2069"/>
                    </a:lnTo>
                    <a:cubicBezTo>
                      <a:pt x="4137" y="934"/>
                      <a:pt x="3203" y="0"/>
                      <a:pt x="2069" y="0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6"/>
              <p:cNvSpPr/>
              <p:nvPr/>
            </p:nvSpPr>
            <p:spPr>
              <a:xfrm>
                <a:off x="3906300" y="1590750"/>
                <a:ext cx="86750" cy="83425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337" extrusionOk="0">
                    <a:moveTo>
                      <a:pt x="1735" y="834"/>
                    </a:moveTo>
                    <a:cubicBezTo>
                      <a:pt x="2235" y="834"/>
                      <a:pt x="2569" y="1201"/>
                      <a:pt x="2569" y="1668"/>
                    </a:cubicBezTo>
                    <a:cubicBezTo>
                      <a:pt x="2569" y="2135"/>
                      <a:pt x="2235" y="2502"/>
                      <a:pt x="1735" y="2502"/>
                    </a:cubicBezTo>
                    <a:cubicBezTo>
                      <a:pt x="1268" y="2502"/>
                      <a:pt x="934" y="2135"/>
                      <a:pt x="934" y="1668"/>
                    </a:cubicBezTo>
                    <a:cubicBezTo>
                      <a:pt x="934" y="1201"/>
                      <a:pt x="1268" y="834"/>
                      <a:pt x="1735" y="834"/>
                    </a:cubicBezTo>
                    <a:close/>
                    <a:moveTo>
                      <a:pt x="1735" y="0"/>
                    </a:moveTo>
                    <a:cubicBezTo>
                      <a:pt x="801" y="0"/>
                      <a:pt x="0" y="768"/>
                      <a:pt x="0" y="1668"/>
                    </a:cubicBezTo>
                    <a:cubicBezTo>
                      <a:pt x="0" y="2602"/>
                      <a:pt x="801" y="3336"/>
                      <a:pt x="1735" y="3336"/>
                    </a:cubicBezTo>
                    <a:cubicBezTo>
                      <a:pt x="2702" y="3336"/>
                      <a:pt x="3469" y="2602"/>
                      <a:pt x="3469" y="1668"/>
                    </a:cubicBezTo>
                    <a:cubicBezTo>
                      <a:pt x="3469" y="768"/>
                      <a:pt x="2702" y="0"/>
                      <a:pt x="173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6"/>
              <p:cNvSpPr/>
              <p:nvPr/>
            </p:nvSpPr>
            <p:spPr>
              <a:xfrm>
                <a:off x="4003025" y="1611600"/>
                <a:ext cx="5672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69" extrusionOk="0">
                    <a:moveTo>
                      <a:pt x="835" y="0"/>
                    </a:moveTo>
                    <a:lnTo>
                      <a:pt x="835" y="834"/>
                    </a:lnTo>
                    <a:lnTo>
                      <a:pt x="1" y="834"/>
                    </a:lnTo>
                    <a:lnTo>
                      <a:pt x="1" y="1435"/>
                    </a:lnTo>
                    <a:lnTo>
                      <a:pt x="835" y="1435"/>
                    </a:lnTo>
                    <a:lnTo>
                      <a:pt x="835" y="2269"/>
                    </a:lnTo>
                    <a:lnTo>
                      <a:pt x="1435" y="2269"/>
                    </a:lnTo>
                    <a:lnTo>
                      <a:pt x="1435" y="1435"/>
                    </a:lnTo>
                    <a:lnTo>
                      <a:pt x="2269" y="1435"/>
                    </a:lnTo>
                    <a:lnTo>
                      <a:pt x="2269" y="834"/>
                    </a:lnTo>
                    <a:lnTo>
                      <a:pt x="1435" y="834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0" name="Google Shape;1170;p46"/>
          <p:cNvSpPr txBox="1">
            <a:spLocks noGrp="1"/>
          </p:cNvSpPr>
          <p:nvPr>
            <p:ph type="ctrTitle"/>
          </p:nvPr>
        </p:nvSpPr>
        <p:spPr>
          <a:xfrm>
            <a:off x="3394955" y="874354"/>
            <a:ext cx="5247900" cy="29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 dirty="0"/>
              <a:t>BLOOD DONATION</a:t>
            </a:r>
            <a:r>
              <a:rPr lang="en" sz="6400" dirty="0">
                <a:solidFill>
                  <a:schemeClr val="accent3"/>
                </a:solidFill>
              </a:rPr>
              <a:t> </a:t>
            </a:r>
            <a:r>
              <a:rPr lang="en" sz="5400" dirty="0">
                <a:solidFill>
                  <a:schemeClr val="accent3"/>
                </a:solidFill>
              </a:rPr>
              <a:t>MANAGEMENT SYSTEM</a:t>
            </a:r>
            <a:endParaRPr sz="5400" dirty="0">
              <a:solidFill>
                <a:schemeClr val="accent3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C2D13D-94F1-5C33-0C10-98AD3850DBE4}"/>
              </a:ext>
            </a:extLst>
          </p:cNvPr>
          <p:cNvSpPr/>
          <p:nvPr/>
        </p:nvSpPr>
        <p:spPr>
          <a:xfrm rot="1008022">
            <a:off x="8949464" y="522840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5EA7C5-6420-0709-F2A0-FDF468A79FFC}"/>
              </a:ext>
            </a:extLst>
          </p:cNvPr>
          <p:cNvSpPr/>
          <p:nvPr/>
        </p:nvSpPr>
        <p:spPr>
          <a:xfrm rot="1008022">
            <a:off x="9005627" y="1282788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674DFC-ABBD-E52C-B510-A372FBD0DF9C}"/>
              </a:ext>
            </a:extLst>
          </p:cNvPr>
          <p:cNvSpPr/>
          <p:nvPr/>
        </p:nvSpPr>
        <p:spPr>
          <a:xfrm rot="1008022">
            <a:off x="9035342" y="2119128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14F4DE-6514-6F24-915D-F2FE48A4F4F1}"/>
              </a:ext>
            </a:extLst>
          </p:cNvPr>
          <p:cNvSpPr/>
          <p:nvPr/>
        </p:nvSpPr>
        <p:spPr>
          <a:xfrm rot="1008022">
            <a:off x="9052384" y="2898568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3CB3AA-B481-8050-6611-E86404CC1F6C}"/>
              </a:ext>
            </a:extLst>
          </p:cNvPr>
          <p:cNvSpPr/>
          <p:nvPr/>
        </p:nvSpPr>
        <p:spPr>
          <a:xfrm rot="1008022">
            <a:off x="9072827" y="3599153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A8408D-BD12-8DB2-2ED2-78E4B61A6D71}"/>
              </a:ext>
            </a:extLst>
          </p:cNvPr>
          <p:cNvSpPr/>
          <p:nvPr/>
        </p:nvSpPr>
        <p:spPr>
          <a:xfrm rot="1008022">
            <a:off x="9052383" y="4315242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9F2EAB-DF49-22C7-79F3-7F3AE56508E8}"/>
              </a:ext>
            </a:extLst>
          </p:cNvPr>
          <p:cNvSpPr/>
          <p:nvPr/>
        </p:nvSpPr>
        <p:spPr>
          <a:xfrm rot="1008022">
            <a:off x="7210005" y="383082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0" name="Google Shape;1240;p49"/>
          <p:cNvGrpSpPr/>
          <p:nvPr/>
        </p:nvGrpSpPr>
        <p:grpSpPr>
          <a:xfrm>
            <a:off x="7334655" y="512318"/>
            <a:ext cx="659076" cy="795080"/>
            <a:chOff x="7334655" y="512318"/>
            <a:chExt cx="659076" cy="795080"/>
          </a:xfrm>
        </p:grpSpPr>
        <p:sp>
          <p:nvSpPr>
            <p:cNvPr id="1241" name="Google Shape;1241;p49"/>
            <p:cNvSpPr/>
            <p:nvPr/>
          </p:nvSpPr>
          <p:spPr>
            <a:xfrm rot="-121232">
              <a:off x="7348138" y="529107"/>
              <a:ext cx="632109" cy="761501"/>
            </a:xfrm>
            <a:custGeom>
              <a:avLst/>
              <a:gdLst/>
              <a:ahLst/>
              <a:cxnLst/>
              <a:rect l="l" t="t" r="r" b="b"/>
              <a:pathLst>
                <a:path w="25286" h="30462" extrusionOk="0">
                  <a:moveTo>
                    <a:pt x="8640" y="1"/>
                  </a:moveTo>
                  <a:lnTo>
                    <a:pt x="0" y="5938"/>
                  </a:lnTo>
                  <a:lnTo>
                    <a:pt x="2536" y="9608"/>
                  </a:lnTo>
                  <a:lnTo>
                    <a:pt x="3036" y="9274"/>
                  </a:lnTo>
                  <a:lnTo>
                    <a:pt x="16312" y="28488"/>
                  </a:lnTo>
                  <a:cubicBezTo>
                    <a:pt x="17180" y="29769"/>
                    <a:pt x="18612" y="30462"/>
                    <a:pt x="20075" y="30462"/>
                  </a:cubicBezTo>
                  <a:cubicBezTo>
                    <a:pt x="20974" y="30462"/>
                    <a:pt x="21884" y="30201"/>
                    <a:pt x="22683" y="29655"/>
                  </a:cubicBezTo>
                  <a:cubicBezTo>
                    <a:pt x="24751" y="28221"/>
                    <a:pt x="25285" y="25352"/>
                    <a:pt x="23851" y="23284"/>
                  </a:cubicBezTo>
                  <a:lnTo>
                    <a:pt x="10575" y="4070"/>
                  </a:lnTo>
                  <a:lnTo>
                    <a:pt x="11175" y="3670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2" name="Google Shape;1242;p49"/>
            <p:cNvGrpSpPr/>
            <p:nvPr/>
          </p:nvGrpSpPr>
          <p:grpSpPr>
            <a:xfrm rot="-121483">
              <a:off x="7348117" y="523244"/>
              <a:ext cx="632152" cy="773228"/>
              <a:chOff x="2104175" y="1433125"/>
              <a:chExt cx="632150" cy="773225"/>
            </a:xfrm>
          </p:grpSpPr>
          <p:sp>
            <p:nvSpPr>
              <p:cNvPr id="1243" name="Google Shape;1243;p49"/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9"/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9"/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9"/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9"/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9"/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9"/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9"/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9"/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9"/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9"/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9"/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9"/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9"/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ADC6EF3F-569C-C272-E1FF-B8ED2FEB2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6350" y="1458852"/>
            <a:ext cx="3164098" cy="188382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F417B60-FD11-4354-7DF5-A4C05460A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389" y="1554719"/>
            <a:ext cx="2914141" cy="180457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C388273-08F2-C293-7614-ECED66CA9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099" y="1457203"/>
            <a:ext cx="3322608" cy="182895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70FDEEA-9448-FBE6-F06B-FD8CC4E59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6653" y="3014242"/>
            <a:ext cx="3029975" cy="190821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9950F2A-A900-0F38-957E-56058E7A7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5178" y="3014242"/>
            <a:ext cx="3103133" cy="1889924"/>
          </a:xfrm>
          <a:prstGeom prst="rect">
            <a:avLst/>
          </a:prstGeom>
        </p:spPr>
      </p:pic>
      <p:pic>
        <p:nvPicPr>
          <p:cNvPr id="1282" name="Picture 1281">
            <a:extLst>
              <a:ext uri="{FF2B5EF4-FFF2-40B4-BE49-F238E27FC236}">
                <a16:creationId xmlns:a16="http://schemas.microsoft.com/office/drawing/2014/main" id="{23547F5C-7AA2-2D1E-9B8D-8B9F84EE1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3099" y="3051866"/>
            <a:ext cx="3133616" cy="1908213"/>
          </a:xfrm>
          <a:prstGeom prst="rect">
            <a:avLst/>
          </a:prstGeom>
        </p:spPr>
      </p:pic>
      <p:pic>
        <p:nvPicPr>
          <p:cNvPr id="1313" name="Picture 1312">
            <a:extLst>
              <a:ext uri="{FF2B5EF4-FFF2-40B4-BE49-F238E27FC236}">
                <a16:creationId xmlns:a16="http://schemas.microsoft.com/office/drawing/2014/main" id="{92621AE1-11FE-2A97-CCAD-E692315F2D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36" y="790956"/>
            <a:ext cx="7846232" cy="816935"/>
          </a:xfrm>
          <a:prstGeom prst="rect">
            <a:avLst/>
          </a:prstGeom>
        </p:spPr>
      </p:pic>
      <p:grpSp>
        <p:nvGrpSpPr>
          <p:cNvPr id="24" name="Google Shape;1147;p46">
            <a:extLst>
              <a:ext uri="{FF2B5EF4-FFF2-40B4-BE49-F238E27FC236}">
                <a16:creationId xmlns:a16="http://schemas.microsoft.com/office/drawing/2014/main" id="{6178668B-1B0C-9138-290A-45F8A5BEF6B0}"/>
              </a:ext>
            </a:extLst>
          </p:cNvPr>
          <p:cNvGrpSpPr/>
          <p:nvPr/>
        </p:nvGrpSpPr>
        <p:grpSpPr>
          <a:xfrm rot="-1033787">
            <a:off x="-783376" y="6098605"/>
            <a:ext cx="332173" cy="462023"/>
            <a:chOff x="6756725" y="1619650"/>
            <a:chExt cx="260225" cy="361950"/>
          </a:xfrm>
        </p:grpSpPr>
        <p:sp>
          <p:nvSpPr>
            <p:cNvPr id="25" name="Google Shape;1148;p46">
              <a:extLst>
                <a:ext uri="{FF2B5EF4-FFF2-40B4-BE49-F238E27FC236}">
                  <a16:creationId xmlns:a16="http://schemas.microsoft.com/office/drawing/2014/main" id="{7DBC1ADD-3906-AD70-FA18-3F591949A1A9}"/>
                </a:ext>
              </a:extLst>
            </p:cNvPr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49;p46">
              <a:extLst>
                <a:ext uri="{FF2B5EF4-FFF2-40B4-BE49-F238E27FC236}">
                  <a16:creationId xmlns:a16="http://schemas.microsoft.com/office/drawing/2014/main" id="{7B84AA29-7E16-3014-38BC-699E83D68226}"/>
                </a:ext>
              </a:extLst>
            </p:cNvPr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150;p46">
            <a:extLst>
              <a:ext uri="{FF2B5EF4-FFF2-40B4-BE49-F238E27FC236}">
                <a16:creationId xmlns:a16="http://schemas.microsoft.com/office/drawing/2014/main" id="{29E34ADC-CBB2-D27C-CC9A-F7C9ACDBAE64}"/>
              </a:ext>
            </a:extLst>
          </p:cNvPr>
          <p:cNvGrpSpPr/>
          <p:nvPr/>
        </p:nvGrpSpPr>
        <p:grpSpPr>
          <a:xfrm rot="16200000">
            <a:off x="-2396151" y="2227746"/>
            <a:ext cx="1816887" cy="551409"/>
            <a:chOff x="6584687" y="1153913"/>
            <a:chExt cx="1342529" cy="407460"/>
          </a:xfrm>
        </p:grpSpPr>
        <p:grpSp>
          <p:nvGrpSpPr>
            <p:cNvPr id="28" name="Google Shape;1151;p46">
              <a:extLst>
                <a:ext uri="{FF2B5EF4-FFF2-40B4-BE49-F238E27FC236}">
                  <a16:creationId xmlns:a16="http://schemas.microsoft.com/office/drawing/2014/main" id="{D1B6A463-8263-B6F8-51D8-E6A68CB7C357}"/>
                </a:ext>
              </a:extLst>
            </p:cNvPr>
            <p:cNvGrpSpPr/>
            <p:nvPr/>
          </p:nvGrpSpPr>
          <p:grpSpPr>
            <a:xfrm>
              <a:off x="6584687" y="1153913"/>
              <a:ext cx="1342529" cy="407460"/>
              <a:chOff x="6560374" y="923814"/>
              <a:chExt cx="1342529" cy="407460"/>
            </a:xfrm>
          </p:grpSpPr>
          <p:sp>
            <p:nvSpPr>
              <p:cNvPr id="45" name="Google Shape;1152;p46">
                <a:extLst>
                  <a:ext uri="{FF2B5EF4-FFF2-40B4-BE49-F238E27FC236}">
                    <a16:creationId xmlns:a16="http://schemas.microsoft.com/office/drawing/2014/main" id="{AF77F389-07D1-0B2A-A34E-BD3F14DCA8E6}"/>
                  </a:ext>
                </a:extLst>
              </p:cNvPr>
              <p:cNvSpPr/>
              <p:nvPr/>
            </p:nvSpPr>
            <p:spPr>
              <a:xfrm>
                <a:off x="7782241" y="965570"/>
                <a:ext cx="120662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1044" fill="none" extrusionOk="0">
                    <a:moveTo>
                      <a:pt x="1" y="1044"/>
                    </a:moveTo>
                    <a:lnTo>
                      <a:pt x="3882" y="0"/>
                    </a:lnTo>
                  </a:path>
                </a:pathLst>
              </a:custGeom>
              <a:noFill/>
              <a:ln w="762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153;p46">
                <a:extLst>
                  <a:ext uri="{FF2B5EF4-FFF2-40B4-BE49-F238E27FC236}">
                    <a16:creationId xmlns:a16="http://schemas.microsoft.com/office/drawing/2014/main" id="{ACA97DB0-CEB1-6753-C9DE-BB4BA2BE0521}"/>
                  </a:ext>
                </a:extLst>
              </p:cNvPr>
              <p:cNvSpPr/>
              <p:nvPr/>
            </p:nvSpPr>
            <p:spPr>
              <a:xfrm>
                <a:off x="6560374" y="923814"/>
                <a:ext cx="1188779" cy="407460"/>
              </a:xfrm>
              <a:custGeom>
                <a:avLst/>
                <a:gdLst/>
                <a:ahLst/>
                <a:cxnLst/>
                <a:rect l="l" t="t" r="r" b="b"/>
                <a:pathLst>
                  <a:path w="38249" h="13109" extrusionOk="0">
                    <a:moveTo>
                      <a:pt x="34555" y="0"/>
                    </a:moveTo>
                    <a:lnTo>
                      <a:pt x="11885" y="5648"/>
                    </a:lnTo>
                    <a:lnTo>
                      <a:pt x="12340" y="7709"/>
                    </a:lnTo>
                    <a:lnTo>
                      <a:pt x="1152" y="10385"/>
                    </a:lnTo>
                    <a:lnTo>
                      <a:pt x="884" y="9261"/>
                    </a:lnTo>
                    <a:cubicBezTo>
                      <a:pt x="349" y="9395"/>
                      <a:pt x="1" y="9930"/>
                      <a:pt x="135" y="10465"/>
                    </a:cubicBezTo>
                    <a:lnTo>
                      <a:pt x="590" y="12339"/>
                    </a:lnTo>
                    <a:cubicBezTo>
                      <a:pt x="706" y="12805"/>
                      <a:pt x="1127" y="13109"/>
                      <a:pt x="1588" y="13109"/>
                    </a:cubicBezTo>
                    <a:cubicBezTo>
                      <a:pt x="1656" y="13109"/>
                      <a:pt x="1725" y="13102"/>
                      <a:pt x="1794" y="13088"/>
                    </a:cubicBezTo>
                    <a:lnTo>
                      <a:pt x="1526" y="11964"/>
                    </a:lnTo>
                    <a:lnTo>
                      <a:pt x="12688" y="9288"/>
                    </a:lnTo>
                    <a:lnTo>
                      <a:pt x="13196" y="11616"/>
                    </a:lnTo>
                    <a:lnTo>
                      <a:pt x="35706" y="6076"/>
                    </a:lnTo>
                    <a:lnTo>
                      <a:pt x="35572" y="5353"/>
                    </a:lnTo>
                    <a:lnTo>
                      <a:pt x="35599" y="5326"/>
                    </a:lnTo>
                    <a:lnTo>
                      <a:pt x="35894" y="5273"/>
                    </a:lnTo>
                    <a:lnTo>
                      <a:pt x="36215" y="5193"/>
                    </a:lnTo>
                    <a:lnTo>
                      <a:pt x="36937" y="5032"/>
                    </a:lnTo>
                    <a:lnTo>
                      <a:pt x="36750" y="4042"/>
                    </a:lnTo>
                    <a:lnTo>
                      <a:pt x="36777" y="4042"/>
                    </a:lnTo>
                    <a:lnTo>
                      <a:pt x="37339" y="3935"/>
                    </a:lnTo>
                    <a:lnTo>
                      <a:pt x="38249" y="3774"/>
                    </a:lnTo>
                    <a:lnTo>
                      <a:pt x="37847" y="1526"/>
                    </a:lnTo>
                    <a:lnTo>
                      <a:pt x="36456" y="1793"/>
                    </a:lnTo>
                    <a:lnTo>
                      <a:pt x="36375" y="1820"/>
                    </a:lnTo>
                    <a:lnTo>
                      <a:pt x="36322" y="1820"/>
                    </a:lnTo>
                    <a:lnTo>
                      <a:pt x="36161" y="883"/>
                    </a:lnTo>
                    <a:lnTo>
                      <a:pt x="34957" y="1017"/>
                    </a:lnTo>
                    <a:lnTo>
                      <a:pt x="34743" y="1017"/>
                    </a:lnTo>
                    <a:lnTo>
                      <a:pt x="3455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" name="Google Shape;1154;p46">
              <a:extLst>
                <a:ext uri="{FF2B5EF4-FFF2-40B4-BE49-F238E27FC236}">
                  <a16:creationId xmlns:a16="http://schemas.microsoft.com/office/drawing/2014/main" id="{BE65DF6D-615F-A5FB-F9DC-F801B40A1C37}"/>
                </a:ext>
              </a:extLst>
            </p:cNvPr>
            <p:cNvGrpSpPr/>
            <p:nvPr/>
          </p:nvGrpSpPr>
          <p:grpSpPr>
            <a:xfrm>
              <a:off x="6585791" y="1153977"/>
              <a:ext cx="1188492" cy="407362"/>
              <a:chOff x="2905300" y="1408800"/>
              <a:chExt cx="956225" cy="327725"/>
            </a:xfrm>
          </p:grpSpPr>
          <p:sp>
            <p:nvSpPr>
              <p:cNvPr id="30" name="Google Shape;1155;p46">
                <a:extLst>
                  <a:ext uri="{FF2B5EF4-FFF2-40B4-BE49-F238E27FC236}">
                    <a16:creationId xmlns:a16="http://schemas.microsoft.com/office/drawing/2014/main" id="{62DD2354-F833-82C6-B31E-2172185A067C}"/>
                  </a:ext>
                </a:extLst>
              </p:cNvPr>
              <p:cNvSpPr/>
              <p:nvPr/>
            </p:nvSpPr>
            <p:spPr>
              <a:xfrm>
                <a:off x="3202400" y="1408800"/>
                <a:ext cx="595575" cy="290425"/>
              </a:xfrm>
              <a:custGeom>
                <a:avLst/>
                <a:gdLst/>
                <a:ahLst/>
                <a:cxnLst/>
                <a:rect l="l" t="t" r="r" b="b"/>
                <a:pathLst>
                  <a:path w="23823" h="11617" extrusionOk="0">
                    <a:moveTo>
                      <a:pt x="22671" y="0"/>
                    </a:moveTo>
                    <a:lnTo>
                      <a:pt x="1" y="5648"/>
                    </a:lnTo>
                    <a:lnTo>
                      <a:pt x="1312" y="11616"/>
                    </a:lnTo>
                    <a:lnTo>
                      <a:pt x="23822" y="6076"/>
                    </a:lnTo>
                    <a:lnTo>
                      <a:pt x="22671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56;p46">
                <a:extLst>
                  <a:ext uri="{FF2B5EF4-FFF2-40B4-BE49-F238E27FC236}">
                    <a16:creationId xmlns:a16="http://schemas.microsoft.com/office/drawing/2014/main" id="{C4B6DF24-4955-A1E8-6B47-2D17D88ED32F}"/>
                  </a:ext>
                </a:extLst>
              </p:cNvPr>
              <p:cNvSpPr/>
              <p:nvPr/>
            </p:nvSpPr>
            <p:spPr>
              <a:xfrm>
                <a:off x="3807975" y="1446925"/>
                <a:ext cx="53550" cy="64950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2598" extrusionOk="0">
                    <a:moveTo>
                      <a:pt x="1740" y="1"/>
                    </a:moveTo>
                    <a:lnTo>
                      <a:pt x="349" y="268"/>
                    </a:lnTo>
                    <a:lnTo>
                      <a:pt x="268" y="295"/>
                    </a:lnTo>
                    <a:lnTo>
                      <a:pt x="1" y="349"/>
                    </a:lnTo>
                    <a:lnTo>
                      <a:pt x="295" y="2597"/>
                    </a:lnTo>
                    <a:lnTo>
                      <a:pt x="670" y="2517"/>
                    </a:lnTo>
                    <a:lnTo>
                      <a:pt x="1232" y="2410"/>
                    </a:lnTo>
                    <a:lnTo>
                      <a:pt x="2142" y="2249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157;p46">
                <a:extLst>
                  <a:ext uri="{FF2B5EF4-FFF2-40B4-BE49-F238E27FC236}">
                    <a16:creationId xmlns:a16="http://schemas.microsoft.com/office/drawing/2014/main" id="{28D4E8B2-9DE6-DD91-9E82-D75EC3D192D5}"/>
                  </a:ext>
                </a:extLst>
              </p:cNvPr>
              <p:cNvSpPr/>
              <p:nvPr/>
            </p:nvSpPr>
            <p:spPr>
              <a:xfrm>
                <a:off x="3219800" y="1424175"/>
                <a:ext cx="559425" cy="258325"/>
              </a:xfrm>
              <a:custGeom>
                <a:avLst/>
                <a:gdLst/>
                <a:ahLst/>
                <a:cxnLst/>
                <a:rect l="l" t="t" r="r" b="b"/>
                <a:pathLst>
                  <a:path w="22377" h="10333" extrusionOk="0">
                    <a:moveTo>
                      <a:pt x="21360" y="1"/>
                    </a:moveTo>
                    <a:lnTo>
                      <a:pt x="19245" y="536"/>
                    </a:lnTo>
                    <a:lnTo>
                      <a:pt x="1" y="5488"/>
                    </a:lnTo>
                    <a:lnTo>
                      <a:pt x="1152" y="10332"/>
                    </a:lnTo>
                    <a:lnTo>
                      <a:pt x="22377" y="4926"/>
                    </a:lnTo>
                    <a:lnTo>
                      <a:pt x="21360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158;p46">
                <a:extLst>
                  <a:ext uri="{FF2B5EF4-FFF2-40B4-BE49-F238E27FC236}">
                    <a16:creationId xmlns:a16="http://schemas.microsoft.com/office/drawing/2014/main" id="{12E0EEB4-0758-389D-B330-76DD0C5A4C57}"/>
                  </a:ext>
                </a:extLst>
              </p:cNvPr>
              <p:cNvSpPr/>
              <p:nvPr/>
            </p:nvSpPr>
            <p:spPr>
              <a:xfrm>
                <a:off x="3662775" y="1441575"/>
                <a:ext cx="9400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009" fill="none" extrusionOk="0">
                    <a:moveTo>
                      <a:pt x="1" y="1"/>
                    </a:moveTo>
                    <a:lnTo>
                      <a:pt x="375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159;p46">
                <a:extLst>
                  <a:ext uri="{FF2B5EF4-FFF2-40B4-BE49-F238E27FC236}">
                    <a16:creationId xmlns:a16="http://schemas.microsoft.com/office/drawing/2014/main" id="{5B23FF57-2BC4-6775-E605-1761D9178E50}"/>
                  </a:ext>
                </a:extLst>
              </p:cNvPr>
              <p:cNvSpPr/>
              <p:nvPr/>
            </p:nvSpPr>
            <p:spPr>
              <a:xfrm>
                <a:off x="3604550" y="1454950"/>
                <a:ext cx="100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982" fill="none" extrusionOk="0">
                    <a:moveTo>
                      <a:pt x="1" y="1"/>
                    </a:moveTo>
                    <a:lnTo>
                      <a:pt x="402" y="1982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160;p46">
                <a:extLst>
                  <a:ext uri="{FF2B5EF4-FFF2-40B4-BE49-F238E27FC236}">
                    <a16:creationId xmlns:a16="http://schemas.microsoft.com/office/drawing/2014/main" id="{82960DC9-37FE-9BD5-F085-51C603810DA6}"/>
                  </a:ext>
                </a:extLst>
              </p:cNvPr>
              <p:cNvSpPr/>
              <p:nvPr/>
            </p:nvSpPr>
            <p:spPr>
              <a:xfrm>
                <a:off x="3553700" y="1471025"/>
                <a:ext cx="9400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1981" fill="none" extrusionOk="0">
                    <a:moveTo>
                      <a:pt x="1" y="0"/>
                    </a:moveTo>
                    <a:lnTo>
                      <a:pt x="375" y="1981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161;p46">
                <a:extLst>
                  <a:ext uri="{FF2B5EF4-FFF2-40B4-BE49-F238E27FC236}">
                    <a16:creationId xmlns:a16="http://schemas.microsoft.com/office/drawing/2014/main" id="{D351BB9D-7D7B-F099-E958-EDB8968DC8D6}"/>
                  </a:ext>
                </a:extLst>
              </p:cNvPr>
              <p:cNvSpPr/>
              <p:nvPr/>
            </p:nvSpPr>
            <p:spPr>
              <a:xfrm>
                <a:off x="3500850" y="1480400"/>
                <a:ext cx="9375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981" fill="none" extrusionOk="0">
                    <a:moveTo>
                      <a:pt x="0" y="0"/>
                    </a:moveTo>
                    <a:lnTo>
                      <a:pt x="375" y="1981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162;p46">
                <a:extLst>
                  <a:ext uri="{FF2B5EF4-FFF2-40B4-BE49-F238E27FC236}">
                    <a16:creationId xmlns:a16="http://schemas.microsoft.com/office/drawing/2014/main" id="{9804C6DD-A97F-269F-2EB8-EDE2487C39C9}"/>
                  </a:ext>
                </a:extLst>
              </p:cNvPr>
              <p:cNvSpPr/>
              <p:nvPr/>
            </p:nvSpPr>
            <p:spPr>
              <a:xfrm>
                <a:off x="3442625" y="1499125"/>
                <a:ext cx="10075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2008" fill="none" extrusionOk="0">
                    <a:moveTo>
                      <a:pt x="1" y="0"/>
                    </a:moveTo>
                    <a:lnTo>
                      <a:pt x="402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163;p46">
                <a:extLst>
                  <a:ext uri="{FF2B5EF4-FFF2-40B4-BE49-F238E27FC236}">
                    <a16:creationId xmlns:a16="http://schemas.microsoft.com/office/drawing/2014/main" id="{6A111947-2E1E-95BC-5FFD-5DDCDDD1C947}"/>
                  </a:ext>
                </a:extLst>
              </p:cNvPr>
              <p:cNvSpPr/>
              <p:nvPr/>
            </p:nvSpPr>
            <p:spPr>
              <a:xfrm>
                <a:off x="3382400" y="1512500"/>
                <a:ext cx="9400" cy="50225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009" fill="none" extrusionOk="0">
                    <a:moveTo>
                      <a:pt x="1" y="1"/>
                    </a:moveTo>
                    <a:lnTo>
                      <a:pt x="375" y="2008"/>
                    </a:lnTo>
                  </a:path>
                </a:pathLst>
              </a:custGeom>
              <a:noFill/>
              <a:ln w="9375" cap="rnd" cmpd="sng">
                <a:solidFill>
                  <a:srgbClr val="FAEDD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164;p46">
                <a:extLst>
                  <a:ext uri="{FF2B5EF4-FFF2-40B4-BE49-F238E27FC236}">
                    <a16:creationId xmlns:a16="http://schemas.microsoft.com/office/drawing/2014/main" id="{D8881753-4D76-25DC-786A-9DB761D87F8D}"/>
                  </a:ext>
                </a:extLst>
              </p:cNvPr>
              <p:cNvSpPr/>
              <p:nvPr/>
            </p:nvSpPr>
            <p:spPr>
              <a:xfrm>
                <a:off x="3700925" y="1424175"/>
                <a:ext cx="78300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4926" extrusionOk="0">
                    <a:moveTo>
                      <a:pt x="2115" y="1"/>
                    </a:moveTo>
                    <a:lnTo>
                      <a:pt x="0" y="536"/>
                    </a:lnTo>
                    <a:lnTo>
                      <a:pt x="3132" y="4926"/>
                    </a:lnTo>
                    <a:lnTo>
                      <a:pt x="2115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165;p46">
                <a:extLst>
                  <a:ext uri="{FF2B5EF4-FFF2-40B4-BE49-F238E27FC236}">
                    <a16:creationId xmlns:a16="http://schemas.microsoft.com/office/drawing/2014/main" id="{549BA76C-DC84-5784-D85A-F9C6DEA40FA1}"/>
                  </a:ext>
                </a:extLst>
              </p:cNvPr>
              <p:cNvSpPr/>
              <p:nvPr/>
            </p:nvSpPr>
            <p:spPr>
              <a:xfrm>
                <a:off x="3814675" y="1453625"/>
                <a:ext cx="18100" cy="5622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2249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402" y="2249"/>
                    </a:lnTo>
                    <a:lnTo>
                      <a:pt x="723" y="2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166;p46">
                <a:extLst>
                  <a:ext uri="{FF2B5EF4-FFF2-40B4-BE49-F238E27FC236}">
                    <a16:creationId xmlns:a16="http://schemas.microsoft.com/office/drawing/2014/main" id="{711A9B85-FD67-7E1F-68CE-89FBA74BDA9B}"/>
                  </a:ext>
                </a:extLst>
              </p:cNvPr>
              <p:cNvSpPr/>
              <p:nvPr/>
            </p:nvSpPr>
            <p:spPr>
              <a:xfrm>
                <a:off x="3772525" y="1430875"/>
                <a:ext cx="5622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4524" extrusionOk="0">
                    <a:moveTo>
                      <a:pt x="1472" y="0"/>
                    </a:moveTo>
                    <a:lnTo>
                      <a:pt x="268" y="134"/>
                    </a:lnTo>
                    <a:lnTo>
                      <a:pt x="187" y="134"/>
                    </a:lnTo>
                    <a:lnTo>
                      <a:pt x="0" y="161"/>
                    </a:lnTo>
                    <a:lnTo>
                      <a:pt x="643" y="4524"/>
                    </a:lnTo>
                    <a:lnTo>
                      <a:pt x="910" y="4443"/>
                    </a:lnTo>
                    <a:lnTo>
                      <a:pt x="1526" y="4310"/>
                    </a:lnTo>
                    <a:lnTo>
                      <a:pt x="2248" y="4149"/>
                    </a:lnTo>
                    <a:lnTo>
                      <a:pt x="147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167;p46">
                <a:extLst>
                  <a:ext uri="{FF2B5EF4-FFF2-40B4-BE49-F238E27FC236}">
                    <a16:creationId xmlns:a16="http://schemas.microsoft.com/office/drawing/2014/main" id="{AA066CA9-429E-2FCA-DA72-2E834150A56C}"/>
                  </a:ext>
                </a:extLst>
              </p:cNvPr>
              <p:cNvSpPr/>
              <p:nvPr/>
            </p:nvSpPr>
            <p:spPr>
              <a:xfrm>
                <a:off x="3777200" y="1434225"/>
                <a:ext cx="25450" cy="10775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4310" extrusionOk="0">
                    <a:moveTo>
                      <a:pt x="0" y="0"/>
                    </a:moveTo>
                    <a:lnTo>
                      <a:pt x="723" y="4309"/>
                    </a:lnTo>
                    <a:lnTo>
                      <a:pt x="1018" y="4256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168;p46">
                <a:extLst>
                  <a:ext uri="{FF2B5EF4-FFF2-40B4-BE49-F238E27FC236}">
                    <a16:creationId xmlns:a16="http://schemas.microsoft.com/office/drawing/2014/main" id="{51533C52-926E-9C6C-DF23-1F5FEC390675}"/>
                  </a:ext>
                </a:extLst>
              </p:cNvPr>
              <p:cNvSpPr/>
              <p:nvPr/>
            </p:nvSpPr>
            <p:spPr>
              <a:xfrm>
                <a:off x="2926050" y="1600825"/>
                <a:ext cx="302475" cy="109100"/>
              </a:xfrm>
              <a:custGeom>
                <a:avLst/>
                <a:gdLst/>
                <a:ahLst/>
                <a:cxnLst/>
                <a:rect l="l" t="t" r="r" b="b"/>
                <a:pathLst>
                  <a:path w="12099" h="4364" extrusionOk="0">
                    <a:moveTo>
                      <a:pt x="11724" y="1"/>
                    </a:moveTo>
                    <a:lnTo>
                      <a:pt x="1" y="2811"/>
                    </a:lnTo>
                    <a:lnTo>
                      <a:pt x="375" y="4364"/>
                    </a:lnTo>
                    <a:lnTo>
                      <a:pt x="12099" y="1553"/>
                    </a:lnTo>
                    <a:lnTo>
                      <a:pt x="11724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169;p46">
                <a:extLst>
                  <a:ext uri="{FF2B5EF4-FFF2-40B4-BE49-F238E27FC236}">
                    <a16:creationId xmlns:a16="http://schemas.microsoft.com/office/drawing/2014/main" id="{249CC5BF-771E-00EE-1CD1-CB0C3883B816}"/>
                  </a:ext>
                </a:extLst>
              </p:cNvPr>
              <p:cNvSpPr/>
              <p:nvPr/>
            </p:nvSpPr>
            <p:spPr>
              <a:xfrm>
                <a:off x="2905300" y="1640325"/>
                <a:ext cx="44875" cy="96200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3848" extrusionOk="0">
                    <a:moveTo>
                      <a:pt x="884" y="0"/>
                    </a:moveTo>
                    <a:cubicBezTo>
                      <a:pt x="349" y="134"/>
                      <a:pt x="1" y="669"/>
                      <a:pt x="135" y="1204"/>
                    </a:cubicBezTo>
                    <a:lnTo>
                      <a:pt x="590" y="3078"/>
                    </a:lnTo>
                    <a:cubicBezTo>
                      <a:pt x="706" y="3544"/>
                      <a:pt x="1127" y="3848"/>
                      <a:pt x="1588" y="3848"/>
                    </a:cubicBezTo>
                    <a:cubicBezTo>
                      <a:pt x="1656" y="3848"/>
                      <a:pt x="1725" y="3841"/>
                      <a:pt x="1794" y="3827"/>
                    </a:cubicBezTo>
                    <a:lnTo>
                      <a:pt x="884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" name="Google Shape;1132;p46">
            <a:extLst>
              <a:ext uri="{FF2B5EF4-FFF2-40B4-BE49-F238E27FC236}">
                <a16:creationId xmlns:a16="http://schemas.microsoft.com/office/drawing/2014/main" id="{AAB14ADB-6C77-A7F0-F874-336D4FD34FCA}"/>
              </a:ext>
            </a:extLst>
          </p:cNvPr>
          <p:cNvGrpSpPr/>
          <p:nvPr/>
        </p:nvGrpSpPr>
        <p:grpSpPr>
          <a:xfrm rot="19968521">
            <a:off x="2146578" y="6048258"/>
            <a:ext cx="3511770" cy="6630540"/>
            <a:chOff x="6263106" y="1610400"/>
            <a:chExt cx="1221750" cy="2306775"/>
          </a:xfrm>
        </p:grpSpPr>
        <p:sp>
          <p:nvSpPr>
            <p:cNvPr id="10" name="Google Shape;1133;p46">
              <a:extLst>
                <a:ext uri="{FF2B5EF4-FFF2-40B4-BE49-F238E27FC236}">
                  <a16:creationId xmlns:a16="http://schemas.microsoft.com/office/drawing/2014/main" id="{EDD77EC2-B83E-66EE-591E-5A2F02DE1861}"/>
                </a:ext>
              </a:extLst>
            </p:cNvPr>
            <p:cNvSpPr/>
            <p:nvPr/>
          </p:nvSpPr>
          <p:spPr>
            <a:xfrm>
              <a:off x="6263106" y="1610400"/>
              <a:ext cx="1221750" cy="2306775"/>
            </a:xfrm>
            <a:custGeom>
              <a:avLst/>
              <a:gdLst/>
              <a:ahLst/>
              <a:cxnLst/>
              <a:rect l="l" t="t" r="r" b="b"/>
              <a:pathLst>
                <a:path w="48870" h="92271" extrusionOk="0">
                  <a:moveTo>
                    <a:pt x="14276" y="0"/>
                  </a:moveTo>
                  <a:cubicBezTo>
                    <a:pt x="13938" y="0"/>
                    <a:pt x="12826" y="117"/>
                    <a:pt x="12043" y="1572"/>
                  </a:cubicBezTo>
                  <a:cubicBezTo>
                    <a:pt x="11242" y="3073"/>
                    <a:pt x="10408" y="4207"/>
                    <a:pt x="8507" y="4541"/>
                  </a:cubicBezTo>
                  <a:cubicBezTo>
                    <a:pt x="3103" y="4608"/>
                    <a:pt x="1" y="6342"/>
                    <a:pt x="1" y="11713"/>
                  </a:cubicBezTo>
                  <a:lnTo>
                    <a:pt x="1" y="47171"/>
                  </a:lnTo>
                  <a:cubicBezTo>
                    <a:pt x="1" y="47605"/>
                    <a:pt x="34" y="50741"/>
                    <a:pt x="101" y="51174"/>
                  </a:cubicBezTo>
                  <a:cubicBezTo>
                    <a:pt x="902" y="56645"/>
                    <a:pt x="5572" y="60448"/>
                    <a:pt x="14778" y="60448"/>
                  </a:cubicBezTo>
                  <a:lnTo>
                    <a:pt x="17680" y="60448"/>
                  </a:lnTo>
                  <a:cubicBezTo>
                    <a:pt x="17680" y="60581"/>
                    <a:pt x="17647" y="60715"/>
                    <a:pt x="17647" y="60881"/>
                  </a:cubicBezTo>
                  <a:lnTo>
                    <a:pt x="17647" y="62883"/>
                  </a:lnTo>
                  <a:cubicBezTo>
                    <a:pt x="17647" y="63850"/>
                    <a:pt x="18347" y="64684"/>
                    <a:pt x="19281" y="64851"/>
                  </a:cubicBezTo>
                  <a:cubicBezTo>
                    <a:pt x="19248" y="65218"/>
                    <a:pt x="19248" y="65618"/>
                    <a:pt x="19248" y="65985"/>
                  </a:cubicBezTo>
                  <a:cubicBezTo>
                    <a:pt x="19248" y="68620"/>
                    <a:pt x="19515" y="71556"/>
                    <a:pt x="21516" y="73590"/>
                  </a:cubicBezTo>
                  <a:cubicBezTo>
                    <a:pt x="22734" y="74828"/>
                    <a:pt x="24418" y="75469"/>
                    <a:pt x="26239" y="75469"/>
                  </a:cubicBezTo>
                  <a:cubicBezTo>
                    <a:pt x="27460" y="75469"/>
                    <a:pt x="28744" y="75180"/>
                    <a:pt x="29989" y="74591"/>
                  </a:cubicBezTo>
                  <a:cubicBezTo>
                    <a:pt x="31557" y="73857"/>
                    <a:pt x="32891" y="72823"/>
                    <a:pt x="34159" y="71789"/>
                  </a:cubicBezTo>
                  <a:cubicBezTo>
                    <a:pt x="34959" y="71189"/>
                    <a:pt x="35760" y="70522"/>
                    <a:pt x="36627" y="69954"/>
                  </a:cubicBezTo>
                  <a:cubicBezTo>
                    <a:pt x="38114" y="68987"/>
                    <a:pt x="39649" y="68501"/>
                    <a:pt x="41103" y="68501"/>
                  </a:cubicBezTo>
                  <a:cubicBezTo>
                    <a:pt x="42357" y="68501"/>
                    <a:pt x="43550" y="68862"/>
                    <a:pt x="44599" y="69588"/>
                  </a:cubicBezTo>
                  <a:cubicBezTo>
                    <a:pt x="46901" y="71155"/>
                    <a:pt x="47702" y="74057"/>
                    <a:pt x="46601" y="76593"/>
                  </a:cubicBezTo>
                  <a:cubicBezTo>
                    <a:pt x="46301" y="77260"/>
                    <a:pt x="45900" y="77893"/>
                    <a:pt x="45533" y="78494"/>
                  </a:cubicBezTo>
                  <a:cubicBezTo>
                    <a:pt x="45000" y="79361"/>
                    <a:pt x="44466" y="80228"/>
                    <a:pt x="44132" y="81229"/>
                  </a:cubicBezTo>
                  <a:cubicBezTo>
                    <a:pt x="44099" y="81396"/>
                    <a:pt x="44032" y="81596"/>
                    <a:pt x="43999" y="81763"/>
                  </a:cubicBezTo>
                  <a:lnTo>
                    <a:pt x="43165" y="81763"/>
                  </a:lnTo>
                  <a:lnTo>
                    <a:pt x="43165" y="83464"/>
                  </a:lnTo>
                  <a:lnTo>
                    <a:pt x="41497" y="83464"/>
                  </a:lnTo>
                  <a:cubicBezTo>
                    <a:pt x="40697" y="83464"/>
                    <a:pt x="40030" y="84098"/>
                    <a:pt x="40030" y="84932"/>
                  </a:cubicBezTo>
                  <a:lnTo>
                    <a:pt x="40030" y="90836"/>
                  </a:lnTo>
                  <a:cubicBezTo>
                    <a:pt x="40030" y="91637"/>
                    <a:pt x="40697" y="92270"/>
                    <a:pt x="41497" y="92270"/>
                  </a:cubicBezTo>
                  <a:lnTo>
                    <a:pt x="47401" y="92270"/>
                  </a:lnTo>
                  <a:cubicBezTo>
                    <a:pt x="48202" y="92270"/>
                    <a:pt x="48869" y="91637"/>
                    <a:pt x="48869" y="90836"/>
                  </a:cubicBezTo>
                  <a:lnTo>
                    <a:pt x="48869" y="84932"/>
                  </a:lnTo>
                  <a:cubicBezTo>
                    <a:pt x="48836" y="84098"/>
                    <a:pt x="48202" y="83464"/>
                    <a:pt x="47401" y="83464"/>
                  </a:cubicBezTo>
                  <a:lnTo>
                    <a:pt x="45734" y="83464"/>
                  </a:lnTo>
                  <a:lnTo>
                    <a:pt x="45734" y="81763"/>
                  </a:lnTo>
                  <a:lnTo>
                    <a:pt x="44733" y="81763"/>
                  </a:lnTo>
                  <a:cubicBezTo>
                    <a:pt x="44733" y="81663"/>
                    <a:pt x="44766" y="81563"/>
                    <a:pt x="44800" y="81463"/>
                  </a:cubicBezTo>
                  <a:cubicBezTo>
                    <a:pt x="45100" y="80529"/>
                    <a:pt x="45600" y="79728"/>
                    <a:pt x="46134" y="78861"/>
                  </a:cubicBezTo>
                  <a:cubicBezTo>
                    <a:pt x="46501" y="78227"/>
                    <a:pt x="46901" y="77593"/>
                    <a:pt x="47235" y="76893"/>
                  </a:cubicBezTo>
                  <a:cubicBezTo>
                    <a:pt x="48502" y="74024"/>
                    <a:pt x="47568" y="70788"/>
                    <a:pt x="45000" y="68987"/>
                  </a:cubicBezTo>
                  <a:cubicBezTo>
                    <a:pt x="43823" y="68182"/>
                    <a:pt x="42502" y="67779"/>
                    <a:pt x="41121" y="67779"/>
                  </a:cubicBezTo>
                  <a:cubicBezTo>
                    <a:pt x="39527" y="67779"/>
                    <a:pt x="37853" y="68315"/>
                    <a:pt x="36227" y="69387"/>
                  </a:cubicBezTo>
                  <a:cubicBezTo>
                    <a:pt x="35360" y="69954"/>
                    <a:pt x="34526" y="70622"/>
                    <a:pt x="33725" y="71255"/>
                  </a:cubicBezTo>
                  <a:cubicBezTo>
                    <a:pt x="32424" y="72289"/>
                    <a:pt x="31190" y="73257"/>
                    <a:pt x="29689" y="73957"/>
                  </a:cubicBezTo>
                  <a:cubicBezTo>
                    <a:pt x="28704" y="74434"/>
                    <a:pt x="27471" y="74769"/>
                    <a:pt x="26209" y="74769"/>
                  </a:cubicBezTo>
                  <a:cubicBezTo>
                    <a:pt x="24735" y="74769"/>
                    <a:pt x="23221" y="74312"/>
                    <a:pt x="22017" y="73090"/>
                  </a:cubicBezTo>
                  <a:cubicBezTo>
                    <a:pt x="20215" y="71255"/>
                    <a:pt x="19949" y="68453"/>
                    <a:pt x="19949" y="65985"/>
                  </a:cubicBezTo>
                  <a:cubicBezTo>
                    <a:pt x="19949" y="65618"/>
                    <a:pt x="19982" y="65218"/>
                    <a:pt x="19982" y="64851"/>
                  </a:cubicBezTo>
                  <a:cubicBezTo>
                    <a:pt x="20916" y="64684"/>
                    <a:pt x="21616" y="63850"/>
                    <a:pt x="21616" y="62883"/>
                  </a:cubicBezTo>
                  <a:lnTo>
                    <a:pt x="21616" y="60881"/>
                  </a:lnTo>
                  <a:cubicBezTo>
                    <a:pt x="21616" y="60715"/>
                    <a:pt x="21583" y="60581"/>
                    <a:pt x="21583" y="60448"/>
                  </a:cubicBezTo>
                  <a:lnTo>
                    <a:pt x="25586" y="60448"/>
                  </a:lnTo>
                  <a:cubicBezTo>
                    <a:pt x="34792" y="60448"/>
                    <a:pt x="39462" y="56645"/>
                    <a:pt x="40263" y="51174"/>
                  </a:cubicBezTo>
                  <a:cubicBezTo>
                    <a:pt x="40330" y="50741"/>
                    <a:pt x="40363" y="47605"/>
                    <a:pt x="40363" y="47171"/>
                  </a:cubicBezTo>
                  <a:lnTo>
                    <a:pt x="40363" y="11713"/>
                  </a:lnTo>
                  <a:cubicBezTo>
                    <a:pt x="40363" y="6342"/>
                    <a:pt x="37261" y="4608"/>
                    <a:pt x="31857" y="4541"/>
                  </a:cubicBezTo>
                  <a:cubicBezTo>
                    <a:pt x="29956" y="4207"/>
                    <a:pt x="29122" y="3073"/>
                    <a:pt x="28321" y="1572"/>
                  </a:cubicBezTo>
                  <a:cubicBezTo>
                    <a:pt x="27538" y="117"/>
                    <a:pt x="26426" y="0"/>
                    <a:pt x="26088" y="0"/>
                  </a:cubicBezTo>
                  <a:cubicBezTo>
                    <a:pt x="26023" y="0"/>
                    <a:pt x="25986" y="4"/>
                    <a:pt x="25986" y="4"/>
                  </a:cubicBezTo>
                  <a:lnTo>
                    <a:pt x="14378" y="4"/>
                  </a:lnTo>
                  <a:cubicBezTo>
                    <a:pt x="14378" y="4"/>
                    <a:pt x="14341" y="0"/>
                    <a:pt x="14276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34;p46">
              <a:extLst>
                <a:ext uri="{FF2B5EF4-FFF2-40B4-BE49-F238E27FC236}">
                  <a16:creationId xmlns:a16="http://schemas.microsoft.com/office/drawing/2014/main" id="{30A42DDD-5C9F-8B26-F260-4A241DE2FC7A}"/>
                </a:ext>
              </a:extLst>
            </p:cNvPr>
            <p:cNvGrpSpPr/>
            <p:nvPr/>
          </p:nvGrpSpPr>
          <p:grpSpPr>
            <a:xfrm>
              <a:off x="6263106" y="1610400"/>
              <a:ext cx="1221750" cy="2306775"/>
              <a:chOff x="3265825" y="425650"/>
              <a:chExt cx="1221750" cy="2306775"/>
            </a:xfrm>
          </p:grpSpPr>
          <p:sp>
            <p:nvSpPr>
              <p:cNvPr id="12" name="Google Shape;1135;p46">
                <a:extLst>
                  <a:ext uri="{FF2B5EF4-FFF2-40B4-BE49-F238E27FC236}">
                    <a16:creationId xmlns:a16="http://schemas.microsoft.com/office/drawing/2014/main" id="{5162EF7C-3E0E-B7FB-01C5-65DDB4D385A7}"/>
                  </a:ext>
                </a:extLst>
              </p:cNvPr>
              <p:cNvSpPr/>
              <p:nvPr/>
            </p:nvSpPr>
            <p:spPr>
              <a:xfrm>
                <a:off x="3747025" y="1945175"/>
                <a:ext cx="731375" cy="643800"/>
              </a:xfrm>
              <a:custGeom>
                <a:avLst/>
                <a:gdLst/>
                <a:ahLst/>
                <a:cxnLst/>
                <a:rect l="l" t="t" r="r" b="b"/>
                <a:pathLst>
                  <a:path w="29255" h="25752" extrusionOk="0">
                    <a:moveTo>
                      <a:pt x="300" y="0"/>
                    </a:moveTo>
                    <a:cubicBezTo>
                      <a:pt x="167" y="1635"/>
                      <a:pt x="0" y="3536"/>
                      <a:pt x="0" y="5204"/>
                    </a:cubicBezTo>
                    <a:cubicBezTo>
                      <a:pt x="0" y="7839"/>
                      <a:pt x="267" y="10775"/>
                      <a:pt x="2268" y="12809"/>
                    </a:cubicBezTo>
                    <a:cubicBezTo>
                      <a:pt x="3486" y="14047"/>
                      <a:pt x="5170" y="14688"/>
                      <a:pt x="6991" y="14688"/>
                    </a:cubicBezTo>
                    <a:cubicBezTo>
                      <a:pt x="8212" y="14688"/>
                      <a:pt x="9496" y="14399"/>
                      <a:pt x="10741" y="13810"/>
                    </a:cubicBezTo>
                    <a:cubicBezTo>
                      <a:pt x="12309" y="13076"/>
                      <a:pt x="13643" y="12042"/>
                      <a:pt x="14911" y="11008"/>
                    </a:cubicBezTo>
                    <a:cubicBezTo>
                      <a:pt x="15711" y="10408"/>
                      <a:pt x="16512" y="9741"/>
                      <a:pt x="17379" y="9173"/>
                    </a:cubicBezTo>
                    <a:cubicBezTo>
                      <a:pt x="18866" y="8206"/>
                      <a:pt x="20401" y="7720"/>
                      <a:pt x="21855" y="7720"/>
                    </a:cubicBezTo>
                    <a:cubicBezTo>
                      <a:pt x="23109" y="7720"/>
                      <a:pt x="24302" y="8081"/>
                      <a:pt x="25351" y="8807"/>
                    </a:cubicBezTo>
                    <a:cubicBezTo>
                      <a:pt x="27653" y="10374"/>
                      <a:pt x="28454" y="13276"/>
                      <a:pt x="27320" y="15812"/>
                    </a:cubicBezTo>
                    <a:cubicBezTo>
                      <a:pt x="27053" y="16479"/>
                      <a:pt x="26652" y="17112"/>
                      <a:pt x="26285" y="17713"/>
                    </a:cubicBezTo>
                    <a:cubicBezTo>
                      <a:pt x="25752" y="18580"/>
                      <a:pt x="25218" y="19447"/>
                      <a:pt x="24884" y="20448"/>
                    </a:cubicBezTo>
                    <a:cubicBezTo>
                      <a:pt x="24351" y="22083"/>
                      <a:pt x="24317" y="23817"/>
                      <a:pt x="24384" y="25418"/>
                    </a:cubicBezTo>
                    <a:cubicBezTo>
                      <a:pt x="24384" y="25619"/>
                      <a:pt x="24551" y="25752"/>
                      <a:pt x="24718" y="25752"/>
                    </a:cubicBezTo>
                    <a:lnTo>
                      <a:pt x="24751" y="25752"/>
                    </a:lnTo>
                    <a:cubicBezTo>
                      <a:pt x="24951" y="25752"/>
                      <a:pt x="25085" y="25585"/>
                      <a:pt x="25085" y="25418"/>
                    </a:cubicBezTo>
                    <a:cubicBezTo>
                      <a:pt x="25051" y="23851"/>
                      <a:pt x="25051" y="22216"/>
                      <a:pt x="25552" y="20648"/>
                    </a:cubicBezTo>
                    <a:cubicBezTo>
                      <a:pt x="25852" y="19748"/>
                      <a:pt x="26352" y="18947"/>
                      <a:pt x="26886" y="18080"/>
                    </a:cubicBezTo>
                    <a:cubicBezTo>
                      <a:pt x="27253" y="17446"/>
                      <a:pt x="27653" y="16812"/>
                      <a:pt x="27987" y="16112"/>
                    </a:cubicBezTo>
                    <a:cubicBezTo>
                      <a:pt x="29254" y="13243"/>
                      <a:pt x="28320" y="10007"/>
                      <a:pt x="25752" y="8206"/>
                    </a:cubicBezTo>
                    <a:cubicBezTo>
                      <a:pt x="24575" y="7401"/>
                      <a:pt x="23254" y="6998"/>
                      <a:pt x="21873" y="6998"/>
                    </a:cubicBezTo>
                    <a:cubicBezTo>
                      <a:pt x="20279" y="6998"/>
                      <a:pt x="18605" y="7534"/>
                      <a:pt x="16979" y="8606"/>
                    </a:cubicBezTo>
                    <a:cubicBezTo>
                      <a:pt x="16112" y="9173"/>
                      <a:pt x="15278" y="9841"/>
                      <a:pt x="14477" y="10474"/>
                    </a:cubicBezTo>
                    <a:cubicBezTo>
                      <a:pt x="13176" y="11508"/>
                      <a:pt x="11942" y="12476"/>
                      <a:pt x="10441" y="13176"/>
                    </a:cubicBezTo>
                    <a:cubicBezTo>
                      <a:pt x="9456" y="13653"/>
                      <a:pt x="8223" y="13988"/>
                      <a:pt x="6961" y="13988"/>
                    </a:cubicBezTo>
                    <a:cubicBezTo>
                      <a:pt x="5487" y="13988"/>
                      <a:pt x="3973" y="13531"/>
                      <a:pt x="2769" y="12309"/>
                    </a:cubicBezTo>
                    <a:cubicBezTo>
                      <a:pt x="967" y="10474"/>
                      <a:pt x="701" y="7672"/>
                      <a:pt x="701" y="5204"/>
                    </a:cubicBezTo>
                    <a:cubicBezTo>
                      <a:pt x="701" y="3569"/>
                      <a:pt x="867" y="1701"/>
                      <a:pt x="1001" y="67"/>
                    </a:cubicBezTo>
                    <a:lnTo>
                      <a:pt x="300" y="0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136;p46">
                <a:extLst>
                  <a:ext uri="{FF2B5EF4-FFF2-40B4-BE49-F238E27FC236}">
                    <a16:creationId xmlns:a16="http://schemas.microsoft.com/office/drawing/2014/main" id="{A10CA177-D193-1213-A1AC-86ABA04A334B}"/>
                  </a:ext>
                </a:extLst>
              </p:cNvPr>
              <p:cNvSpPr/>
              <p:nvPr/>
            </p:nvSpPr>
            <p:spPr>
              <a:xfrm>
                <a:off x="4266550" y="2469700"/>
                <a:ext cx="221025" cy="262725"/>
              </a:xfrm>
              <a:custGeom>
                <a:avLst/>
                <a:gdLst/>
                <a:ahLst/>
                <a:cxnLst/>
                <a:rect l="l" t="t" r="r" b="b"/>
                <a:pathLst>
                  <a:path w="8841" h="10509" extrusionOk="0">
                    <a:moveTo>
                      <a:pt x="3136" y="1"/>
                    </a:moveTo>
                    <a:lnTo>
                      <a:pt x="3136" y="1702"/>
                    </a:lnTo>
                    <a:lnTo>
                      <a:pt x="1468" y="1702"/>
                    </a:lnTo>
                    <a:cubicBezTo>
                      <a:pt x="668" y="1702"/>
                      <a:pt x="1" y="2336"/>
                      <a:pt x="1" y="3170"/>
                    </a:cubicBezTo>
                    <a:lnTo>
                      <a:pt x="1" y="9074"/>
                    </a:lnTo>
                    <a:cubicBezTo>
                      <a:pt x="1" y="9875"/>
                      <a:pt x="668" y="10508"/>
                      <a:pt x="1468" y="10508"/>
                    </a:cubicBezTo>
                    <a:lnTo>
                      <a:pt x="7372" y="10508"/>
                    </a:lnTo>
                    <a:cubicBezTo>
                      <a:pt x="8173" y="10508"/>
                      <a:pt x="8840" y="9875"/>
                      <a:pt x="8840" y="9074"/>
                    </a:cubicBezTo>
                    <a:lnTo>
                      <a:pt x="8840" y="3170"/>
                    </a:lnTo>
                    <a:cubicBezTo>
                      <a:pt x="8807" y="2336"/>
                      <a:pt x="8173" y="1702"/>
                      <a:pt x="7372" y="1702"/>
                    </a:cubicBezTo>
                    <a:lnTo>
                      <a:pt x="5705" y="1702"/>
                    </a:lnTo>
                    <a:lnTo>
                      <a:pt x="5705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137;p46">
                <a:extLst>
                  <a:ext uri="{FF2B5EF4-FFF2-40B4-BE49-F238E27FC236}">
                    <a16:creationId xmlns:a16="http://schemas.microsoft.com/office/drawing/2014/main" id="{9105C4DC-C3F5-E3D6-40A7-B40A5F60AC91}"/>
                  </a:ext>
                </a:extLst>
              </p:cNvPr>
              <p:cNvSpPr/>
              <p:nvPr/>
            </p:nvSpPr>
            <p:spPr>
              <a:xfrm>
                <a:off x="4295750" y="2541425"/>
                <a:ext cx="161800" cy="161800"/>
              </a:xfrm>
              <a:custGeom>
                <a:avLst/>
                <a:gdLst/>
                <a:ahLst/>
                <a:cxnLst/>
                <a:rect l="l" t="t" r="r" b="b"/>
                <a:pathLst>
                  <a:path w="6472" h="6472" extrusionOk="0">
                    <a:moveTo>
                      <a:pt x="1067" y="1"/>
                    </a:moveTo>
                    <a:cubicBezTo>
                      <a:pt x="500" y="1"/>
                      <a:pt x="0" y="468"/>
                      <a:pt x="0" y="1068"/>
                    </a:cubicBezTo>
                    <a:lnTo>
                      <a:pt x="0" y="5404"/>
                    </a:lnTo>
                    <a:cubicBezTo>
                      <a:pt x="0" y="6005"/>
                      <a:pt x="500" y="6472"/>
                      <a:pt x="1067" y="6472"/>
                    </a:cubicBezTo>
                    <a:lnTo>
                      <a:pt x="5404" y="6472"/>
                    </a:lnTo>
                    <a:cubicBezTo>
                      <a:pt x="6004" y="6472"/>
                      <a:pt x="6471" y="6005"/>
                      <a:pt x="6471" y="5404"/>
                    </a:cubicBezTo>
                    <a:lnTo>
                      <a:pt x="6471" y="1068"/>
                    </a:lnTo>
                    <a:cubicBezTo>
                      <a:pt x="6471" y="468"/>
                      <a:pt x="6004" y="1"/>
                      <a:pt x="54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138;p46">
                <a:extLst>
                  <a:ext uri="{FF2B5EF4-FFF2-40B4-BE49-F238E27FC236}">
                    <a16:creationId xmlns:a16="http://schemas.microsoft.com/office/drawing/2014/main" id="{A38AD6C9-53FE-A89E-492C-41E75DF2DA94}"/>
                  </a:ext>
                </a:extLst>
              </p:cNvPr>
              <p:cNvSpPr/>
              <p:nvPr/>
            </p:nvSpPr>
            <p:spPr>
              <a:xfrm>
                <a:off x="3265825" y="425650"/>
                <a:ext cx="1009100" cy="1622125"/>
              </a:xfrm>
              <a:custGeom>
                <a:avLst/>
                <a:gdLst/>
                <a:ahLst/>
                <a:cxnLst/>
                <a:rect l="l" t="t" r="r" b="b"/>
                <a:pathLst>
                  <a:path w="40364" h="64885" extrusionOk="0">
                    <a:moveTo>
                      <a:pt x="14276" y="0"/>
                    </a:moveTo>
                    <a:cubicBezTo>
                      <a:pt x="13938" y="0"/>
                      <a:pt x="12826" y="117"/>
                      <a:pt x="12043" y="1572"/>
                    </a:cubicBezTo>
                    <a:cubicBezTo>
                      <a:pt x="11242" y="3073"/>
                      <a:pt x="10408" y="4207"/>
                      <a:pt x="8507" y="4541"/>
                    </a:cubicBezTo>
                    <a:cubicBezTo>
                      <a:pt x="3103" y="4608"/>
                      <a:pt x="1" y="6342"/>
                      <a:pt x="1" y="11713"/>
                    </a:cubicBezTo>
                    <a:lnTo>
                      <a:pt x="1" y="47171"/>
                    </a:lnTo>
                    <a:cubicBezTo>
                      <a:pt x="1" y="47605"/>
                      <a:pt x="34" y="50741"/>
                      <a:pt x="101" y="51174"/>
                    </a:cubicBezTo>
                    <a:cubicBezTo>
                      <a:pt x="902" y="56645"/>
                      <a:pt x="5572" y="60448"/>
                      <a:pt x="14778" y="60448"/>
                    </a:cubicBezTo>
                    <a:lnTo>
                      <a:pt x="17680" y="60448"/>
                    </a:lnTo>
                    <a:cubicBezTo>
                      <a:pt x="17647" y="60581"/>
                      <a:pt x="17647" y="60715"/>
                      <a:pt x="17647" y="60881"/>
                    </a:cubicBezTo>
                    <a:lnTo>
                      <a:pt x="17647" y="62883"/>
                    </a:lnTo>
                    <a:cubicBezTo>
                      <a:pt x="17647" y="63984"/>
                      <a:pt x="18548" y="64884"/>
                      <a:pt x="19615" y="64884"/>
                    </a:cubicBezTo>
                    <a:cubicBezTo>
                      <a:pt x="20716" y="64884"/>
                      <a:pt x="21616" y="63984"/>
                      <a:pt x="21616" y="62883"/>
                    </a:cubicBezTo>
                    <a:lnTo>
                      <a:pt x="21616" y="60881"/>
                    </a:lnTo>
                    <a:cubicBezTo>
                      <a:pt x="21616" y="60715"/>
                      <a:pt x="21583" y="60581"/>
                      <a:pt x="21583" y="60448"/>
                    </a:cubicBezTo>
                    <a:lnTo>
                      <a:pt x="25553" y="60448"/>
                    </a:lnTo>
                    <a:cubicBezTo>
                      <a:pt x="34792" y="60448"/>
                      <a:pt x="39462" y="56645"/>
                      <a:pt x="40263" y="51174"/>
                    </a:cubicBezTo>
                    <a:cubicBezTo>
                      <a:pt x="40330" y="50741"/>
                      <a:pt x="40363" y="47605"/>
                      <a:pt x="40363" y="47171"/>
                    </a:cubicBezTo>
                    <a:lnTo>
                      <a:pt x="40363" y="11713"/>
                    </a:lnTo>
                    <a:cubicBezTo>
                      <a:pt x="40363" y="6342"/>
                      <a:pt x="37261" y="4608"/>
                      <a:pt x="31857" y="4541"/>
                    </a:cubicBezTo>
                    <a:cubicBezTo>
                      <a:pt x="29956" y="4207"/>
                      <a:pt x="29122" y="3073"/>
                      <a:pt x="28321" y="1572"/>
                    </a:cubicBezTo>
                    <a:cubicBezTo>
                      <a:pt x="27538" y="117"/>
                      <a:pt x="26426" y="0"/>
                      <a:pt x="26088" y="0"/>
                    </a:cubicBezTo>
                    <a:cubicBezTo>
                      <a:pt x="26023" y="0"/>
                      <a:pt x="25986" y="4"/>
                      <a:pt x="25986" y="4"/>
                    </a:cubicBezTo>
                    <a:lnTo>
                      <a:pt x="14378" y="4"/>
                    </a:lnTo>
                    <a:cubicBezTo>
                      <a:pt x="14378" y="4"/>
                      <a:pt x="14341" y="0"/>
                      <a:pt x="14276" y="0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139;p46">
                <a:extLst>
                  <a:ext uri="{FF2B5EF4-FFF2-40B4-BE49-F238E27FC236}">
                    <a16:creationId xmlns:a16="http://schemas.microsoft.com/office/drawing/2014/main" id="{F074D80E-6481-7AB3-8632-8AAD9BD889A6}"/>
                  </a:ext>
                </a:extLst>
              </p:cNvPr>
              <p:cNvSpPr/>
              <p:nvPr/>
            </p:nvSpPr>
            <p:spPr>
              <a:xfrm>
                <a:off x="3350075" y="659250"/>
                <a:ext cx="840625" cy="564600"/>
              </a:xfrm>
              <a:custGeom>
                <a:avLst/>
                <a:gdLst/>
                <a:ahLst/>
                <a:cxnLst/>
                <a:rect l="l" t="t" r="r" b="b"/>
                <a:pathLst>
                  <a:path w="33625" h="22584" extrusionOk="0">
                    <a:moveTo>
                      <a:pt x="9740" y="0"/>
                    </a:moveTo>
                    <a:cubicBezTo>
                      <a:pt x="4603" y="0"/>
                      <a:pt x="334" y="4037"/>
                      <a:pt x="0" y="9107"/>
                    </a:cubicBezTo>
                    <a:cubicBezTo>
                      <a:pt x="0" y="9307"/>
                      <a:pt x="0" y="9507"/>
                      <a:pt x="0" y="9741"/>
                    </a:cubicBezTo>
                    <a:lnTo>
                      <a:pt x="0" y="13310"/>
                    </a:lnTo>
                    <a:cubicBezTo>
                      <a:pt x="0" y="13443"/>
                      <a:pt x="0" y="13610"/>
                      <a:pt x="0" y="13744"/>
                    </a:cubicBezTo>
                    <a:lnTo>
                      <a:pt x="0" y="17279"/>
                    </a:lnTo>
                    <a:cubicBezTo>
                      <a:pt x="1901" y="16546"/>
                      <a:pt x="3970" y="16145"/>
                      <a:pt x="6104" y="16145"/>
                    </a:cubicBezTo>
                    <a:cubicBezTo>
                      <a:pt x="9774" y="16145"/>
                      <a:pt x="13176" y="17313"/>
                      <a:pt x="15978" y="19281"/>
                    </a:cubicBezTo>
                    <a:lnTo>
                      <a:pt x="16011" y="19281"/>
                    </a:lnTo>
                    <a:cubicBezTo>
                      <a:pt x="16078" y="19348"/>
                      <a:pt x="16145" y="19414"/>
                      <a:pt x="16245" y="19448"/>
                    </a:cubicBezTo>
                    <a:cubicBezTo>
                      <a:pt x="16245" y="19448"/>
                      <a:pt x="16245" y="19481"/>
                      <a:pt x="16245" y="19481"/>
                    </a:cubicBezTo>
                    <a:cubicBezTo>
                      <a:pt x="19047" y="21449"/>
                      <a:pt x="22449" y="22583"/>
                      <a:pt x="26119" y="22583"/>
                    </a:cubicBezTo>
                    <a:cubicBezTo>
                      <a:pt x="28787" y="22583"/>
                      <a:pt x="31322" y="21983"/>
                      <a:pt x="33591" y="20882"/>
                    </a:cubicBezTo>
                    <a:lnTo>
                      <a:pt x="33591" y="13744"/>
                    </a:lnTo>
                    <a:cubicBezTo>
                      <a:pt x="33624" y="13610"/>
                      <a:pt x="33624" y="13443"/>
                      <a:pt x="33624" y="13310"/>
                    </a:cubicBezTo>
                    <a:lnTo>
                      <a:pt x="33624" y="9741"/>
                    </a:lnTo>
                    <a:cubicBezTo>
                      <a:pt x="33624" y="9507"/>
                      <a:pt x="33624" y="9307"/>
                      <a:pt x="33591" y="9107"/>
                    </a:cubicBezTo>
                    <a:cubicBezTo>
                      <a:pt x="33257" y="4037"/>
                      <a:pt x="29021" y="0"/>
                      <a:pt x="23884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140;p46">
                <a:extLst>
                  <a:ext uri="{FF2B5EF4-FFF2-40B4-BE49-F238E27FC236}">
                    <a16:creationId xmlns:a16="http://schemas.microsoft.com/office/drawing/2014/main" id="{DB2099E4-913A-AC1F-41F7-9A70339A89C1}"/>
                  </a:ext>
                </a:extLst>
              </p:cNvPr>
              <p:cNvSpPr/>
              <p:nvPr/>
            </p:nvSpPr>
            <p:spPr>
              <a:xfrm>
                <a:off x="3350075" y="1062875"/>
                <a:ext cx="839775" cy="753050"/>
              </a:xfrm>
              <a:custGeom>
                <a:avLst/>
                <a:gdLst/>
                <a:ahLst/>
                <a:cxnLst/>
                <a:rect l="l" t="t" r="r" b="b"/>
                <a:pathLst>
                  <a:path w="33591" h="30122" extrusionOk="0">
                    <a:moveTo>
                      <a:pt x="6104" y="0"/>
                    </a:moveTo>
                    <a:cubicBezTo>
                      <a:pt x="3970" y="0"/>
                      <a:pt x="1901" y="401"/>
                      <a:pt x="0" y="1134"/>
                    </a:cubicBezTo>
                    <a:lnTo>
                      <a:pt x="0" y="19081"/>
                    </a:lnTo>
                    <a:cubicBezTo>
                      <a:pt x="0" y="19448"/>
                      <a:pt x="33" y="22049"/>
                      <a:pt x="100" y="22416"/>
                    </a:cubicBezTo>
                    <a:cubicBezTo>
                      <a:pt x="767" y="26953"/>
                      <a:pt x="4670" y="30122"/>
                      <a:pt x="12309" y="30122"/>
                    </a:cubicBezTo>
                    <a:lnTo>
                      <a:pt x="21282" y="30122"/>
                    </a:lnTo>
                    <a:cubicBezTo>
                      <a:pt x="28954" y="30122"/>
                      <a:pt x="32857" y="26953"/>
                      <a:pt x="33524" y="22416"/>
                    </a:cubicBezTo>
                    <a:cubicBezTo>
                      <a:pt x="33591" y="22049"/>
                      <a:pt x="33591" y="19448"/>
                      <a:pt x="33591" y="19081"/>
                    </a:cubicBezTo>
                    <a:lnTo>
                      <a:pt x="33591" y="4737"/>
                    </a:lnTo>
                    <a:cubicBezTo>
                      <a:pt x="31322" y="5838"/>
                      <a:pt x="28787" y="6438"/>
                      <a:pt x="26119" y="6438"/>
                    </a:cubicBezTo>
                    <a:cubicBezTo>
                      <a:pt x="22449" y="6438"/>
                      <a:pt x="19047" y="5304"/>
                      <a:pt x="16245" y="3336"/>
                    </a:cubicBezTo>
                    <a:cubicBezTo>
                      <a:pt x="16245" y="3336"/>
                      <a:pt x="16245" y="3303"/>
                      <a:pt x="16245" y="3303"/>
                    </a:cubicBezTo>
                    <a:cubicBezTo>
                      <a:pt x="16145" y="3269"/>
                      <a:pt x="16078" y="3203"/>
                      <a:pt x="16011" y="3136"/>
                    </a:cubicBezTo>
                    <a:lnTo>
                      <a:pt x="15978" y="3136"/>
                    </a:lnTo>
                    <a:cubicBezTo>
                      <a:pt x="13176" y="1168"/>
                      <a:pt x="9774" y="0"/>
                      <a:pt x="6104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41;p46">
                <a:extLst>
                  <a:ext uri="{FF2B5EF4-FFF2-40B4-BE49-F238E27FC236}">
                    <a16:creationId xmlns:a16="http://schemas.microsoft.com/office/drawing/2014/main" id="{AB3D581F-49DE-8DB1-5FBA-85E7AA876743}"/>
                  </a:ext>
                </a:extLst>
              </p:cNvPr>
              <p:cNvSpPr/>
              <p:nvPr/>
            </p:nvSpPr>
            <p:spPr>
              <a:xfrm>
                <a:off x="3643600" y="1066200"/>
                <a:ext cx="226025" cy="226025"/>
              </a:xfrm>
              <a:custGeom>
                <a:avLst/>
                <a:gdLst/>
                <a:ahLst/>
                <a:cxnLst/>
                <a:rect l="l" t="t" r="r" b="b"/>
                <a:pathLst>
                  <a:path w="9041" h="9041" extrusionOk="0">
                    <a:moveTo>
                      <a:pt x="4504" y="1"/>
                    </a:moveTo>
                    <a:cubicBezTo>
                      <a:pt x="2036" y="1"/>
                      <a:pt x="1" y="2036"/>
                      <a:pt x="1" y="4537"/>
                    </a:cubicBezTo>
                    <a:cubicBezTo>
                      <a:pt x="1" y="7039"/>
                      <a:pt x="2036" y="9041"/>
                      <a:pt x="4504" y="9041"/>
                    </a:cubicBezTo>
                    <a:cubicBezTo>
                      <a:pt x="7006" y="9041"/>
                      <a:pt x="9041" y="7039"/>
                      <a:pt x="9041" y="4537"/>
                    </a:cubicBezTo>
                    <a:cubicBezTo>
                      <a:pt x="9041" y="2036"/>
                      <a:pt x="7006" y="1"/>
                      <a:pt x="4504" y="1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42;p46">
                <a:extLst>
                  <a:ext uri="{FF2B5EF4-FFF2-40B4-BE49-F238E27FC236}">
                    <a16:creationId xmlns:a16="http://schemas.microsoft.com/office/drawing/2014/main" id="{4BBDD94E-A495-7E1C-8487-24D6A0006203}"/>
                  </a:ext>
                </a:extLst>
              </p:cNvPr>
              <p:cNvSpPr/>
              <p:nvPr/>
            </p:nvSpPr>
            <p:spPr>
              <a:xfrm>
                <a:off x="3691975" y="1117075"/>
                <a:ext cx="129275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5171" extrusionOk="0">
                    <a:moveTo>
                      <a:pt x="1668" y="1"/>
                    </a:moveTo>
                    <a:lnTo>
                      <a:pt x="1668" y="1668"/>
                    </a:lnTo>
                    <a:lnTo>
                      <a:pt x="0" y="1668"/>
                    </a:lnTo>
                    <a:lnTo>
                      <a:pt x="0" y="3503"/>
                    </a:lnTo>
                    <a:lnTo>
                      <a:pt x="1668" y="3503"/>
                    </a:lnTo>
                    <a:lnTo>
                      <a:pt x="1668" y="5171"/>
                    </a:lnTo>
                    <a:lnTo>
                      <a:pt x="3503" y="5171"/>
                    </a:lnTo>
                    <a:lnTo>
                      <a:pt x="3503" y="3503"/>
                    </a:lnTo>
                    <a:lnTo>
                      <a:pt x="5171" y="3503"/>
                    </a:lnTo>
                    <a:lnTo>
                      <a:pt x="5171" y="1668"/>
                    </a:lnTo>
                    <a:lnTo>
                      <a:pt x="3503" y="1668"/>
                    </a:lnTo>
                    <a:lnTo>
                      <a:pt x="3503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143;p46">
                <a:extLst>
                  <a:ext uri="{FF2B5EF4-FFF2-40B4-BE49-F238E27FC236}">
                    <a16:creationId xmlns:a16="http://schemas.microsoft.com/office/drawing/2014/main" id="{6542E592-55F9-C65E-8E1B-7810B86E9ABF}"/>
                  </a:ext>
                </a:extLst>
              </p:cNvPr>
              <p:cNvSpPr/>
              <p:nvPr/>
            </p:nvSpPr>
            <p:spPr>
              <a:xfrm>
                <a:off x="3407600" y="870225"/>
                <a:ext cx="103425" cy="5446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21784" extrusionOk="0">
                    <a:moveTo>
                      <a:pt x="2069" y="1"/>
                    </a:moveTo>
                    <a:cubicBezTo>
                      <a:pt x="935" y="1"/>
                      <a:pt x="1" y="935"/>
                      <a:pt x="1" y="2069"/>
                    </a:cubicBezTo>
                    <a:lnTo>
                      <a:pt x="1" y="19715"/>
                    </a:lnTo>
                    <a:cubicBezTo>
                      <a:pt x="1" y="20849"/>
                      <a:pt x="935" y="21783"/>
                      <a:pt x="2069" y="21783"/>
                    </a:cubicBezTo>
                    <a:cubicBezTo>
                      <a:pt x="3203" y="21783"/>
                      <a:pt x="4137" y="20849"/>
                      <a:pt x="4137" y="19715"/>
                    </a:cubicBezTo>
                    <a:lnTo>
                      <a:pt x="4137" y="2069"/>
                    </a:lnTo>
                    <a:cubicBezTo>
                      <a:pt x="4137" y="935"/>
                      <a:pt x="3203" y="1"/>
                      <a:pt x="2069" y="1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44;p46">
                <a:extLst>
                  <a:ext uri="{FF2B5EF4-FFF2-40B4-BE49-F238E27FC236}">
                    <a16:creationId xmlns:a16="http://schemas.microsoft.com/office/drawing/2014/main" id="{FF452782-310E-9FD4-D51E-BE22A7ED5C11}"/>
                  </a:ext>
                </a:extLst>
              </p:cNvPr>
              <p:cNvSpPr/>
              <p:nvPr/>
            </p:nvSpPr>
            <p:spPr>
              <a:xfrm>
                <a:off x="3407600" y="1450650"/>
                <a:ext cx="103425" cy="109275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4371" extrusionOk="0">
                    <a:moveTo>
                      <a:pt x="2069" y="0"/>
                    </a:moveTo>
                    <a:cubicBezTo>
                      <a:pt x="935" y="0"/>
                      <a:pt x="1" y="934"/>
                      <a:pt x="1" y="2069"/>
                    </a:cubicBezTo>
                    <a:lnTo>
                      <a:pt x="1" y="2302"/>
                    </a:lnTo>
                    <a:cubicBezTo>
                      <a:pt x="1" y="3470"/>
                      <a:pt x="935" y="4370"/>
                      <a:pt x="2069" y="4370"/>
                    </a:cubicBezTo>
                    <a:cubicBezTo>
                      <a:pt x="3203" y="4370"/>
                      <a:pt x="4137" y="3470"/>
                      <a:pt x="4137" y="2302"/>
                    </a:cubicBezTo>
                    <a:lnTo>
                      <a:pt x="4137" y="2069"/>
                    </a:lnTo>
                    <a:cubicBezTo>
                      <a:pt x="4137" y="934"/>
                      <a:pt x="3203" y="0"/>
                      <a:pt x="2069" y="0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45;p46">
                <a:extLst>
                  <a:ext uri="{FF2B5EF4-FFF2-40B4-BE49-F238E27FC236}">
                    <a16:creationId xmlns:a16="http://schemas.microsoft.com/office/drawing/2014/main" id="{7328E5A6-0B8B-BE23-F518-440E19B32FA2}"/>
                  </a:ext>
                </a:extLst>
              </p:cNvPr>
              <p:cNvSpPr/>
              <p:nvPr/>
            </p:nvSpPr>
            <p:spPr>
              <a:xfrm>
                <a:off x="3906300" y="1590750"/>
                <a:ext cx="86750" cy="83425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337" extrusionOk="0">
                    <a:moveTo>
                      <a:pt x="1735" y="834"/>
                    </a:moveTo>
                    <a:cubicBezTo>
                      <a:pt x="2235" y="834"/>
                      <a:pt x="2569" y="1201"/>
                      <a:pt x="2569" y="1668"/>
                    </a:cubicBezTo>
                    <a:cubicBezTo>
                      <a:pt x="2569" y="2135"/>
                      <a:pt x="2235" y="2502"/>
                      <a:pt x="1735" y="2502"/>
                    </a:cubicBezTo>
                    <a:cubicBezTo>
                      <a:pt x="1268" y="2502"/>
                      <a:pt x="934" y="2135"/>
                      <a:pt x="934" y="1668"/>
                    </a:cubicBezTo>
                    <a:cubicBezTo>
                      <a:pt x="934" y="1201"/>
                      <a:pt x="1268" y="834"/>
                      <a:pt x="1735" y="834"/>
                    </a:cubicBezTo>
                    <a:close/>
                    <a:moveTo>
                      <a:pt x="1735" y="0"/>
                    </a:moveTo>
                    <a:cubicBezTo>
                      <a:pt x="801" y="0"/>
                      <a:pt x="0" y="768"/>
                      <a:pt x="0" y="1668"/>
                    </a:cubicBezTo>
                    <a:cubicBezTo>
                      <a:pt x="0" y="2602"/>
                      <a:pt x="801" y="3336"/>
                      <a:pt x="1735" y="3336"/>
                    </a:cubicBezTo>
                    <a:cubicBezTo>
                      <a:pt x="2702" y="3336"/>
                      <a:pt x="3469" y="2602"/>
                      <a:pt x="3469" y="1668"/>
                    </a:cubicBezTo>
                    <a:cubicBezTo>
                      <a:pt x="3469" y="768"/>
                      <a:pt x="2702" y="0"/>
                      <a:pt x="173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46;p46">
                <a:extLst>
                  <a:ext uri="{FF2B5EF4-FFF2-40B4-BE49-F238E27FC236}">
                    <a16:creationId xmlns:a16="http://schemas.microsoft.com/office/drawing/2014/main" id="{5D34A76F-6F94-3F3E-6A54-C6F6812E0548}"/>
                  </a:ext>
                </a:extLst>
              </p:cNvPr>
              <p:cNvSpPr/>
              <p:nvPr/>
            </p:nvSpPr>
            <p:spPr>
              <a:xfrm>
                <a:off x="4003025" y="1611600"/>
                <a:ext cx="5672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69" extrusionOk="0">
                    <a:moveTo>
                      <a:pt x="835" y="0"/>
                    </a:moveTo>
                    <a:lnTo>
                      <a:pt x="835" y="834"/>
                    </a:lnTo>
                    <a:lnTo>
                      <a:pt x="1" y="834"/>
                    </a:lnTo>
                    <a:lnTo>
                      <a:pt x="1" y="1435"/>
                    </a:lnTo>
                    <a:lnTo>
                      <a:pt x="835" y="1435"/>
                    </a:lnTo>
                    <a:lnTo>
                      <a:pt x="835" y="2269"/>
                    </a:lnTo>
                    <a:lnTo>
                      <a:pt x="1435" y="2269"/>
                    </a:lnTo>
                    <a:lnTo>
                      <a:pt x="1435" y="1435"/>
                    </a:lnTo>
                    <a:lnTo>
                      <a:pt x="2269" y="1435"/>
                    </a:lnTo>
                    <a:lnTo>
                      <a:pt x="2269" y="834"/>
                    </a:lnTo>
                    <a:lnTo>
                      <a:pt x="1435" y="834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789A2F-5372-FB21-94AA-C8D38F7B6C2E}"/>
              </a:ext>
            </a:extLst>
          </p:cNvPr>
          <p:cNvSpPr/>
          <p:nvPr/>
        </p:nvSpPr>
        <p:spPr>
          <a:xfrm rot="1008022">
            <a:off x="12915609" y="522839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335AB6-FFCA-C28C-7BAB-D8250FF18ECF}"/>
              </a:ext>
            </a:extLst>
          </p:cNvPr>
          <p:cNvSpPr/>
          <p:nvPr/>
        </p:nvSpPr>
        <p:spPr>
          <a:xfrm rot="1008022">
            <a:off x="12971772" y="1282787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313153-9E8A-C4E0-B41F-D4AB13F3F2FE}"/>
              </a:ext>
            </a:extLst>
          </p:cNvPr>
          <p:cNvSpPr/>
          <p:nvPr/>
        </p:nvSpPr>
        <p:spPr>
          <a:xfrm rot="1008022">
            <a:off x="13001487" y="2119127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852D3C-FA16-D92E-C3BE-126D608D0C28}"/>
              </a:ext>
            </a:extLst>
          </p:cNvPr>
          <p:cNvSpPr/>
          <p:nvPr/>
        </p:nvSpPr>
        <p:spPr>
          <a:xfrm rot="1008022">
            <a:off x="13018529" y="2898567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F3D328-223F-14E1-277E-C6BD0C07322A}"/>
              </a:ext>
            </a:extLst>
          </p:cNvPr>
          <p:cNvSpPr/>
          <p:nvPr/>
        </p:nvSpPr>
        <p:spPr>
          <a:xfrm rot="1008022">
            <a:off x="13038972" y="3599152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12D29C-0D61-BF86-E0F6-0203CD1F308B}"/>
              </a:ext>
            </a:extLst>
          </p:cNvPr>
          <p:cNvSpPr/>
          <p:nvPr/>
        </p:nvSpPr>
        <p:spPr>
          <a:xfrm rot="1008022">
            <a:off x="13018528" y="4315241"/>
            <a:ext cx="981063" cy="105151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oogle Shape;1284;p50">
            <a:extLst>
              <a:ext uri="{FF2B5EF4-FFF2-40B4-BE49-F238E27FC236}">
                <a16:creationId xmlns:a16="http://schemas.microsoft.com/office/drawing/2014/main" id="{0415BB21-A003-DC8E-DA8C-62B69937CCAE}"/>
              </a:ext>
            </a:extLst>
          </p:cNvPr>
          <p:cNvGrpSpPr/>
          <p:nvPr/>
        </p:nvGrpSpPr>
        <p:grpSpPr>
          <a:xfrm>
            <a:off x="-3131663" y="1379453"/>
            <a:ext cx="2832110" cy="2536999"/>
            <a:chOff x="474325" y="2953825"/>
            <a:chExt cx="1862250" cy="1668200"/>
          </a:xfrm>
        </p:grpSpPr>
        <p:sp>
          <p:nvSpPr>
            <p:cNvPr id="50" name="Google Shape;1285;p50">
              <a:extLst>
                <a:ext uri="{FF2B5EF4-FFF2-40B4-BE49-F238E27FC236}">
                  <a16:creationId xmlns:a16="http://schemas.microsoft.com/office/drawing/2014/main" id="{4BD90166-0742-00C3-F45D-F4D26F1F5BFF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6;p50">
              <a:extLst>
                <a:ext uri="{FF2B5EF4-FFF2-40B4-BE49-F238E27FC236}">
                  <a16:creationId xmlns:a16="http://schemas.microsoft.com/office/drawing/2014/main" id="{B5709DDD-31C0-CE9F-889A-4913CA82756A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7;p50">
              <a:extLst>
                <a:ext uri="{FF2B5EF4-FFF2-40B4-BE49-F238E27FC236}">
                  <a16:creationId xmlns:a16="http://schemas.microsoft.com/office/drawing/2014/main" id="{A7E3FA93-F6AB-80FD-B76A-7539A82C303D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88;p50">
              <a:extLst>
                <a:ext uri="{FF2B5EF4-FFF2-40B4-BE49-F238E27FC236}">
                  <a16:creationId xmlns:a16="http://schemas.microsoft.com/office/drawing/2014/main" id="{B9E23743-B8E0-06AF-0697-70474D22F586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89;p50">
              <a:extLst>
                <a:ext uri="{FF2B5EF4-FFF2-40B4-BE49-F238E27FC236}">
                  <a16:creationId xmlns:a16="http://schemas.microsoft.com/office/drawing/2014/main" id="{C221E3C3-E331-3F71-E25C-F2548C40F0D0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90;p50">
              <a:extLst>
                <a:ext uri="{FF2B5EF4-FFF2-40B4-BE49-F238E27FC236}">
                  <a16:creationId xmlns:a16="http://schemas.microsoft.com/office/drawing/2014/main" id="{78198D86-31E4-B511-3650-248C41BE430F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91;p50">
              <a:extLst>
                <a:ext uri="{FF2B5EF4-FFF2-40B4-BE49-F238E27FC236}">
                  <a16:creationId xmlns:a16="http://schemas.microsoft.com/office/drawing/2014/main" id="{ACBF9101-9F59-2CFD-80C8-09A6F7E7E06F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92;p50">
              <a:extLst>
                <a:ext uri="{FF2B5EF4-FFF2-40B4-BE49-F238E27FC236}">
                  <a16:creationId xmlns:a16="http://schemas.microsoft.com/office/drawing/2014/main" id="{FE48129F-9917-9F27-887C-72F85D61B9EC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93;p50">
              <a:extLst>
                <a:ext uri="{FF2B5EF4-FFF2-40B4-BE49-F238E27FC236}">
                  <a16:creationId xmlns:a16="http://schemas.microsoft.com/office/drawing/2014/main" id="{D0231032-95F4-2947-5300-19638F01A6A2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94;p50">
              <a:extLst>
                <a:ext uri="{FF2B5EF4-FFF2-40B4-BE49-F238E27FC236}">
                  <a16:creationId xmlns:a16="http://schemas.microsoft.com/office/drawing/2014/main" id="{8FC17C8F-2C94-5642-74D1-100424F744AE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95;p50">
              <a:extLst>
                <a:ext uri="{FF2B5EF4-FFF2-40B4-BE49-F238E27FC236}">
                  <a16:creationId xmlns:a16="http://schemas.microsoft.com/office/drawing/2014/main" id="{39C7964F-2F63-996A-9D0A-94781F62F0AE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96;p50">
              <a:extLst>
                <a:ext uri="{FF2B5EF4-FFF2-40B4-BE49-F238E27FC236}">
                  <a16:creationId xmlns:a16="http://schemas.microsoft.com/office/drawing/2014/main" id="{C3047FC9-7082-43D0-3D30-6B1A3835C937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97;p50">
              <a:extLst>
                <a:ext uri="{FF2B5EF4-FFF2-40B4-BE49-F238E27FC236}">
                  <a16:creationId xmlns:a16="http://schemas.microsoft.com/office/drawing/2014/main" id="{D74DAC13-6F07-1ABD-0E2E-AF47112E0040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98;p50">
              <a:extLst>
                <a:ext uri="{FF2B5EF4-FFF2-40B4-BE49-F238E27FC236}">
                  <a16:creationId xmlns:a16="http://schemas.microsoft.com/office/drawing/2014/main" id="{0B3F78B7-95E5-A3F0-D0C2-92ED012B7A30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99;p50">
              <a:extLst>
                <a:ext uri="{FF2B5EF4-FFF2-40B4-BE49-F238E27FC236}">
                  <a16:creationId xmlns:a16="http://schemas.microsoft.com/office/drawing/2014/main" id="{C73E853E-3F13-4534-25DD-6D9FD9EEFB14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300;p50">
              <a:extLst>
                <a:ext uri="{FF2B5EF4-FFF2-40B4-BE49-F238E27FC236}">
                  <a16:creationId xmlns:a16="http://schemas.microsoft.com/office/drawing/2014/main" id="{F5EC3107-3771-461F-2C94-85BECA0A59FD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301;p50">
              <a:extLst>
                <a:ext uri="{FF2B5EF4-FFF2-40B4-BE49-F238E27FC236}">
                  <a16:creationId xmlns:a16="http://schemas.microsoft.com/office/drawing/2014/main" id="{C326A88E-8578-96AA-A10E-2844A321FF81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302;p50">
              <a:extLst>
                <a:ext uri="{FF2B5EF4-FFF2-40B4-BE49-F238E27FC236}">
                  <a16:creationId xmlns:a16="http://schemas.microsoft.com/office/drawing/2014/main" id="{91AF79BA-DB9C-A1C7-1E7B-06E5A2D87AAE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303;p50">
              <a:extLst>
                <a:ext uri="{FF2B5EF4-FFF2-40B4-BE49-F238E27FC236}">
                  <a16:creationId xmlns:a16="http://schemas.microsoft.com/office/drawing/2014/main" id="{BF726CB0-0FC6-D8D3-F47F-89B49E4F0D0D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304;p50">
              <a:extLst>
                <a:ext uri="{FF2B5EF4-FFF2-40B4-BE49-F238E27FC236}">
                  <a16:creationId xmlns:a16="http://schemas.microsoft.com/office/drawing/2014/main" id="{58738A30-62AA-C84E-28C2-326472F4D0C0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305;p50">
              <a:extLst>
                <a:ext uri="{FF2B5EF4-FFF2-40B4-BE49-F238E27FC236}">
                  <a16:creationId xmlns:a16="http://schemas.microsoft.com/office/drawing/2014/main" id="{8390F13D-9A77-D11D-BFC0-D5FA1F133503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306;p50">
              <a:extLst>
                <a:ext uri="{FF2B5EF4-FFF2-40B4-BE49-F238E27FC236}">
                  <a16:creationId xmlns:a16="http://schemas.microsoft.com/office/drawing/2014/main" id="{767F000E-2134-DABD-D7CB-F156A07EB48B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307;p50">
              <a:extLst>
                <a:ext uri="{FF2B5EF4-FFF2-40B4-BE49-F238E27FC236}">
                  <a16:creationId xmlns:a16="http://schemas.microsoft.com/office/drawing/2014/main" id="{4FB77756-AB6B-900F-C73F-7C549F3D011C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308;p50">
              <a:extLst>
                <a:ext uri="{FF2B5EF4-FFF2-40B4-BE49-F238E27FC236}">
                  <a16:creationId xmlns:a16="http://schemas.microsoft.com/office/drawing/2014/main" id="{2D30BEDC-64D8-99C2-2138-E732F37A8B57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309;p50">
              <a:extLst>
                <a:ext uri="{FF2B5EF4-FFF2-40B4-BE49-F238E27FC236}">
                  <a16:creationId xmlns:a16="http://schemas.microsoft.com/office/drawing/2014/main" id="{C4DAC525-47CD-AFFA-A28A-2BA0181E601B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310;p50">
              <a:extLst>
                <a:ext uri="{FF2B5EF4-FFF2-40B4-BE49-F238E27FC236}">
                  <a16:creationId xmlns:a16="http://schemas.microsoft.com/office/drawing/2014/main" id="{45610EAF-318F-6879-480C-544408B2BE88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311;p50">
              <a:extLst>
                <a:ext uri="{FF2B5EF4-FFF2-40B4-BE49-F238E27FC236}">
                  <a16:creationId xmlns:a16="http://schemas.microsoft.com/office/drawing/2014/main" id="{C4B47C3C-74FA-030D-5066-8C7527CC1A59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312;p50">
              <a:extLst>
                <a:ext uri="{FF2B5EF4-FFF2-40B4-BE49-F238E27FC236}">
                  <a16:creationId xmlns:a16="http://schemas.microsoft.com/office/drawing/2014/main" id="{EFAE05AD-01DE-E74F-2404-A0C70000011A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313;p50">
              <a:extLst>
                <a:ext uri="{FF2B5EF4-FFF2-40B4-BE49-F238E27FC236}">
                  <a16:creationId xmlns:a16="http://schemas.microsoft.com/office/drawing/2014/main" id="{3DBC96D4-2D23-1786-00F8-350D158FFF5C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314;p50">
              <a:extLst>
                <a:ext uri="{FF2B5EF4-FFF2-40B4-BE49-F238E27FC236}">
                  <a16:creationId xmlns:a16="http://schemas.microsoft.com/office/drawing/2014/main" id="{C421FB0D-9609-06DE-4A92-C27D1E5D6CAE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315;p50">
              <a:extLst>
                <a:ext uri="{FF2B5EF4-FFF2-40B4-BE49-F238E27FC236}">
                  <a16:creationId xmlns:a16="http://schemas.microsoft.com/office/drawing/2014/main" id="{C0DA641E-6169-194B-8BE7-C77659C5E2BE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316;p50">
              <a:extLst>
                <a:ext uri="{FF2B5EF4-FFF2-40B4-BE49-F238E27FC236}">
                  <a16:creationId xmlns:a16="http://schemas.microsoft.com/office/drawing/2014/main" id="{A3003E08-15C7-DAE8-A9A1-26B3A00D8156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317;p50">
              <a:extLst>
                <a:ext uri="{FF2B5EF4-FFF2-40B4-BE49-F238E27FC236}">
                  <a16:creationId xmlns:a16="http://schemas.microsoft.com/office/drawing/2014/main" id="{2019AB95-ABE8-1456-5EC0-CCB1AA2C918B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318;p50">
              <a:extLst>
                <a:ext uri="{FF2B5EF4-FFF2-40B4-BE49-F238E27FC236}">
                  <a16:creationId xmlns:a16="http://schemas.microsoft.com/office/drawing/2014/main" id="{6CFE30CE-28F2-EED9-A9C9-B0685EEA9D6C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319;p50">
              <a:extLst>
                <a:ext uri="{FF2B5EF4-FFF2-40B4-BE49-F238E27FC236}">
                  <a16:creationId xmlns:a16="http://schemas.microsoft.com/office/drawing/2014/main" id="{B658B180-EDFA-6D8B-C029-CF9DC0C9DB40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320;p50">
              <a:extLst>
                <a:ext uri="{FF2B5EF4-FFF2-40B4-BE49-F238E27FC236}">
                  <a16:creationId xmlns:a16="http://schemas.microsoft.com/office/drawing/2014/main" id="{D4E6171A-DC34-53F7-6A88-5E37D8AC8C1A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321;p50">
              <a:extLst>
                <a:ext uri="{FF2B5EF4-FFF2-40B4-BE49-F238E27FC236}">
                  <a16:creationId xmlns:a16="http://schemas.microsoft.com/office/drawing/2014/main" id="{F9A7B1C0-8296-A370-EC88-516FE6616764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322;p50">
              <a:extLst>
                <a:ext uri="{FF2B5EF4-FFF2-40B4-BE49-F238E27FC236}">
                  <a16:creationId xmlns:a16="http://schemas.microsoft.com/office/drawing/2014/main" id="{7DAAF584-9209-A8BC-4028-DA1F178E055B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323;p50">
              <a:extLst>
                <a:ext uri="{FF2B5EF4-FFF2-40B4-BE49-F238E27FC236}">
                  <a16:creationId xmlns:a16="http://schemas.microsoft.com/office/drawing/2014/main" id="{DB0F787E-F7E3-C47A-2C52-3735A67A6936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324;p50">
              <a:extLst>
                <a:ext uri="{FF2B5EF4-FFF2-40B4-BE49-F238E27FC236}">
                  <a16:creationId xmlns:a16="http://schemas.microsoft.com/office/drawing/2014/main" id="{55344545-6960-1B66-D1D4-388EE9607C0A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325;p50">
              <a:extLst>
                <a:ext uri="{FF2B5EF4-FFF2-40B4-BE49-F238E27FC236}">
                  <a16:creationId xmlns:a16="http://schemas.microsoft.com/office/drawing/2014/main" id="{6CA38AD3-CE6B-F1A1-EBBD-6877A43FFCBC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326;p50">
              <a:extLst>
                <a:ext uri="{FF2B5EF4-FFF2-40B4-BE49-F238E27FC236}">
                  <a16:creationId xmlns:a16="http://schemas.microsoft.com/office/drawing/2014/main" id="{B7B10A0C-249A-491F-1969-EB5AD1E66DB1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327;p50">
              <a:extLst>
                <a:ext uri="{FF2B5EF4-FFF2-40B4-BE49-F238E27FC236}">
                  <a16:creationId xmlns:a16="http://schemas.microsoft.com/office/drawing/2014/main" id="{3F5065E2-C309-97C6-4380-45804EBF0E03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328;p50">
              <a:extLst>
                <a:ext uri="{FF2B5EF4-FFF2-40B4-BE49-F238E27FC236}">
                  <a16:creationId xmlns:a16="http://schemas.microsoft.com/office/drawing/2014/main" id="{50DE488B-3C62-FB87-FAD2-226F7A88C002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329;p50">
              <a:extLst>
                <a:ext uri="{FF2B5EF4-FFF2-40B4-BE49-F238E27FC236}">
                  <a16:creationId xmlns:a16="http://schemas.microsoft.com/office/drawing/2014/main" id="{14C2898A-DA52-A9FA-12E7-53A523AC2869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330;p50">
              <a:extLst>
                <a:ext uri="{FF2B5EF4-FFF2-40B4-BE49-F238E27FC236}">
                  <a16:creationId xmlns:a16="http://schemas.microsoft.com/office/drawing/2014/main" id="{91B0D70C-8DF5-F443-4106-338F0B14E9B0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331;p50">
              <a:extLst>
                <a:ext uri="{FF2B5EF4-FFF2-40B4-BE49-F238E27FC236}">
                  <a16:creationId xmlns:a16="http://schemas.microsoft.com/office/drawing/2014/main" id="{6D0932BA-41B6-1E42-A271-6FFACD30B645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332;p50">
              <a:extLst>
                <a:ext uri="{FF2B5EF4-FFF2-40B4-BE49-F238E27FC236}">
                  <a16:creationId xmlns:a16="http://schemas.microsoft.com/office/drawing/2014/main" id="{E370A852-26C0-D8FA-3CF7-D3ACCB46F3B1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333;p50">
              <a:extLst>
                <a:ext uri="{FF2B5EF4-FFF2-40B4-BE49-F238E27FC236}">
                  <a16:creationId xmlns:a16="http://schemas.microsoft.com/office/drawing/2014/main" id="{2ECC4148-082D-EF7B-E67E-ADFE7AC23A68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334;p50">
              <a:extLst>
                <a:ext uri="{FF2B5EF4-FFF2-40B4-BE49-F238E27FC236}">
                  <a16:creationId xmlns:a16="http://schemas.microsoft.com/office/drawing/2014/main" id="{86E53677-82E3-101A-D1E1-6B102B3D5FA6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335;p50">
              <a:extLst>
                <a:ext uri="{FF2B5EF4-FFF2-40B4-BE49-F238E27FC236}">
                  <a16:creationId xmlns:a16="http://schemas.microsoft.com/office/drawing/2014/main" id="{E6868CA0-F6A4-1EF2-E1E7-1847E333B77E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336;p50">
              <a:extLst>
                <a:ext uri="{FF2B5EF4-FFF2-40B4-BE49-F238E27FC236}">
                  <a16:creationId xmlns:a16="http://schemas.microsoft.com/office/drawing/2014/main" id="{C93A9690-9E43-606D-749F-6DB40766D7AA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337;p50">
              <a:extLst>
                <a:ext uri="{FF2B5EF4-FFF2-40B4-BE49-F238E27FC236}">
                  <a16:creationId xmlns:a16="http://schemas.microsoft.com/office/drawing/2014/main" id="{1B8B2C32-BB26-2B6F-FFFD-9CE985922D0E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338;p50">
              <a:extLst>
                <a:ext uri="{FF2B5EF4-FFF2-40B4-BE49-F238E27FC236}">
                  <a16:creationId xmlns:a16="http://schemas.microsoft.com/office/drawing/2014/main" id="{D2444F6E-4FD4-41B9-D4C3-E44471C0064D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339;p50">
              <a:extLst>
                <a:ext uri="{FF2B5EF4-FFF2-40B4-BE49-F238E27FC236}">
                  <a16:creationId xmlns:a16="http://schemas.microsoft.com/office/drawing/2014/main" id="{A0F7B93D-E151-A024-9214-77593B8D0AFA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340;p50">
              <a:extLst>
                <a:ext uri="{FF2B5EF4-FFF2-40B4-BE49-F238E27FC236}">
                  <a16:creationId xmlns:a16="http://schemas.microsoft.com/office/drawing/2014/main" id="{46B1E248-C87B-23CC-13FA-4895E211302E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341;p50">
              <a:extLst>
                <a:ext uri="{FF2B5EF4-FFF2-40B4-BE49-F238E27FC236}">
                  <a16:creationId xmlns:a16="http://schemas.microsoft.com/office/drawing/2014/main" id="{9C009298-1507-1ABA-F6D1-D0DB2239B6A8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342;p50">
              <a:extLst>
                <a:ext uri="{FF2B5EF4-FFF2-40B4-BE49-F238E27FC236}">
                  <a16:creationId xmlns:a16="http://schemas.microsoft.com/office/drawing/2014/main" id="{6F2B39E7-7211-62C0-3769-222D2565D7D5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343;p50">
              <a:extLst>
                <a:ext uri="{FF2B5EF4-FFF2-40B4-BE49-F238E27FC236}">
                  <a16:creationId xmlns:a16="http://schemas.microsoft.com/office/drawing/2014/main" id="{930E33CA-534D-F37D-23A9-94B5C87B0884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344;p50">
              <a:extLst>
                <a:ext uri="{FF2B5EF4-FFF2-40B4-BE49-F238E27FC236}">
                  <a16:creationId xmlns:a16="http://schemas.microsoft.com/office/drawing/2014/main" id="{F9C2DED6-9F9C-EFBB-9AF6-0F2D5591B4C4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345;p50">
              <a:extLst>
                <a:ext uri="{FF2B5EF4-FFF2-40B4-BE49-F238E27FC236}">
                  <a16:creationId xmlns:a16="http://schemas.microsoft.com/office/drawing/2014/main" id="{33DD0FDA-B8B6-610F-A5AA-233C6D90A36E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85" name="Picture 1284">
            <a:extLst>
              <a:ext uri="{FF2B5EF4-FFF2-40B4-BE49-F238E27FC236}">
                <a16:creationId xmlns:a16="http://schemas.microsoft.com/office/drawing/2014/main" id="{3A300CFC-AFCA-F5FE-50F5-B9495CC8842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5654" r="-95654"/>
          <a:stretch>
            <a:fillRect/>
          </a:stretch>
        </p:blipFill>
        <p:spPr>
          <a:xfrm>
            <a:off x="4474928" y="609252"/>
            <a:ext cx="2822693" cy="2566638"/>
          </a:xfrm>
          <a:prstGeom prst="rect">
            <a:avLst/>
          </a:prstGeom>
        </p:spPr>
      </p:pic>
      <p:sp>
        <p:nvSpPr>
          <p:cNvPr id="1286" name="Google Shape;1170;p46">
            <a:extLst>
              <a:ext uri="{FF2B5EF4-FFF2-40B4-BE49-F238E27FC236}">
                <a16:creationId xmlns:a16="http://schemas.microsoft.com/office/drawing/2014/main" id="{AE94615A-AE13-C1B1-BCC4-7DA7997E85B6}"/>
              </a:ext>
            </a:extLst>
          </p:cNvPr>
          <p:cNvSpPr txBox="1">
            <a:spLocks/>
          </p:cNvSpPr>
          <p:nvPr/>
        </p:nvSpPr>
        <p:spPr>
          <a:xfrm>
            <a:off x="3394955" y="-4194362"/>
            <a:ext cx="5247900" cy="29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 algn="ctr"/>
            <a:r>
              <a:rPr lang="en-US" sz="5900"/>
              <a:t>BLOOD DONATION</a:t>
            </a:r>
            <a:r>
              <a:rPr lang="en-US" sz="6400">
                <a:solidFill>
                  <a:schemeClr val="accent3"/>
                </a:solidFill>
              </a:rPr>
              <a:t> </a:t>
            </a:r>
            <a:r>
              <a:rPr lang="en-US" sz="5400">
                <a:solidFill>
                  <a:schemeClr val="accent3"/>
                </a:solidFill>
              </a:rPr>
              <a:t>MANAGEMENT SYSTEM</a:t>
            </a:r>
            <a:endParaRPr lang="en-US" sz="5400" dirty="0">
              <a:solidFill>
                <a:schemeClr val="accent3"/>
              </a:solidFill>
            </a:endParaRPr>
          </a:p>
        </p:txBody>
      </p:sp>
      <p:sp>
        <p:nvSpPr>
          <p:cNvPr id="1287" name="Google Shape;1131;p46">
            <a:extLst>
              <a:ext uri="{FF2B5EF4-FFF2-40B4-BE49-F238E27FC236}">
                <a16:creationId xmlns:a16="http://schemas.microsoft.com/office/drawing/2014/main" id="{0559B405-D2E4-272F-664A-3B3BD3BB991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7938" y="3902163"/>
            <a:ext cx="948665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4</a:t>
            </a:r>
            <a:endParaRPr dirty="0"/>
          </a:p>
        </p:txBody>
      </p:sp>
      <p:sp>
        <p:nvSpPr>
          <p:cNvPr id="1288" name="Google Shape;1282;p50">
            <a:extLst>
              <a:ext uri="{FF2B5EF4-FFF2-40B4-BE49-F238E27FC236}">
                <a16:creationId xmlns:a16="http://schemas.microsoft.com/office/drawing/2014/main" id="{F7A8381F-D884-50F1-93ED-D9188135C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33419" y="2605988"/>
            <a:ext cx="769043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US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B0D8E4"/>
        </a:solidFill>
        <a:effectLst/>
      </p:bgPr>
    </p:bg>
    <p:spTree>
      <p:nvGrpSpPr>
        <p:cNvPr id="1" name="Shape 1279">
          <a:extLst>
            <a:ext uri="{FF2B5EF4-FFF2-40B4-BE49-F238E27FC236}">
              <a16:creationId xmlns:a16="http://schemas.microsoft.com/office/drawing/2014/main" id="{6A0FA65C-3D5C-E212-2DFA-4A05D7F5E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79172B5-118A-5C44-AE8C-44F2BDD95154}"/>
              </a:ext>
            </a:extLst>
          </p:cNvPr>
          <p:cNvSpPr/>
          <p:nvPr/>
        </p:nvSpPr>
        <p:spPr>
          <a:xfrm rot="1008022">
            <a:off x="-2462650" y="-4273290"/>
            <a:ext cx="13418586" cy="143822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2" name="Google Shape;1282;p50">
            <a:extLst>
              <a:ext uri="{FF2B5EF4-FFF2-40B4-BE49-F238E27FC236}">
                <a16:creationId xmlns:a16="http://schemas.microsoft.com/office/drawing/2014/main" id="{A21B72B0-C050-632A-834A-1110F5CA3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6019" y="2605988"/>
            <a:ext cx="769043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US</a:t>
            </a:r>
            <a:endParaRPr dirty="0"/>
          </a:p>
        </p:txBody>
      </p:sp>
      <p:grpSp>
        <p:nvGrpSpPr>
          <p:cNvPr id="1284" name="Google Shape;1284;p50">
            <a:extLst>
              <a:ext uri="{FF2B5EF4-FFF2-40B4-BE49-F238E27FC236}">
                <a16:creationId xmlns:a16="http://schemas.microsoft.com/office/drawing/2014/main" id="{BE230D56-6119-C568-AC8B-5AEDD2875C8F}"/>
              </a:ext>
            </a:extLst>
          </p:cNvPr>
          <p:cNvGrpSpPr/>
          <p:nvPr/>
        </p:nvGrpSpPr>
        <p:grpSpPr>
          <a:xfrm>
            <a:off x="877589" y="1379453"/>
            <a:ext cx="2832110" cy="2536999"/>
            <a:chOff x="474325" y="2953825"/>
            <a:chExt cx="1862250" cy="1668200"/>
          </a:xfrm>
        </p:grpSpPr>
        <p:sp>
          <p:nvSpPr>
            <p:cNvPr id="1285" name="Google Shape;1285;p50">
              <a:extLst>
                <a:ext uri="{FF2B5EF4-FFF2-40B4-BE49-F238E27FC236}">
                  <a16:creationId xmlns:a16="http://schemas.microsoft.com/office/drawing/2014/main" id="{DCAA9F36-D6BB-40CD-66F6-2A8DF9EB8F93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>
              <a:extLst>
                <a:ext uri="{FF2B5EF4-FFF2-40B4-BE49-F238E27FC236}">
                  <a16:creationId xmlns:a16="http://schemas.microsoft.com/office/drawing/2014/main" id="{C533C437-6EBC-DDF6-3290-0221631910EF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>
              <a:extLst>
                <a:ext uri="{FF2B5EF4-FFF2-40B4-BE49-F238E27FC236}">
                  <a16:creationId xmlns:a16="http://schemas.microsoft.com/office/drawing/2014/main" id="{E22E1848-D0B4-A8BE-420B-54C35AC52E3D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>
              <a:extLst>
                <a:ext uri="{FF2B5EF4-FFF2-40B4-BE49-F238E27FC236}">
                  <a16:creationId xmlns:a16="http://schemas.microsoft.com/office/drawing/2014/main" id="{9ED21413-C1EA-6000-AC29-FECAEB794BE3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>
              <a:extLst>
                <a:ext uri="{FF2B5EF4-FFF2-40B4-BE49-F238E27FC236}">
                  <a16:creationId xmlns:a16="http://schemas.microsoft.com/office/drawing/2014/main" id="{BEFA4470-BE3D-4E87-9501-A9FCCC9B9B14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>
              <a:extLst>
                <a:ext uri="{FF2B5EF4-FFF2-40B4-BE49-F238E27FC236}">
                  <a16:creationId xmlns:a16="http://schemas.microsoft.com/office/drawing/2014/main" id="{349CE77A-F1BA-D8D9-426D-33C22EF7D1A2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>
              <a:extLst>
                <a:ext uri="{FF2B5EF4-FFF2-40B4-BE49-F238E27FC236}">
                  <a16:creationId xmlns:a16="http://schemas.microsoft.com/office/drawing/2014/main" id="{56C5EA6E-D6C2-6158-8C4A-490CE8A83534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>
              <a:extLst>
                <a:ext uri="{FF2B5EF4-FFF2-40B4-BE49-F238E27FC236}">
                  <a16:creationId xmlns:a16="http://schemas.microsoft.com/office/drawing/2014/main" id="{B7191708-C900-3AFF-3AB5-DB8F54E43917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>
              <a:extLst>
                <a:ext uri="{FF2B5EF4-FFF2-40B4-BE49-F238E27FC236}">
                  <a16:creationId xmlns:a16="http://schemas.microsoft.com/office/drawing/2014/main" id="{E50E85E1-0061-DB41-6567-289EC209C16B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>
              <a:extLst>
                <a:ext uri="{FF2B5EF4-FFF2-40B4-BE49-F238E27FC236}">
                  <a16:creationId xmlns:a16="http://schemas.microsoft.com/office/drawing/2014/main" id="{900E1028-440A-F602-ECC5-5454D6875DE5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>
              <a:extLst>
                <a:ext uri="{FF2B5EF4-FFF2-40B4-BE49-F238E27FC236}">
                  <a16:creationId xmlns:a16="http://schemas.microsoft.com/office/drawing/2014/main" id="{57057E0E-7301-4D27-0548-62AC730797CD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>
              <a:extLst>
                <a:ext uri="{FF2B5EF4-FFF2-40B4-BE49-F238E27FC236}">
                  <a16:creationId xmlns:a16="http://schemas.microsoft.com/office/drawing/2014/main" id="{1B7820D4-3115-7EB7-430D-AC734EBE0EF1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0">
              <a:extLst>
                <a:ext uri="{FF2B5EF4-FFF2-40B4-BE49-F238E27FC236}">
                  <a16:creationId xmlns:a16="http://schemas.microsoft.com/office/drawing/2014/main" id="{CB1F4078-9989-7425-EBC1-4AAEB9C20B6D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0">
              <a:extLst>
                <a:ext uri="{FF2B5EF4-FFF2-40B4-BE49-F238E27FC236}">
                  <a16:creationId xmlns:a16="http://schemas.microsoft.com/office/drawing/2014/main" id="{34AB86AD-1CA3-0137-584A-72059C2663F7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0">
              <a:extLst>
                <a:ext uri="{FF2B5EF4-FFF2-40B4-BE49-F238E27FC236}">
                  <a16:creationId xmlns:a16="http://schemas.microsoft.com/office/drawing/2014/main" id="{879BE15B-EFEF-1F23-91F5-06C0A544790E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0">
              <a:extLst>
                <a:ext uri="{FF2B5EF4-FFF2-40B4-BE49-F238E27FC236}">
                  <a16:creationId xmlns:a16="http://schemas.microsoft.com/office/drawing/2014/main" id="{F119E74D-4F7B-D8DE-B5AF-F4A9D3F4697C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0">
              <a:extLst>
                <a:ext uri="{FF2B5EF4-FFF2-40B4-BE49-F238E27FC236}">
                  <a16:creationId xmlns:a16="http://schemas.microsoft.com/office/drawing/2014/main" id="{E5741E61-FE9D-AC25-30F2-B8725300C893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0">
              <a:extLst>
                <a:ext uri="{FF2B5EF4-FFF2-40B4-BE49-F238E27FC236}">
                  <a16:creationId xmlns:a16="http://schemas.microsoft.com/office/drawing/2014/main" id="{D15CB098-B082-D5A0-0AF9-0B5FAA2764AE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0">
              <a:extLst>
                <a:ext uri="{FF2B5EF4-FFF2-40B4-BE49-F238E27FC236}">
                  <a16:creationId xmlns:a16="http://schemas.microsoft.com/office/drawing/2014/main" id="{2381DB3E-E50A-492D-5787-653F1B87063D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50">
              <a:extLst>
                <a:ext uri="{FF2B5EF4-FFF2-40B4-BE49-F238E27FC236}">
                  <a16:creationId xmlns:a16="http://schemas.microsoft.com/office/drawing/2014/main" id="{BAB209DE-2FB9-7266-29CD-5F78D563778B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0">
              <a:extLst>
                <a:ext uri="{FF2B5EF4-FFF2-40B4-BE49-F238E27FC236}">
                  <a16:creationId xmlns:a16="http://schemas.microsoft.com/office/drawing/2014/main" id="{9DFA02E3-62AA-989D-E316-655F4AF8B8F9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0">
              <a:extLst>
                <a:ext uri="{FF2B5EF4-FFF2-40B4-BE49-F238E27FC236}">
                  <a16:creationId xmlns:a16="http://schemas.microsoft.com/office/drawing/2014/main" id="{B7A81E84-4FD0-4DB1-B4B0-CE8619DA6C35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0">
              <a:extLst>
                <a:ext uri="{FF2B5EF4-FFF2-40B4-BE49-F238E27FC236}">
                  <a16:creationId xmlns:a16="http://schemas.microsoft.com/office/drawing/2014/main" id="{1BAF8F64-2FFA-5382-44AF-13B60C07CCA9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0">
              <a:extLst>
                <a:ext uri="{FF2B5EF4-FFF2-40B4-BE49-F238E27FC236}">
                  <a16:creationId xmlns:a16="http://schemas.microsoft.com/office/drawing/2014/main" id="{16FDF3B5-CB27-C961-3801-66D8309B9378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0">
              <a:extLst>
                <a:ext uri="{FF2B5EF4-FFF2-40B4-BE49-F238E27FC236}">
                  <a16:creationId xmlns:a16="http://schemas.microsoft.com/office/drawing/2014/main" id="{20816656-EB83-E135-4136-707ABDCB50EA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0">
              <a:extLst>
                <a:ext uri="{FF2B5EF4-FFF2-40B4-BE49-F238E27FC236}">
                  <a16:creationId xmlns:a16="http://schemas.microsoft.com/office/drawing/2014/main" id="{0624CEFF-F8E0-72F4-4A79-C7C34EF05518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0">
              <a:extLst>
                <a:ext uri="{FF2B5EF4-FFF2-40B4-BE49-F238E27FC236}">
                  <a16:creationId xmlns:a16="http://schemas.microsoft.com/office/drawing/2014/main" id="{EEE77AB3-B821-B369-EB4E-CA0B31E25876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0">
              <a:extLst>
                <a:ext uri="{FF2B5EF4-FFF2-40B4-BE49-F238E27FC236}">
                  <a16:creationId xmlns:a16="http://schemas.microsoft.com/office/drawing/2014/main" id="{48D33D34-CEE1-0C4B-A98A-7661CED27B3C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0">
              <a:extLst>
                <a:ext uri="{FF2B5EF4-FFF2-40B4-BE49-F238E27FC236}">
                  <a16:creationId xmlns:a16="http://schemas.microsoft.com/office/drawing/2014/main" id="{D18774BC-BF9C-93A3-99AC-359C50B6A3D3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0">
              <a:extLst>
                <a:ext uri="{FF2B5EF4-FFF2-40B4-BE49-F238E27FC236}">
                  <a16:creationId xmlns:a16="http://schemas.microsoft.com/office/drawing/2014/main" id="{BAA375C4-3F75-EBFF-758F-33ABBE2A80CC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0">
              <a:extLst>
                <a:ext uri="{FF2B5EF4-FFF2-40B4-BE49-F238E27FC236}">
                  <a16:creationId xmlns:a16="http://schemas.microsoft.com/office/drawing/2014/main" id="{B70BFECE-7CEA-B319-05CF-818462A40066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0">
              <a:extLst>
                <a:ext uri="{FF2B5EF4-FFF2-40B4-BE49-F238E27FC236}">
                  <a16:creationId xmlns:a16="http://schemas.microsoft.com/office/drawing/2014/main" id="{71541630-5ECE-4D51-703E-6165E184F5C6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0">
              <a:extLst>
                <a:ext uri="{FF2B5EF4-FFF2-40B4-BE49-F238E27FC236}">
                  <a16:creationId xmlns:a16="http://schemas.microsoft.com/office/drawing/2014/main" id="{64A4FEB8-CBAF-2526-8146-414876B8BFBB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0">
              <a:extLst>
                <a:ext uri="{FF2B5EF4-FFF2-40B4-BE49-F238E27FC236}">
                  <a16:creationId xmlns:a16="http://schemas.microsoft.com/office/drawing/2014/main" id="{14BE11B4-87D7-1FE0-2F48-1E390129A081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0">
              <a:extLst>
                <a:ext uri="{FF2B5EF4-FFF2-40B4-BE49-F238E27FC236}">
                  <a16:creationId xmlns:a16="http://schemas.microsoft.com/office/drawing/2014/main" id="{3E90BF17-8D50-74C9-12B0-6B9357BD5133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0">
              <a:extLst>
                <a:ext uri="{FF2B5EF4-FFF2-40B4-BE49-F238E27FC236}">
                  <a16:creationId xmlns:a16="http://schemas.microsoft.com/office/drawing/2014/main" id="{842D93BE-5B99-430D-BC43-54AAAAFCDCDF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0">
              <a:extLst>
                <a:ext uri="{FF2B5EF4-FFF2-40B4-BE49-F238E27FC236}">
                  <a16:creationId xmlns:a16="http://schemas.microsoft.com/office/drawing/2014/main" id="{74B4589F-C144-56F2-CF38-8E84FCC8F224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0">
              <a:extLst>
                <a:ext uri="{FF2B5EF4-FFF2-40B4-BE49-F238E27FC236}">
                  <a16:creationId xmlns:a16="http://schemas.microsoft.com/office/drawing/2014/main" id="{7DAFE34F-B8A6-CA0B-3211-6E261DC11B30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0">
              <a:extLst>
                <a:ext uri="{FF2B5EF4-FFF2-40B4-BE49-F238E27FC236}">
                  <a16:creationId xmlns:a16="http://schemas.microsoft.com/office/drawing/2014/main" id="{31174623-8F56-30A4-44B6-1473D8DFB734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0">
              <a:extLst>
                <a:ext uri="{FF2B5EF4-FFF2-40B4-BE49-F238E27FC236}">
                  <a16:creationId xmlns:a16="http://schemas.microsoft.com/office/drawing/2014/main" id="{8D27E7CC-6E27-746B-9F6C-832BCBE77E6A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0">
              <a:extLst>
                <a:ext uri="{FF2B5EF4-FFF2-40B4-BE49-F238E27FC236}">
                  <a16:creationId xmlns:a16="http://schemas.microsoft.com/office/drawing/2014/main" id="{39FCCDF9-DCD9-610E-44A5-6361C87D137D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0">
              <a:extLst>
                <a:ext uri="{FF2B5EF4-FFF2-40B4-BE49-F238E27FC236}">
                  <a16:creationId xmlns:a16="http://schemas.microsoft.com/office/drawing/2014/main" id="{FAB4E84C-2813-0ECE-ECE5-122510F2DFE3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0">
              <a:extLst>
                <a:ext uri="{FF2B5EF4-FFF2-40B4-BE49-F238E27FC236}">
                  <a16:creationId xmlns:a16="http://schemas.microsoft.com/office/drawing/2014/main" id="{0C45D748-847A-9B2A-9F8E-1EB5122C1591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0">
              <a:extLst>
                <a:ext uri="{FF2B5EF4-FFF2-40B4-BE49-F238E27FC236}">
                  <a16:creationId xmlns:a16="http://schemas.microsoft.com/office/drawing/2014/main" id="{0023594C-6F45-D7C2-9A49-53A39114DAA9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0">
              <a:extLst>
                <a:ext uri="{FF2B5EF4-FFF2-40B4-BE49-F238E27FC236}">
                  <a16:creationId xmlns:a16="http://schemas.microsoft.com/office/drawing/2014/main" id="{82776ADA-B8B9-890E-1ED6-C9FA78A20787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0">
              <a:extLst>
                <a:ext uri="{FF2B5EF4-FFF2-40B4-BE49-F238E27FC236}">
                  <a16:creationId xmlns:a16="http://schemas.microsoft.com/office/drawing/2014/main" id="{91F6691A-A7D3-E78B-7676-FD45C3124807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0">
              <a:extLst>
                <a:ext uri="{FF2B5EF4-FFF2-40B4-BE49-F238E27FC236}">
                  <a16:creationId xmlns:a16="http://schemas.microsoft.com/office/drawing/2014/main" id="{943D4E7B-1715-6C7D-21E1-788880C9E10D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0">
              <a:extLst>
                <a:ext uri="{FF2B5EF4-FFF2-40B4-BE49-F238E27FC236}">
                  <a16:creationId xmlns:a16="http://schemas.microsoft.com/office/drawing/2014/main" id="{A526CBCE-5DAC-44AB-D4C7-49AD37174A80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0">
              <a:extLst>
                <a:ext uri="{FF2B5EF4-FFF2-40B4-BE49-F238E27FC236}">
                  <a16:creationId xmlns:a16="http://schemas.microsoft.com/office/drawing/2014/main" id="{D9037886-B54D-83E3-D223-E4F795962829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0">
              <a:extLst>
                <a:ext uri="{FF2B5EF4-FFF2-40B4-BE49-F238E27FC236}">
                  <a16:creationId xmlns:a16="http://schemas.microsoft.com/office/drawing/2014/main" id="{549C69FD-6720-5476-9B2C-67B331B01B61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>
              <a:extLst>
                <a:ext uri="{FF2B5EF4-FFF2-40B4-BE49-F238E27FC236}">
                  <a16:creationId xmlns:a16="http://schemas.microsoft.com/office/drawing/2014/main" id="{CCBC5EEA-0BA3-9503-A702-B01814BF632C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0">
              <a:extLst>
                <a:ext uri="{FF2B5EF4-FFF2-40B4-BE49-F238E27FC236}">
                  <a16:creationId xmlns:a16="http://schemas.microsoft.com/office/drawing/2014/main" id="{F4ACD34E-7CD3-8E64-B55A-D985CD3B343E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0">
              <a:extLst>
                <a:ext uri="{FF2B5EF4-FFF2-40B4-BE49-F238E27FC236}">
                  <a16:creationId xmlns:a16="http://schemas.microsoft.com/office/drawing/2014/main" id="{5C042381-1053-8E0B-94B2-118964F61016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0">
              <a:extLst>
                <a:ext uri="{FF2B5EF4-FFF2-40B4-BE49-F238E27FC236}">
                  <a16:creationId xmlns:a16="http://schemas.microsoft.com/office/drawing/2014/main" id="{948A72E7-136D-DABC-CAD9-B0C185ADB4D7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0">
              <a:extLst>
                <a:ext uri="{FF2B5EF4-FFF2-40B4-BE49-F238E27FC236}">
                  <a16:creationId xmlns:a16="http://schemas.microsoft.com/office/drawing/2014/main" id="{A49F4CA3-3DB3-4500-4736-F4C5D84C4A12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0">
              <a:extLst>
                <a:ext uri="{FF2B5EF4-FFF2-40B4-BE49-F238E27FC236}">
                  <a16:creationId xmlns:a16="http://schemas.microsoft.com/office/drawing/2014/main" id="{CB808697-083A-ADED-02F8-D5308048BA8C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0">
              <a:extLst>
                <a:ext uri="{FF2B5EF4-FFF2-40B4-BE49-F238E27FC236}">
                  <a16:creationId xmlns:a16="http://schemas.microsoft.com/office/drawing/2014/main" id="{3CB3EE45-8036-7AEF-CC6F-8D1815C71B63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>
              <a:extLst>
                <a:ext uri="{FF2B5EF4-FFF2-40B4-BE49-F238E27FC236}">
                  <a16:creationId xmlns:a16="http://schemas.microsoft.com/office/drawing/2014/main" id="{BE710868-07AE-1C85-B54B-05B0E5E451B1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>
              <a:extLst>
                <a:ext uri="{FF2B5EF4-FFF2-40B4-BE49-F238E27FC236}">
                  <a16:creationId xmlns:a16="http://schemas.microsoft.com/office/drawing/2014/main" id="{14C39FBB-05DF-43A1-5E72-67AC958597EB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>
              <a:extLst>
                <a:ext uri="{FF2B5EF4-FFF2-40B4-BE49-F238E27FC236}">
                  <a16:creationId xmlns:a16="http://schemas.microsoft.com/office/drawing/2014/main" id="{D34E30B0-03CA-1BA0-3EDE-6CBDD7685872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>
              <a:extLst>
                <a:ext uri="{FF2B5EF4-FFF2-40B4-BE49-F238E27FC236}">
                  <a16:creationId xmlns:a16="http://schemas.microsoft.com/office/drawing/2014/main" id="{072E4DD9-604C-B2A8-8C97-F6ABE72549ED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2DD52C0-F7FA-F098-0EE1-31663862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928" y="609252"/>
            <a:ext cx="2822693" cy="2566638"/>
          </a:xfrm>
          <a:prstGeom prst="rect">
            <a:avLst/>
          </a:prstGeom>
        </p:spPr>
      </p:pic>
      <p:grpSp>
        <p:nvGrpSpPr>
          <p:cNvPr id="10" name="Google Shape;1240;p49">
            <a:extLst>
              <a:ext uri="{FF2B5EF4-FFF2-40B4-BE49-F238E27FC236}">
                <a16:creationId xmlns:a16="http://schemas.microsoft.com/office/drawing/2014/main" id="{B1462076-F037-254B-0F99-9CC576166D65}"/>
              </a:ext>
            </a:extLst>
          </p:cNvPr>
          <p:cNvGrpSpPr/>
          <p:nvPr/>
        </p:nvGrpSpPr>
        <p:grpSpPr>
          <a:xfrm rot="2318748">
            <a:off x="11211381" y="-1937793"/>
            <a:ext cx="2411801" cy="2909490"/>
            <a:chOff x="7334655" y="512318"/>
            <a:chExt cx="659076" cy="795080"/>
          </a:xfrm>
        </p:grpSpPr>
        <p:sp>
          <p:nvSpPr>
            <p:cNvPr id="11" name="Google Shape;1241;p49">
              <a:extLst>
                <a:ext uri="{FF2B5EF4-FFF2-40B4-BE49-F238E27FC236}">
                  <a16:creationId xmlns:a16="http://schemas.microsoft.com/office/drawing/2014/main" id="{E3F6634C-A370-DE5B-2395-E1C924EF7351}"/>
                </a:ext>
              </a:extLst>
            </p:cNvPr>
            <p:cNvSpPr/>
            <p:nvPr/>
          </p:nvSpPr>
          <p:spPr>
            <a:xfrm rot="-121232">
              <a:off x="7348138" y="529107"/>
              <a:ext cx="632109" cy="761501"/>
            </a:xfrm>
            <a:custGeom>
              <a:avLst/>
              <a:gdLst/>
              <a:ahLst/>
              <a:cxnLst/>
              <a:rect l="l" t="t" r="r" b="b"/>
              <a:pathLst>
                <a:path w="25286" h="30462" extrusionOk="0">
                  <a:moveTo>
                    <a:pt x="8640" y="1"/>
                  </a:moveTo>
                  <a:lnTo>
                    <a:pt x="0" y="5938"/>
                  </a:lnTo>
                  <a:lnTo>
                    <a:pt x="2536" y="9608"/>
                  </a:lnTo>
                  <a:lnTo>
                    <a:pt x="3036" y="9274"/>
                  </a:lnTo>
                  <a:lnTo>
                    <a:pt x="16312" y="28488"/>
                  </a:lnTo>
                  <a:cubicBezTo>
                    <a:pt x="17180" y="29769"/>
                    <a:pt x="18612" y="30462"/>
                    <a:pt x="20075" y="30462"/>
                  </a:cubicBezTo>
                  <a:cubicBezTo>
                    <a:pt x="20974" y="30462"/>
                    <a:pt x="21884" y="30201"/>
                    <a:pt x="22683" y="29655"/>
                  </a:cubicBezTo>
                  <a:cubicBezTo>
                    <a:pt x="24751" y="28221"/>
                    <a:pt x="25285" y="25352"/>
                    <a:pt x="23851" y="23284"/>
                  </a:cubicBezTo>
                  <a:lnTo>
                    <a:pt x="10575" y="4070"/>
                  </a:lnTo>
                  <a:lnTo>
                    <a:pt x="11175" y="3670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42;p49">
              <a:extLst>
                <a:ext uri="{FF2B5EF4-FFF2-40B4-BE49-F238E27FC236}">
                  <a16:creationId xmlns:a16="http://schemas.microsoft.com/office/drawing/2014/main" id="{AA5B6D84-256F-22BC-BA0A-953756FA51CC}"/>
                </a:ext>
              </a:extLst>
            </p:cNvPr>
            <p:cNvGrpSpPr/>
            <p:nvPr/>
          </p:nvGrpSpPr>
          <p:grpSpPr>
            <a:xfrm rot="-121483">
              <a:off x="7348117" y="523244"/>
              <a:ext cx="632152" cy="773228"/>
              <a:chOff x="2104175" y="1433125"/>
              <a:chExt cx="632150" cy="773225"/>
            </a:xfrm>
          </p:grpSpPr>
          <p:sp>
            <p:nvSpPr>
              <p:cNvPr id="13" name="Google Shape;1243;p49">
                <a:extLst>
                  <a:ext uri="{FF2B5EF4-FFF2-40B4-BE49-F238E27FC236}">
                    <a16:creationId xmlns:a16="http://schemas.microsoft.com/office/drawing/2014/main" id="{7AD9021C-1B9B-BAF9-609C-46782682F491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244;p49">
                <a:extLst>
                  <a:ext uri="{FF2B5EF4-FFF2-40B4-BE49-F238E27FC236}">
                    <a16:creationId xmlns:a16="http://schemas.microsoft.com/office/drawing/2014/main" id="{7B0CEC54-5214-68B9-AADB-E4DAE1AE5823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245;p49">
                <a:extLst>
                  <a:ext uri="{FF2B5EF4-FFF2-40B4-BE49-F238E27FC236}">
                    <a16:creationId xmlns:a16="http://schemas.microsoft.com/office/drawing/2014/main" id="{6725A08C-B544-84AF-4F10-578E4A4C61B0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246;p49">
                <a:extLst>
                  <a:ext uri="{FF2B5EF4-FFF2-40B4-BE49-F238E27FC236}">
                    <a16:creationId xmlns:a16="http://schemas.microsoft.com/office/drawing/2014/main" id="{60A330C2-9608-92DA-A334-8D881558652E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247;p49">
                <a:extLst>
                  <a:ext uri="{FF2B5EF4-FFF2-40B4-BE49-F238E27FC236}">
                    <a16:creationId xmlns:a16="http://schemas.microsoft.com/office/drawing/2014/main" id="{0017DF22-7970-5955-6081-9D7FD2440023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248;p49">
                <a:extLst>
                  <a:ext uri="{FF2B5EF4-FFF2-40B4-BE49-F238E27FC236}">
                    <a16:creationId xmlns:a16="http://schemas.microsoft.com/office/drawing/2014/main" id="{A29B5C5A-1E31-D525-67F3-011E3BA4B218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249;p49">
                <a:extLst>
                  <a:ext uri="{FF2B5EF4-FFF2-40B4-BE49-F238E27FC236}">
                    <a16:creationId xmlns:a16="http://schemas.microsoft.com/office/drawing/2014/main" id="{6252499E-D46A-2C4A-BD04-BD0608FBE264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250;p49">
                <a:extLst>
                  <a:ext uri="{FF2B5EF4-FFF2-40B4-BE49-F238E27FC236}">
                    <a16:creationId xmlns:a16="http://schemas.microsoft.com/office/drawing/2014/main" id="{9765ABC6-F95F-D4FD-1A78-08A4E63FFD52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251;p49">
                <a:extLst>
                  <a:ext uri="{FF2B5EF4-FFF2-40B4-BE49-F238E27FC236}">
                    <a16:creationId xmlns:a16="http://schemas.microsoft.com/office/drawing/2014/main" id="{7E3748A9-65AE-D4D2-0244-E9C373D50E6F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252;p49">
                <a:extLst>
                  <a:ext uri="{FF2B5EF4-FFF2-40B4-BE49-F238E27FC236}">
                    <a16:creationId xmlns:a16="http://schemas.microsoft.com/office/drawing/2014/main" id="{F9206088-7C31-B253-2C7B-66192E89086D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253;p49">
                <a:extLst>
                  <a:ext uri="{FF2B5EF4-FFF2-40B4-BE49-F238E27FC236}">
                    <a16:creationId xmlns:a16="http://schemas.microsoft.com/office/drawing/2014/main" id="{9537816B-960E-FCC8-FCBD-733D06D378F0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254;p49">
                <a:extLst>
                  <a:ext uri="{FF2B5EF4-FFF2-40B4-BE49-F238E27FC236}">
                    <a16:creationId xmlns:a16="http://schemas.microsoft.com/office/drawing/2014/main" id="{E7EC274A-3CD2-0771-BB0C-E4A9BF2E2191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255;p49">
                <a:extLst>
                  <a:ext uri="{FF2B5EF4-FFF2-40B4-BE49-F238E27FC236}">
                    <a16:creationId xmlns:a16="http://schemas.microsoft.com/office/drawing/2014/main" id="{2272F186-DD69-6373-7E71-B146F1872A97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256;p49">
                <a:extLst>
                  <a:ext uri="{FF2B5EF4-FFF2-40B4-BE49-F238E27FC236}">
                    <a16:creationId xmlns:a16="http://schemas.microsoft.com/office/drawing/2014/main" id="{648316B2-3DC7-E528-734C-1F90B5BEE60D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4D3715B-8482-8184-6EE6-424AC19C5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6350" y="-2025110"/>
            <a:ext cx="3164098" cy="18838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4A82F0-142C-335B-7A54-BBA3CCD5F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389" y="-3501016"/>
            <a:ext cx="2914141" cy="18045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47CBD63-E122-F64F-899E-9B2812F21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3099" y="-5524968"/>
            <a:ext cx="3322608" cy="18289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8E6B01-8B9D-A097-3F9D-292203B2E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36653" y="9287569"/>
            <a:ext cx="3029975" cy="19082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6644EA-2E98-BBA0-2319-5A81574E2C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5178" y="7396195"/>
            <a:ext cx="3103133" cy="18899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C1531D5-FCA6-EE54-0537-7A302DF33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3099" y="5097997"/>
            <a:ext cx="3133616" cy="19082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C250B1-F8E3-AA32-A1A7-63AB3CC9591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12290" r="112290"/>
          <a:stretch>
            <a:fillRect/>
          </a:stretch>
        </p:blipFill>
        <p:spPr>
          <a:xfrm>
            <a:off x="612636" y="790956"/>
            <a:ext cx="7846232" cy="816935"/>
          </a:xfrm>
          <a:prstGeom prst="rect">
            <a:avLst/>
          </a:prstGeom>
        </p:spPr>
      </p:pic>
      <p:sp>
        <p:nvSpPr>
          <p:cNvPr id="37" name="Google Shape;2627;p71">
            <a:extLst>
              <a:ext uri="{FF2B5EF4-FFF2-40B4-BE49-F238E27FC236}">
                <a16:creationId xmlns:a16="http://schemas.microsoft.com/office/drawing/2014/main" id="{3BFFA008-B3DC-F5A0-3067-1D075C354500}"/>
              </a:ext>
            </a:extLst>
          </p:cNvPr>
          <p:cNvSpPr txBox="1">
            <a:spLocks/>
          </p:cNvSpPr>
          <p:nvPr/>
        </p:nvSpPr>
        <p:spPr>
          <a:xfrm>
            <a:off x="14922970" y="31936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50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tkinson Hyperlegible"/>
              <a:buNone/>
              <a:defRPr sz="36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>
                <a:solidFill>
                  <a:schemeClr val="dk2"/>
                </a:solidFill>
              </a:rPr>
              <a:t>INTRODUCTION</a:t>
            </a:r>
            <a:endParaRPr lang="en-US" dirty="0"/>
          </a:p>
        </p:txBody>
      </p:sp>
      <p:grpSp>
        <p:nvGrpSpPr>
          <p:cNvPr id="38" name="Google Shape;2628;p71">
            <a:extLst>
              <a:ext uri="{FF2B5EF4-FFF2-40B4-BE49-F238E27FC236}">
                <a16:creationId xmlns:a16="http://schemas.microsoft.com/office/drawing/2014/main" id="{64E33055-896F-E83C-C209-6660DB2A031D}"/>
              </a:ext>
            </a:extLst>
          </p:cNvPr>
          <p:cNvGrpSpPr/>
          <p:nvPr/>
        </p:nvGrpSpPr>
        <p:grpSpPr>
          <a:xfrm rot="2263695">
            <a:off x="-6237135" y="2660603"/>
            <a:ext cx="701871" cy="1204247"/>
            <a:chOff x="6889573" y="1725933"/>
            <a:chExt cx="701890" cy="1204281"/>
          </a:xfrm>
        </p:grpSpPr>
        <p:grpSp>
          <p:nvGrpSpPr>
            <p:cNvPr id="39" name="Google Shape;2629;p71">
              <a:extLst>
                <a:ext uri="{FF2B5EF4-FFF2-40B4-BE49-F238E27FC236}">
                  <a16:creationId xmlns:a16="http://schemas.microsoft.com/office/drawing/2014/main" id="{42F75CA9-84FD-4E09-DDF6-67009E230477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51" name="Google Shape;2630;p71">
                <a:extLst>
                  <a:ext uri="{FF2B5EF4-FFF2-40B4-BE49-F238E27FC236}">
                    <a16:creationId xmlns:a16="http://schemas.microsoft.com/office/drawing/2014/main" id="{D0797018-403C-4C7B-2E43-A190AC5BDE4F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631;p71">
                <a:extLst>
                  <a:ext uri="{FF2B5EF4-FFF2-40B4-BE49-F238E27FC236}">
                    <a16:creationId xmlns:a16="http://schemas.microsoft.com/office/drawing/2014/main" id="{9B33795A-BD01-75E2-4CB6-730E42AB897A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632;p71">
                <a:extLst>
                  <a:ext uri="{FF2B5EF4-FFF2-40B4-BE49-F238E27FC236}">
                    <a16:creationId xmlns:a16="http://schemas.microsoft.com/office/drawing/2014/main" id="{08A825AE-208B-AB70-F60D-B35644088959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633;p71">
                <a:extLst>
                  <a:ext uri="{FF2B5EF4-FFF2-40B4-BE49-F238E27FC236}">
                    <a16:creationId xmlns:a16="http://schemas.microsoft.com/office/drawing/2014/main" id="{D107DBDF-AA3C-A39F-3901-6DEA5B34570D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634;p71">
                <a:extLst>
                  <a:ext uri="{FF2B5EF4-FFF2-40B4-BE49-F238E27FC236}">
                    <a16:creationId xmlns:a16="http://schemas.microsoft.com/office/drawing/2014/main" id="{31B201F7-60E3-E860-58DF-FC8A11C9197B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635;p71">
                <a:extLst>
                  <a:ext uri="{FF2B5EF4-FFF2-40B4-BE49-F238E27FC236}">
                    <a16:creationId xmlns:a16="http://schemas.microsoft.com/office/drawing/2014/main" id="{7EE4E255-54B5-4E07-F80A-3412D80F03F1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636;p71">
                <a:extLst>
                  <a:ext uri="{FF2B5EF4-FFF2-40B4-BE49-F238E27FC236}">
                    <a16:creationId xmlns:a16="http://schemas.microsoft.com/office/drawing/2014/main" id="{F0A023C7-704B-E195-25BA-22B3FFBA0562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637;p71">
                <a:extLst>
                  <a:ext uri="{FF2B5EF4-FFF2-40B4-BE49-F238E27FC236}">
                    <a16:creationId xmlns:a16="http://schemas.microsoft.com/office/drawing/2014/main" id="{5C970F82-96CD-61A0-8E52-DD8C174A9DF4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638;p71">
                <a:extLst>
                  <a:ext uri="{FF2B5EF4-FFF2-40B4-BE49-F238E27FC236}">
                    <a16:creationId xmlns:a16="http://schemas.microsoft.com/office/drawing/2014/main" id="{8A00C120-2D5B-9707-5F67-24ADEAB714F6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639;p71">
                <a:extLst>
                  <a:ext uri="{FF2B5EF4-FFF2-40B4-BE49-F238E27FC236}">
                    <a16:creationId xmlns:a16="http://schemas.microsoft.com/office/drawing/2014/main" id="{B8057FF3-7060-A866-6315-04AFB3E4C06D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" name="Google Shape;2640;p71">
              <a:extLst>
                <a:ext uri="{FF2B5EF4-FFF2-40B4-BE49-F238E27FC236}">
                  <a16:creationId xmlns:a16="http://schemas.microsoft.com/office/drawing/2014/main" id="{5A7DCDED-F3B9-D2B7-ED01-4ED9C8350A9C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41" name="Google Shape;2641;p71">
                <a:extLst>
                  <a:ext uri="{FF2B5EF4-FFF2-40B4-BE49-F238E27FC236}">
                    <a16:creationId xmlns:a16="http://schemas.microsoft.com/office/drawing/2014/main" id="{1D5E83C2-8005-EF15-37CB-F9552F3E28BB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noFill/>
              <a:ln w="10000" cap="rnd" cmpd="sng">
                <a:solidFill>
                  <a:srgbClr val="00000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642;p71">
                <a:extLst>
                  <a:ext uri="{FF2B5EF4-FFF2-40B4-BE49-F238E27FC236}">
                    <a16:creationId xmlns:a16="http://schemas.microsoft.com/office/drawing/2014/main" id="{E742B2B2-010E-6694-4BD3-8F17E049DCBF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643;p71">
                <a:extLst>
                  <a:ext uri="{FF2B5EF4-FFF2-40B4-BE49-F238E27FC236}">
                    <a16:creationId xmlns:a16="http://schemas.microsoft.com/office/drawing/2014/main" id="{C558E861-A16A-DBE2-C2B7-7F037D3EFE06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644;p71">
                <a:extLst>
                  <a:ext uri="{FF2B5EF4-FFF2-40B4-BE49-F238E27FC236}">
                    <a16:creationId xmlns:a16="http://schemas.microsoft.com/office/drawing/2014/main" id="{D08F6946-2E53-887A-88BF-7AC020362C10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645;p71">
                <a:extLst>
                  <a:ext uri="{FF2B5EF4-FFF2-40B4-BE49-F238E27FC236}">
                    <a16:creationId xmlns:a16="http://schemas.microsoft.com/office/drawing/2014/main" id="{B7288AF9-7D60-DD1A-0AA8-C400CDB8B3E7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646;p71">
                <a:extLst>
                  <a:ext uri="{FF2B5EF4-FFF2-40B4-BE49-F238E27FC236}">
                    <a16:creationId xmlns:a16="http://schemas.microsoft.com/office/drawing/2014/main" id="{2A9731A2-8DF4-F1DB-8F6E-9A103BEBF89B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647;p71">
                <a:extLst>
                  <a:ext uri="{FF2B5EF4-FFF2-40B4-BE49-F238E27FC236}">
                    <a16:creationId xmlns:a16="http://schemas.microsoft.com/office/drawing/2014/main" id="{9315899E-5D27-EDB7-025B-24E0070B357C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rgbClr val="FF9F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648;p71">
                <a:extLst>
                  <a:ext uri="{FF2B5EF4-FFF2-40B4-BE49-F238E27FC236}">
                    <a16:creationId xmlns:a16="http://schemas.microsoft.com/office/drawing/2014/main" id="{2AD4CBC5-A7DF-B45A-195C-4807E1E66B88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649;p71">
                <a:extLst>
                  <a:ext uri="{FF2B5EF4-FFF2-40B4-BE49-F238E27FC236}">
                    <a16:creationId xmlns:a16="http://schemas.microsoft.com/office/drawing/2014/main" id="{BC434D0C-8B59-D96E-6CCB-1D5381BC2746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650;p71">
                <a:extLst>
                  <a:ext uri="{FF2B5EF4-FFF2-40B4-BE49-F238E27FC236}">
                    <a16:creationId xmlns:a16="http://schemas.microsoft.com/office/drawing/2014/main" id="{D268192C-6114-B81C-2B5C-D429EB60D1C1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61" name="Google Shape;2651;p71">
            <a:extLst>
              <a:ext uri="{FF2B5EF4-FFF2-40B4-BE49-F238E27FC236}">
                <a16:creationId xmlns:a16="http://schemas.microsoft.com/office/drawing/2014/main" id="{5452A465-C785-B8B2-0857-F709830A8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3409209"/>
              </p:ext>
            </p:extLst>
          </p:nvPr>
        </p:nvGraphicFramePr>
        <p:xfrm>
          <a:off x="12756556" y="1066652"/>
          <a:ext cx="7239000" cy="3644330"/>
        </p:xfrm>
        <a:graphic>
          <a:graphicData uri="http://schemas.openxmlformats.org/drawingml/2006/table">
            <a:tbl>
              <a:tblPr>
                <a:noFill/>
                <a:tableStyleId>{57B34217-3FFD-410F-8E3E-219FF1D09211}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Main factor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Key messages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Goals</a:t>
                      </a:r>
                      <a:endParaRPr sz="2200" b="1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  <a:ea typeface="Hind Siliguri"/>
                          <a:cs typeface="Hind Siliguri"/>
                          <a:sym typeface="Hind Siliguri"/>
                        </a:rPr>
                        <a:t>Goals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tkinson Hyperlegible" panose="020B0604020202020204" charset="0"/>
                        </a:rPr>
                        <a:t>Design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secure, efficient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DB.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tkinson Hyperlegible" panose="020B0604020202020204" charset="0"/>
                        </a:rPr>
                        <a:t>System designed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on MySQL</a:t>
                      </a:r>
                      <a:r>
                        <a:rPr lang="en-US" sz="1800" dirty="0"/>
                        <a:t>.</a:t>
                      </a:r>
                      <a:endParaRPr sz="1800" dirty="0">
                        <a:solidFill>
                          <a:schemeClr val="accent4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  <a:ea typeface="Hind Siliguri"/>
                          <a:cs typeface="Hind Siliguri"/>
                          <a:sym typeface="Hind Siliguri"/>
                        </a:rPr>
                        <a:t>Technique &amp; Tools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tkinson Hyperlegible" panose="020B0604020202020204" charset="0"/>
                        </a:rPr>
                        <a:t>Use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MySQL, ERD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; and others mentioned on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README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of GitHub.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accent3"/>
                        </a:solidFill>
                        <a:latin typeface="Atkinson Hyperlegible" panose="020B0604020202020204" charset="0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tkinson Hyperlegible" panose="020B0604020202020204" charset="0"/>
                        </a:rPr>
                        <a:t>Modeling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and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Query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optimized.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  <a:ea typeface="Hind Siliguri"/>
                          <a:cs typeface="Hind Siliguri"/>
                          <a:sym typeface="Hind Siliguri"/>
                        </a:rPr>
                        <a:t>System overview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tkinson Hyperlegible" panose="020B0604020202020204" charset="0"/>
                        </a:rPr>
                        <a:t>Manage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Donors, Inventory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; eliminate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manual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errors.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accent3"/>
                        </a:solidFill>
                        <a:latin typeface="Atkinson Hyperlegible" panose="020B0604020202020204" charset="0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latin typeface="Atkinson Hyperlegible" panose="020B0604020202020204" charset="0"/>
                        </a:rPr>
                        <a:t>Achieved centralized data management.</a:t>
                      </a:r>
                      <a:endParaRPr sz="1800" b="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221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26">
          <a:extLst>
            <a:ext uri="{FF2B5EF4-FFF2-40B4-BE49-F238E27FC236}">
              <a16:creationId xmlns:a16="http://schemas.microsoft.com/office/drawing/2014/main" id="{285E9FDD-E468-512B-D682-AC71A304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3037;p87">
            <a:extLst>
              <a:ext uri="{FF2B5EF4-FFF2-40B4-BE49-F238E27FC236}">
                <a16:creationId xmlns:a16="http://schemas.microsoft.com/office/drawing/2014/main" id="{181568A9-7989-481F-999E-7DFE325A19DE}"/>
              </a:ext>
            </a:extLst>
          </p:cNvPr>
          <p:cNvSpPr/>
          <p:nvPr/>
        </p:nvSpPr>
        <p:spPr>
          <a:xfrm>
            <a:off x="-1686536" y="-3589714"/>
            <a:ext cx="12322928" cy="12322928"/>
          </a:xfrm>
          <a:prstGeom prst="pie">
            <a:avLst>
              <a:gd name="adj1" fmla="val 0"/>
              <a:gd name="adj2" fmla="val 441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71">
            <a:extLst>
              <a:ext uri="{FF2B5EF4-FFF2-40B4-BE49-F238E27FC236}">
                <a16:creationId xmlns:a16="http://schemas.microsoft.com/office/drawing/2014/main" id="{8D3DF84A-40AA-248A-8615-9D8833DDA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31936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INTRODUCTION</a:t>
            </a:r>
            <a:endParaRPr dirty="0"/>
          </a:p>
        </p:txBody>
      </p:sp>
      <p:grpSp>
        <p:nvGrpSpPr>
          <p:cNvPr id="2628" name="Google Shape;2628;p71">
            <a:extLst>
              <a:ext uri="{FF2B5EF4-FFF2-40B4-BE49-F238E27FC236}">
                <a16:creationId xmlns:a16="http://schemas.microsoft.com/office/drawing/2014/main" id="{B036DEF9-5480-F36D-5078-76AFEE958622}"/>
              </a:ext>
            </a:extLst>
          </p:cNvPr>
          <p:cNvGrpSpPr/>
          <p:nvPr/>
        </p:nvGrpSpPr>
        <p:grpSpPr>
          <a:xfrm rot="2263695">
            <a:off x="33113" y="2660603"/>
            <a:ext cx="701871" cy="1204247"/>
            <a:chOff x="6889573" y="1725933"/>
            <a:chExt cx="701890" cy="1204281"/>
          </a:xfrm>
        </p:grpSpPr>
        <p:grpSp>
          <p:nvGrpSpPr>
            <p:cNvPr id="2629" name="Google Shape;2629;p71">
              <a:extLst>
                <a:ext uri="{FF2B5EF4-FFF2-40B4-BE49-F238E27FC236}">
                  <a16:creationId xmlns:a16="http://schemas.microsoft.com/office/drawing/2014/main" id="{6685074C-9FAA-76C1-611C-600D0C189C29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2630" name="Google Shape;2630;p71">
                <a:extLst>
                  <a:ext uri="{FF2B5EF4-FFF2-40B4-BE49-F238E27FC236}">
                    <a16:creationId xmlns:a16="http://schemas.microsoft.com/office/drawing/2014/main" id="{4AAA38C3-7CD5-CDB3-B7E3-491A40511115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>
                <a:extLst>
                  <a:ext uri="{FF2B5EF4-FFF2-40B4-BE49-F238E27FC236}">
                    <a16:creationId xmlns:a16="http://schemas.microsoft.com/office/drawing/2014/main" id="{C2A85B30-3253-4C10-FBF4-E71BA02A2486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>
                <a:extLst>
                  <a:ext uri="{FF2B5EF4-FFF2-40B4-BE49-F238E27FC236}">
                    <a16:creationId xmlns:a16="http://schemas.microsoft.com/office/drawing/2014/main" id="{6E2E24A1-EF5E-6834-2205-AD9AA17CBF8A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>
                <a:extLst>
                  <a:ext uri="{FF2B5EF4-FFF2-40B4-BE49-F238E27FC236}">
                    <a16:creationId xmlns:a16="http://schemas.microsoft.com/office/drawing/2014/main" id="{93B873EE-40B4-A0BA-C919-6CF74AC1DC85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>
                <a:extLst>
                  <a:ext uri="{FF2B5EF4-FFF2-40B4-BE49-F238E27FC236}">
                    <a16:creationId xmlns:a16="http://schemas.microsoft.com/office/drawing/2014/main" id="{2D318588-FAC9-10CA-EB5E-6FE7E2D911E4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>
                <a:extLst>
                  <a:ext uri="{FF2B5EF4-FFF2-40B4-BE49-F238E27FC236}">
                    <a16:creationId xmlns:a16="http://schemas.microsoft.com/office/drawing/2014/main" id="{090B91D6-002B-F539-6A4F-17CB365FE701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>
                <a:extLst>
                  <a:ext uri="{FF2B5EF4-FFF2-40B4-BE49-F238E27FC236}">
                    <a16:creationId xmlns:a16="http://schemas.microsoft.com/office/drawing/2014/main" id="{900F6128-A1E9-20D8-726A-70289BFD0212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>
                <a:extLst>
                  <a:ext uri="{FF2B5EF4-FFF2-40B4-BE49-F238E27FC236}">
                    <a16:creationId xmlns:a16="http://schemas.microsoft.com/office/drawing/2014/main" id="{444A28C6-CEA4-BA72-FF40-B5A42E8D5209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>
                <a:extLst>
                  <a:ext uri="{FF2B5EF4-FFF2-40B4-BE49-F238E27FC236}">
                    <a16:creationId xmlns:a16="http://schemas.microsoft.com/office/drawing/2014/main" id="{0359677F-467B-AFA0-3E60-EBD18DF375C8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>
                <a:extLst>
                  <a:ext uri="{FF2B5EF4-FFF2-40B4-BE49-F238E27FC236}">
                    <a16:creationId xmlns:a16="http://schemas.microsoft.com/office/drawing/2014/main" id="{EE622A40-6B72-DC0F-41A5-B3284C86F9BB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0" name="Google Shape;2640;p71">
              <a:extLst>
                <a:ext uri="{FF2B5EF4-FFF2-40B4-BE49-F238E27FC236}">
                  <a16:creationId xmlns:a16="http://schemas.microsoft.com/office/drawing/2014/main" id="{F5B1C4B6-A1B3-0C6F-075D-534FACB26853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2641" name="Google Shape;2641;p71">
                <a:extLst>
                  <a:ext uri="{FF2B5EF4-FFF2-40B4-BE49-F238E27FC236}">
                    <a16:creationId xmlns:a16="http://schemas.microsoft.com/office/drawing/2014/main" id="{5881BCEE-F9FD-CF0D-9151-A5E7936F22D2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noFill/>
              <a:ln w="10000" cap="rnd" cmpd="sng">
                <a:solidFill>
                  <a:srgbClr val="00000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>
                <a:extLst>
                  <a:ext uri="{FF2B5EF4-FFF2-40B4-BE49-F238E27FC236}">
                    <a16:creationId xmlns:a16="http://schemas.microsoft.com/office/drawing/2014/main" id="{A2CBF64E-35CB-CBB1-2D3A-D31086A79293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>
                <a:extLst>
                  <a:ext uri="{FF2B5EF4-FFF2-40B4-BE49-F238E27FC236}">
                    <a16:creationId xmlns:a16="http://schemas.microsoft.com/office/drawing/2014/main" id="{9260ABD9-87AB-9F3F-1691-96FB62338CE7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>
                <a:extLst>
                  <a:ext uri="{FF2B5EF4-FFF2-40B4-BE49-F238E27FC236}">
                    <a16:creationId xmlns:a16="http://schemas.microsoft.com/office/drawing/2014/main" id="{EC8FC783-6528-C572-94DA-61EF791B0E7B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>
                <a:extLst>
                  <a:ext uri="{FF2B5EF4-FFF2-40B4-BE49-F238E27FC236}">
                    <a16:creationId xmlns:a16="http://schemas.microsoft.com/office/drawing/2014/main" id="{1E70CA2B-9A3E-B319-BDD7-AE5E76BA86A5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>
                <a:extLst>
                  <a:ext uri="{FF2B5EF4-FFF2-40B4-BE49-F238E27FC236}">
                    <a16:creationId xmlns:a16="http://schemas.microsoft.com/office/drawing/2014/main" id="{11A9ECD4-3C74-EF91-9073-EF05FAF0DB8B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71">
                <a:extLst>
                  <a:ext uri="{FF2B5EF4-FFF2-40B4-BE49-F238E27FC236}">
                    <a16:creationId xmlns:a16="http://schemas.microsoft.com/office/drawing/2014/main" id="{8EBA722F-13C7-930D-41B5-164E33821A55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rgbClr val="FF9F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71">
                <a:extLst>
                  <a:ext uri="{FF2B5EF4-FFF2-40B4-BE49-F238E27FC236}">
                    <a16:creationId xmlns:a16="http://schemas.microsoft.com/office/drawing/2014/main" id="{8832A2F4-06F8-19AB-475A-B1F5D073BC25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>
                <a:extLst>
                  <a:ext uri="{FF2B5EF4-FFF2-40B4-BE49-F238E27FC236}">
                    <a16:creationId xmlns:a16="http://schemas.microsoft.com/office/drawing/2014/main" id="{6B58AE1D-E0EA-4967-32B3-74605057832F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>
                <a:extLst>
                  <a:ext uri="{FF2B5EF4-FFF2-40B4-BE49-F238E27FC236}">
                    <a16:creationId xmlns:a16="http://schemas.microsoft.com/office/drawing/2014/main" id="{22AA5AEC-CD37-FEF7-F4BC-10AEB792BE69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651" name="Google Shape;2651;p71">
            <a:extLst>
              <a:ext uri="{FF2B5EF4-FFF2-40B4-BE49-F238E27FC236}">
                <a16:creationId xmlns:a16="http://schemas.microsoft.com/office/drawing/2014/main" id="{8656CD9B-5A1A-E6A2-AA6C-6B30F2B94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3351312"/>
              </p:ext>
            </p:extLst>
          </p:nvPr>
        </p:nvGraphicFramePr>
        <p:xfrm>
          <a:off x="1023109" y="1066652"/>
          <a:ext cx="7239000" cy="3644330"/>
        </p:xfrm>
        <a:graphic>
          <a:graphicData uri="http://schemas.openxmlformats.org/drawingml/2006/table">
            <a:tbl>
              <a:tblPr>
                <a:noFill/>
                <a:tableStyleId>{57B34217-3FFD-410F-8E3E-219FF1D09211}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Main factor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Key messages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Goals</a:t>
                      </a:r>
                      <a:endParaRPr sz="2200" b="1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  <a:ea typeface="Hind Siliguri"/>
                          <a:cs typeface="Hind Siliguri"/>
                          <a:sym typeface="Hind Siliguri"/>
                        </a:rPr>
                        <a:t>Goals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tkinson Hyperlegible" panose="020B0604020202020204" charset="0"/>
                        </a:rPr>
                        <a:t>Design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secure, efficient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DB.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tkinson Hyperlegible" panose="020B0604020202020204" charset="0"/>
                        </a:rPr>
                        <a:t>System designed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on MySQL</a:t>
                      </a:r>
                      <a:r>
                        <a:rPr lang="en-US" sz="1800" dirty="0"/>
                        <a:t>.</a:t>
                      </a:r>
                      <a:endParaRPr sz="1800" dirty="0">
                        <a:solidFill>
                          <a:schemeClr val="accent4"/>
                        </a:solidFill>
                        <a:latin typeface="Hind Siliguri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  <a:ea typeface="Hind Siliguri"/>
                          <a:cs typeface="Hind Siliguri"/>
                          <a:sym typeface="Hind Siliguri"/>
                        </a:rPr>
                        <a:t>Technique &amp; Tools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tkinson Hyperlegible" panose="020B0604020202020204" charset="0"/>
                        </a:rPr>
                        <a:t>Use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MySQL, ERD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; and others mentioned on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README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of GitHub.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accent3"/>
                        </a:solidFill>
                        <a:latin typeface="Atkinson Hyperlegible" panose="020B0604020202020204" charset="0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tkinson Hyperlegible" panose="020B0604020202020204" charset="0"/>
                        </a:rPr>
                        <a:t>Modeling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and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Query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optimized.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  <a:ea typeface="Hind Siliguri"/>
                          <a:cs typeface="Hind Siliguri"/>
                          <a:sym typeface="Hind Siliguri"/>
                        </a:rPr>
                        <a:t>System overview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Atkinson Hyperlegible" panose="020B0604020202020204" charset="0"/>
                        </a:rPr>
                        <a:t>Manage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Donors, Inventory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; eliminate </a:t>
                      </a:r>
                      <a:r>
                        <a:rPr lang="en-US" sz="1800" b="1" dirty="0">
                          <a:latin typeface="Atkinson Hyperlegible" panose="020B0604020202020204" charset="0"/>
                        </a:rPr>
                        <a:t>manual</a:t>
                      </a:r>
                      <a:r>
                        <a:rPr lang="en-US" sz="1800" dirty="0">
                          <a:latin typeface="Atkinson Hyperlegible" panose="020B0604020202020204" charset="0"/>
                        </a:rPr>
                        <a:t> errors.</a:t>
                      </a:r>
                      <a:endParaRPr sz="180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accent3"/>
                        </a:solidFill>
                        <a:latin typeface="Atkinson Hyperlegible" panose="020B0604020202020204" charset="0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latin typeface="Atkinson Hyperlegible" panose="020B0604020202020204" charset="0"/>
                        </a:rPr>
                        <a:t>Achieved centralized data management.</a:t>
                      </a:r>
                      <a:endParaRPr sz="1800" b="0" dirty="0">
                        <a:solidFill>
                          <a:schemeClr val="accent4"/>
                        </a:solidFill>
                        <a:latin typeface="Atkinson Hyperlegible" panose="020B0604020202020204" charset="0"/>
                        <a:ea typeface="Hind Siliguri"/>
                        <a:cs typeface="Hind Siliguri"/>
                        <a:sym typeface="Hind Siligur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0EEED2-B7DC-597F-0527-F6645378D8CD}"/>
              </a:ext>
            </a:extLst>
          </p:cNvPr>
          <p:cNvSpPr/>
          <p:nvPr/>
        </p:nvSpPr>
        <p:spPr>
          <a:xfrm rot="1008022">
            <a:off x="-15763970" y="-6758610"/>
            <a:ext cx="13418586" cy="143822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oogle Shape;1284;p50">
            <a:extLst>
              <a:ext uri="{FF2B5EF4-FFF2-40B4-BE49-F238E27FC236}">
                <a16:creationId xmlns:a16="http://schemas.microsoft.com/office/drawing/2014/main" id="{349978B9-71BA-D1F2-640E-BD55BF41FA5C}"/>
              </a:ext>
            </a:extLst>
          </p:cNvPr>
          <p:cNvGrpSpPr/>
          <p:nvPr/>
        </p:nvGrpSpPr>
        <p:grpSpPr>
          <a:xfrm>
            <a:off x="851339" y="-6939000"/>
            <a:ext cx="2832110" cy="2536999"/>
            <a:chOff x="474325" y="2953825"/>
            <a:chExt cx="1862250" cy="1668200"/>
          </a:xfrm>
        </p:grpSpPr>
        <p:sp>
          <p:nvSpPr>
            <p:cNvPr id="4" name="Google Shape;1285;p50">
              <a:extLst>
                <a:ext uri="{FF2B5EF4-FFF2-40B4-BE49-F238E27FC236}">
                  <a16:creationId xmlns:a16="http://schemas.microsoft.com/office/drawing/2014/main" id="{77F6FFC5-0B49-318F-53D3-0F5609BDC28D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86;p50">
              <a:extLst>
                <a:ext uri="{FF2B5EF4-FFF2-40B4-BE49-F238E27FC236}">
                  <a16:creationId xmlns:a16="http://schemas.microsoft.com/office/drawing/2014/main" id="{13EE4025-E77B-D793-1807-0CF6A72CB4A4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87;p50">
              <a:extLst>
                <a:ext uri="{FF2B5EF4-FFF2-40B4-BE49-F238E27FC236}">
                  <a16:creationId xmlns:a16="http://schemas.microsoft.com/office/drawing/2014/main" id="{98A6E4A3-FFA3-9A7E-462F-D1EE2F377808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88;p50">
              <a:extLst>
                <a:ext uri="{FF2B5EF4-FFF2-40B4-BE49-F238E27FC236}">
                  <a16:creationId xmlns:a16="http://schemas.microsoft.com/office/drawing/2014/main" id="{DCB6AE63-2E4D-87D4-68DA-B02178988120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9;p50">
              <a:extLst>
                <a:ext uri="{FF2B5EF4-FFF2-40B4-BE49-F238E27FC236}">
                  <a16:creationId xmlns:a16="http://schemas.microsoft.com/office/drawing/2014/main" id="{E2CD49AE-DB14-D08F-EDDC-3B05048B1724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90;p50">
              <a:extLst>
                <a:ext uri="{FF2B5EF4-FFF2-40B4-BE49-F238E27FC236}">
                  <a16:creationId xmlns:a16="http://schemas.microsoft.com/office/drawing/2014/main" id="{FE6852B4-7434-9498-B2F5-1C53431A2BF3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91;p50">
              <a:extLst>
                <a:ext uri="{FF2B5EF4-FFF2-40B4-BE49-F238E27FC236}">
                  <a16:creationId xmlns:a16="http://schemas.microsoft.com/office/drawing/2014/main" id="{FD8024BD-F67E-3975-04C4-8233339230FB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92;p50">
              <a:extLst>
                <a:ext uri="{FF2B5EF4-FFF2-40B4-BE49-F238E27FC236}">
                  <a16:creationId xmlns:a16="http://schemas.microsoft.com/office/drawing/2014/main" id="{2375ACCF-8617-D350-6208-FF796716D677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93;p50">
              <a:extLst>
                <a:ext uri="{FF2B5EF4-FFF2-40B4-BE49-F238E27FC236}">
                  <a16:creationId xmlns:a16="http://schemas.microsoft.com/office/drawing/2014/main" id="{2005A09A-DDF6-6968-4B7D-3355B14640BD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94;p50">
              <a:extLst>
                <a:ext uri="{FF2B5EF4-FFF2-40B4-BE49-F238E27FC236}">
                  <a16:creationId xmlns:a16="http://schemas.microsoft.com/office/drawing/2014/main" id="{D2DFF2AD-98A4-6021-A811-6A2981E2A1A8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95;p50">
              <a:extLst>
                <a:ext uri="{FF2B5EF4-FFF2-40B4-BE49-F238E27FC236}">
                  <a16:creationId xmlns:a16="http://schemas.microsoft.com/office/drawing/2014/main" id="{6990C0A8-1F2F-1B25-335B-2968AEC6F65D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96;p50">
              <a:extLst>
                <a:ext uri="{FF2B5EF4-FFF2-40B4-BE49-F238E27FC236}">
                  <a16:creationId xmlns:a16="http://schemas.microsoft.com/office/drawing/2014/main" id="{A29E502B-2D82-A154-6921-0B351BA5292C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97;p50">
              <a:extLst>
                <a:ext uri="{FF2B5EF4-FFF2-40B4-BE49-F238E27FC236}">
                  <a16:creationId xmlns:a16="http://schemas.microsoft.com/office/drawing/2014/main" id="{872359A0-E277-0939-7962-CEC017270D92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98;p50">
              <a:extLst>
                <a:ext uri="{FF2B5EF4-FFF2-40B4-BE49-F238E27FC236}">
                  <a16:creationId xmlns:a16="http://schemas.microsoft.com/office/drawing/2014/main" id="{9DC8624F-B6AD-6BDE-0B9D-C8AAEB016A24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99;p50">
              <a:extLst>
                <a:ext uri="{FF2B5EF4-FFF2-40B4-BE49-F238E27FC236}">
                  <a16:creationId xmlns:a16="http://schemas.microsoft.com/office/drawing/2014/main" id="{3ED7A311-8BA4-197E-D362-DFFD0D31BED9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00;p50">
              <a:extLst>
                <a:ext uri="{FF2B5EF4-FFF2-40B4-BE49-F238E27FC236}">
                  <a16:creationId xmlns:a16="http://schemas.microsoft.com/office/drawing/2014/main" id="{E87A1E97-8108-2A69-9094-D0E01371A54E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1;p50">
              <a:extLst>
                <a:ext uri="{FF2B5EF4-FFF2-40B4-BE49-F238E27FC236}">
                  <a16:creationId xmlns:a16="http://schemas.microsoft.com/office/drawing/2014/main" id="{DC501912-E526-3089-D40E-DA59FCB2F7C9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2;p50">
              <a:extLst>
                <a:ext uri="{FF2B5EF4-FFF2-40B4-BE49-F238E27FC236}">
                  <a16:creationId xmlns:a16="http://schemas.microsoft.com/office/drawing/2014/main" id="{847BA252-7333-7315-6E07-BE9CF7896718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03;p50">
              <a:extLst>
                <a:ext uri="{FF2B5EF4-FFF2-40B4-BE49-F238E27FC236}">
                  <a16:creationId xmlns:a16="http://schemas.microsoft.com/office/drawing/2014/main" id="{3F842E9B-310C-86B0-B31D-FF1A66146651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4;p50">
              <a:extLst>
                <a:ext uri="{FF2B5EF4-FFF2-40B4-BE49-F238E27FC236}">
                  <a16:creationId xmlns:a16="http://schemas.microsoft.com/office/drawing/2014/main" id="{D9A1DC48-A929-273A-06EE-EF45A2E4AF68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5;p50">
              <a:extLst>
                <a:ext uri="{FF2B5EF4-FFF2-40B4-BE49-F238E27FC236}">
                  <a16:creationId xmlns:a16="http://schemas.microsoft.com/office/drawing/2014/main" id="{CD7BC071-7AF6-3F83-746F-7BDC1AC76106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6;p50">
              <a:extLst>
                <a:ext uri="{FF2B5EF4-FFF2-40B4-BE49-F238E27FC236}">
                  <a16:creationId xmlns:a16="http://schemas.microsoft.com/office/drawing/2014/main" id="{F0D2B2F6-E02F-D97A-9157-4F3B07C85D03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7;p50">
              <a:extLst>
                <a:ext uri="{FF2B5EF4-FFF2-40B4-BE49-F238E27FC236}">
                  <a16:creationId xmlns:a16="http://schemas.microsoft.com/office/drawing/2014/main" id="{A7904ABA-2D42-729E-BE88-57F9C8B9295B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8;p50">
              <a:extLst>
                <a:ext uri="{FF2B5EF4-FFF2-40B4-BE49-F238E27FC236}">
                  <a16:creationId xmlns:a16="http://schemas.microsoft.com/office/drawing/2014/main" id="{980F3A5C-AEBF-4EDB-CE11-7C84E684D9E2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09;p50">
              <a:extLst>
                <a:ext uri="{FF2B5EF4-FFF2-40B4-BE49-F238E27FC236}">
                  <a16:creationId xmlns:a16="http://schemas.microsoft.com/office/drawing/2014/main" id="{D871421F-5D23-2700-7F98-4C37DF5EE799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0;p50">
              <a:extLst>
                <a:ext uri="{FF2B5EF4-FFF2-40B4-BE49-F238E27FC236}">
                  <a16:creationId xmlns:a16="http://schemas.microsoft.com/office/drawing/2014/main" id="{37EB2AA4-7430-A4C2-4E2B-421360D4CADC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1;p50">
              <a:extLst>
                <a:ext uri="{FF2B5EF4-FFF2-40B4-BE49-F238E27FC236}">
                  <a16:creationId xmlns:a16="http://schemas.microsoft.com/office/drawing/2014/main" id="{7C2EF07B-694B-8E78-7CCD-4978410B7BF7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12;p50">
              <a:extLst>
                <a:ext uri="{FF2B5EF4-FFF2-40B4-BE49-F238E27FC236}">
                  <a16:creationId xmlns:a16="http://schemas.microsoft.com/office/drawing/2014/main" id="{B126BADD-7D8C-93D1-6E24-6E242EA93955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3;p50">
              <a:extLst>
                <a:ext uri="{FF2B5EF4-FFF2-40B4-BE49-F238E27FC236}">
                  <a16:creationId xmlns:a16="http://schemas.microsoft.com/office/drawing/2014/main" id="{37C96D8C-C121-3B2F-1C44-2769A7360A86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4;p50">
              <a:extLst>
                <a:ext uri="{FF2B5EF4-FFF2-40B4-BE49-F238E27FC236}">
                  <a16:creationId xmlns:a16="http://schemas.microsoft.com/office/drawing/2014/main" id="{50784932-04B1-B149-581A-D7608FFE9EC0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15;p50">
              <a:extLst>
                <a:ext uri="{FF2B5EF4-FFF2-40B4-BE49-F238E27FC236}">
                  <a16:creationId xmlns:a16="http://schemas.microsoft.com/office/drawing/2014/main" id="{DB5342CD-3E25-020B-2E1F-8BF2A8C657C0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6;p50">
              <a:extLst>
                <a:ext uri="{FF2B5EF4-FFF2-40B4-BE49-F238E27FC236}">
                  <a16:creationId xmlns:a16="http://schemas.microsoft.com/office/drawing/2014/main" id="{5BF1B68E-6127-571F-5D9E-30235E4B6463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7;p50">
              <a:extLst>
                <a:ext uri="{FF2B5EF4-FFF2-40B4-BE49-F238E27FC236}">
                  <a16:creationId xmlns:a16="http://schemas.microsoft.com/office/drawing/2014/main" id="{23D17D68-4116-73F1-A91F-62117AE8F57A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18;p50">
              <a:extLst>
                <a:ext uri="{FF2B5EF4-FFF2-40B4-BE49-F238E27FC236}">
                  <a16:creationId xmlns:a16="http://schemas.microsoft.com/office/drawing/2014/main" id="{1919256D-AC79-F5B6-6D5F-90C9E548F14F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9;p50">
              <a:extLst>
                <a:ext uri="{FF2B5EF4-FFF2-40B4-BE49-F238E27FC236}">
                  <a16:creationId xmlns:a16="http://schemas.microsoft.com/office/drawing/2014/main" id="{E78D0E11-18C7-1281-6D81-D02D5F254BF0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0;p50">
              <a:extLst>
                <a:ext uri="{FF2B5EF4-FFF2-40B4-BE49-F238E27FC236}">
                  <a16:creationId xmlns:a16="http://schemas.microsoft.com/office/drawing/2014/main" id="{677EA70D-8B2D-6E70-42C1-00E5D60B8926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1;p50">
              <a:extLst>
                <a:ext uri="{FF2B5EF4-FFF2-40B4-BE49-F238E27FC236}">
                  <a16:creationId xmlns:a16="http://schemas.microsoft.com/office/drawing/2014/main" id="{67A816BE-727C-97E2-67C2-665E7249727D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2;p50">
              <a:extLst>
                <a:ext uri="{FF2B5EF4-FFF2-40B4-BE49-F238E27FC236}">
                  <a16:creationId xmlns:a16="http://schemas.microsoft.com/office/drawing/2014/main" id="{51D9678B-951F-AB80-A97D-A7C8DDB37544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23;p50">
              <a:extLst>
                <a:ext uri="{FF2B5EF4-FFF2-40B4-BE49-F238E27FC236}">
                  <a16:creationId xmlns:a16="http://schemas.microsoft.com/office/drawing/2014/main" id="{F4736A72-97BD-3D8D-7BCF-5F402DE29873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4;p50">
              <a:extLst>
                <a:ext uri="{FF2B5EF4-FFF2-40B4-BE49-F238E27FC236}">
                  <a16:creationId xmlns:a16="http://schemas.microsoft.com/office/drawing/2014/main" id="{C132FAF8-960C-34BD-6504-E466EAF1F724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25;p50">
              <a:extLst>
                <a:ext uri="{FF2B5EF4-FFF2-40B4-BE49-F238E27FC236}">
                  <a16:creationId xmlns:a16="http://schemas.microsoft.com/office/drawing/2014/main" id="{69D3509B-1A13-0F1F-0D9B-180628B3F734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26;p50">
              <a:extLst>
                <a:ext uri="{FF2B5EF4-FFF2-40B4-BE49-F238E27FC236}">
                  <a16:creationId xmlns:a16="http://schemas.microsoft.com/office/drawing/2014/main" id="{0D6035E0-4E56-C948-1987-7EE35F4FE9CF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27;p50">
              <a:extLst>
                <a:ext uri="{FF2B5EF4-FFF2-40B4-BE49-F238E27FC236}">
                  <a16:creationId xmlns:a16="http://schemas.microsoft.com/office/drawing/2014/main" id="{E9D616C0-41DD-AC14-FD5B-4A78DD9151AF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28;p50">
              <a:extLst>
                <a:ext uri="{FF2B5EF4-FFF2-40B4-BE49-F238E27FC236}">
                  <a16:creationId xmlns:a16="http://schemas.microsoft.com/office/drawing/2014/main" id="{09561730-5451-483C-C7B5-836380F154CA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29;p50">
              <a:extLst>
                <a:ext uri="{FF2B5EF4-FFF2-40B4-BE49-F238E27FC236}">
                  <a16:creationId xmlns:a16="http://schemas.microsoft.com/office/drawing/2014/main" id="{9872FB66-4912-19DC-B94A-6F36FBE7C70B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0;p50">
              <a:extLst>
                <a:ext uri="{FF2B5EF4-FFF2-40B4-BE49-F238E27FC236}">
                  <a16:creationId xmlns:a16="http://schemas.microsoft.com/office/drawing/2014/main" id="{4742B0E2-742B-E2AC-0265-3D31A4CE2948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1;p50">
              <a:extLst>
                <a:ext uri="{FF2B5EF4-FFF2-40B4-BE49-F238E27FC236}">
                  <a16:creationId xmlns:a16="http://schemas.microsoft.com/office/drawing/2014/main" id="{E7973FDE-E29E-10EB-6B5C-5174F06774A0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2;p50">
              <a:extLst>
                <a:ext uri="{FF2B5EF4-FFF2-40B4-BE49-F238E27FC236}">
                  <a16:creationId xmlns:a16="http://schemas.microsoft.com/office/drawing/2014/main" id="{39E3C64D-13AC-7239-C55E-94870513BC68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3;p50">
              <a:extLst>
                <a:ext uri="{FF2B5EF4-FFF2-40B4-BE49-F238E27FC236}">
                  <a16:creationId xmlns:a16="http://schemas.microsoft.com/office/drawing/2014/main" id="{3AD336DE-48F4-B0A1-3A4C-319A2C6BD37F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4;p50">
              <a:extLst>
                <a:ext uri="{FF2B5EF4-FFF2-40B4-BE49-F238E27FC236}">
                  <a16:creationId xmlns:a16="http://schemas.microsoft.com/office/drawing/2014/main" id="{DF5B4820-7D76-30E3-0260-B033104B20DE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35;p50">
              <a:extLst>
                <a:ext uri="{FF2B5EF4-FFF2-40B4-BE49-F238E27FC236}">
                  <a16:creationId xmlns:a16="http://schemas.microsoft.com/office/drawing/2014/main" id="{ECFAE226-52F4-0186-642B-70028F058EF8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36;p50">
              <a:extLst>
                <a:ext uri="{FF2B5EF4-FFF2-40B4-BE49-F238E27FC236}">
                  <a16:creationId xmlns:a16="http://schemas.microsoft.com/office/drawing/2014/main" id="{DDE5FEF1-2D7E-4A82-24AF-703FA26BD1FF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37;p50">
              <a:extLst>
                <a:ext uri="{FF2B5EF4-FFF2-40B4-BE49-F238E27FC236}">
                  <a16:creationId xmlns:a16="http://schemas.microsoft.com/office/drawing/2014/main" id="{089174F9-6B7B-420B-2A0B-48CB26D7914D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38;p50">
              <a:extLst>
                <a:ext uri="{FF2B5EF4-FFF2-40B4-BE49-F238E27FC236}">
                  <a16:creationId xmlns:a16="http://schemas.microsoft.com/office/drawing/2014/main" id="{CFCC23C2-5923-D212-54CA-CE174D4725D2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39;p50">
              <a:extLst>
                <a:ext uri="{FF2B5EF4-FFF2-40B4-BE49-F238E27FC236}">
                  <a16:creationId xmlns:a16="http://schemas.microsoft.com/office/drawing/2014/main" id="{CA67C5CF-6E1A-2550-81DF-4076FC323654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40;p50">
              <a:extLst>
                <a:ext uri="{FF2B5EF4-FFF2-40B4-BE49-F238E27FC236}">
                  <a16:creationId xmlns:a16="http://schemas.microsoft.com/office/drawing/2014/main" id="{14FCA096-30EC-6440-7226-CF878F02451D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41;p50">
              <a:extLst>
                <a:ext uri="{FF2B5EF4-FFF2-40B4-BE49-F238E27FC236}">
                  <a16:creationId xmlns:a16="http://schemas.microsoft.com/office/drawing/2014/main" id="{1330101C-E60A-5AC9-2B5C-7665CB680AA9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42;p50">
              <a:extLst>
                <a:ext uri="{FF2B5EF4-FFF2-40B4-BE49-F238E27FC236}">
                  <a16:creationId xmlns:a16="http://schemas.microsoft.com/office/drawing/2014/main" id="{07885595-8A9F-69CE-C3E9-7D97DBC7B503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43;p50">
              <a:extLst>
                <a:ext uri="{FF2B5EF4-FFF2-40B4-BE49-F238E27FC236}">
                  <a16:creationId xmlns:a16="http://schemas.microsoft.com/office/drawing/2014/main" id="{36E409F2-FB46-B999-ACCF-E7020A206F73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44;p50">
              <a:extLst>
                <a:ext uri="{FF2B5EF4-FFF2-40B4-BE49-F238E27FC236}">
                  <a16:creationId xmlns:a16="http://schemas.microsoft.com/office/drawing/2014/main" id="{A1683635-B056-4A56-8AE5-AF5E2138A067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1345;p50">
              <a:extLst>
                <a:ext uri="{FF2B5EF4-FFF2-40B4-BE49-F238E27FC236}">
                  <a16:creationId xmlns:a16="http://schemas.microsoft.com/office/drawing/2014/main" id="{991D3F68-5AC0-7D6D-2382-CD7896A13B57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25" name="Picture 2624">
            <a:extLst>
              <a:ext uri="{FF2B5EF4-FFF2-40B4-BE49-F238E27FC236}">
                <a16:creationId xmlns:a16="http://schemas.microsoft.com/office/drawing/2014/main" id="{BE17ECB4-2AB2-3DE0-1948-AA4AE0D6F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928" y="-2792388"/>
            <a:ext cx="2822693" cy="2566638"/>
          </a:xfrm>
          <a:prstGeom prst="rect">
            <a:avLst/>
          </a:prstGeom>
        </p:spPr>
      </p:pic>
      <p:sp>
        <p:nvSpPr>
          <p:cNvPr id="2652" name="Google Shape;3037;p87">
            <a:extLst>
              <a:ext uri="{FF2B5EF4-FFF2-40B4-BE49-F238E27FC236}">
                <a16:creationId xmlns:a16="http://schemas.microsoft.com/office/drawing/2014/main" id="{1DDF5E20-A2F0-DEF6-74AA-7C2E01A82B58}"/>
              </a:ext>
            </a:extLst>
          </p:cNvPr>
          <p:cNvSpPr/>
          <p:nvPr/>
        </p:nvSpPr>
        <p:spPr>
          <a:xfrm>
            <a:off x="-1534136" y="-3437314"/>
            <a:ext cx="12322928" cy="12322928"/>
          </a:xfrm>
          <a:prstGeom prst="pie">
            <a:avLst>
              <a:gd name="adj1" fmla="val 0"/>
              <a:gd name="adj2" fmla="val 4415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3" name="Google Shape;1282;p50">
            <a:extLst>
              <a:ext uri="{FF2B5EF4-FFF2-40B4-BE49-F238E27FC236}">
                <a16:creationId xmlns:a16="http://schemas.microsoft.com/office/drawing/2014/main" id="{1D0CEBA3-525B-3BC5-FEF9-2529FFE2FB78}"/>
              </a:ext>
            </a:extLst>
          </p:cNvPr>
          <p:cNvSpPr txBox="1">
            <a:spLocks/>
          </p:cNvSpPr>
          <p:nvPr/>
        </p:nvSpPr>
        <p:spPr>
          <a:xfrm>
            <a:off x="2056019" y="-4403332"/>
            <a:ext cx="7690437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 algn="ctr"/>
            <a:r>
              <a:rPr lang="en-US"/>
              <a:t>ABOUT 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99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B0D8E4"/>
        </a:solidFill>
        <a:effectLst/>
      </p:bgPr>
    </p:bg>
    <p:spTree>
      <p:nvGrpSpPr>
        <p:cNvPr id="1" name="Shape 1279">
          <a:extLst>
            <a:ext uri="{FF2B5EF4-FFF2-40B4-BE49-F238E27FC236}">
              <a16:creationId xmlns:a16="http://schemas.microsoft.com/office/drawing/2014/main" id="{2914D579-BEDE-306B-85FF-6BB52190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037;p87">
            <a:extLst>
              <a:ext uri="{FF2B5EF4-FFF2-40B4-BE49-F238E27FC236}">
                <a16:creationId xmlns:a16="http://schemas.microsoft.com/office/drawing/2014/main" id="{304754C6-29BF-D020-4CC7-0D3B06802A16}"/>
              </a:ext>
            </a:extLst>
          </p:cNvPr>
          <p:cNvSpPr/>
          <p:nvPr/>
        </p:nvSpPr>
        <p:spPr>
          <a:xfrm rot="10977313">
            <a:off x="-1546836" y="-3475628"/>
            <a:ext cx="12322928" cy="12322928"/>
          </a:xfrm>
          <a:prstGeom prst="pie">
            <a:avLst>
              <a:gd name="adj1" fmla="val 0"/>
              <a:gd name="adj2" fmla="val 21453886"/>
            </a:avLst>
          </a:prstGeom>
          <a:solidFill>
            <a:srgbClr val="FF98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037;p87">
            <a:extLst>
              <a:ext uri="{FF2B5EF4-FFF2-40B4-BE49-F238E27FC236}">
                <a16:creationId xmlns:a16="http://schemas.microsoft.com/office/drawing/2014/main" id="{9F72C4E8-B2D3-7D4B-E97F-C93A40BD2541}"/>
              </a:ext>
            </a:extLst>
          </p:cNvPr>
          <p:cNvSpPr/>
          <p:nvPr/>
        </p:nvSpPr>
        <p:spPr>
          <a:xfrm>
            <a:off x="-1699236" y="-3628028"/>
            <a:ext cx="12322928" cy="12322928"/>
          </a:xfrm>
          <a:prstGeom prst="pie">
            <a:avLst>
              <a:gd name="adj1" fmla="val 0"/>
              <a:gd name="adj2" fmla="val 21453886"/>
            </a:avLst>
          </a:prstGeom>
          <a:solidFill>
            <a:srgbClr val="FF98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4" name="Google Shape;1284;p50">
            <a:extLst>
              <a:ext uri="{FF2B5EF4-FFF2-40B4-BE49-F238E27FC236}">
                <a16:creationId xmlns:a16="http://schemas.microsoft.com/office/drawing/2014/main" id="{3E6DA31E-47BC-D783-6E31-0F6EB66D61B0}"/>
              </a:ext>
            </a:extLst>
          </p:cNvPr>
          <p:cNvGrpSpPr/>
          <p:nvPr/>
        </p:nvGrpSpPr>
        <p:grpSpPr>
          <a:xfrm>
            <a:off x="877589" y="1379453"/>
            <a:ext cx="2832110" cy="2536999"/>
            <a:chOff x="474325" y="2953825"/>
            <a:chExt cx="1862250" cy="1668200"/>
          </a:xfrm>
        </p:grpSpPr>
        <p:sp>
          <p:nvSpPr>
            <p:cNvPr id="1285" name="Google Shape;1285;p50">
              <a:extLst>
                <a:ext uri="{FF2B5EF4-FFF2-40B4-BE49-F238E27FC236}">
                  <a16:creationId xmlns:a16="http://schemas.microsoft.com/office/drawing/2014/main" id="{8386B5B7-FF73-8ACC-CBC3-5F8B44A895F0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>
              <a:extLst>
                <a:ext uri="{FF2B5EF4-FFF2-40B4-BE49-F238E27FC236}">
                  <a16:creationId xmlns:a16="http://schemas.microsoft.com/office/drawing/2014/main" id="{9FFF2F30-E91E-700E-C616-5F3AAB66488D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>
              <a:extLst>
                <a:ext uri="{FF2B5EF4-FFF2-40B4-BE49-F238E27FC236}">
                  <a16:creationId xmlns:a16="http://schemas.microsoft.com/office/drawing/2014/main" id="{3A039918-9503-5F6A-23F8-8998D2A44827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>
              <a:extLst>
                <a:ext uri="{FF2B5EF4-FFF2-40B4-BE49-F238E27FC236}">
                  <a16:creationId xmlns:a16="http://schemas.microsoft.com/office/drawing/2014/main" id="{EA37EFE9-50E6-E16A-3988-29DF10E92D3D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>
              <a:extLst>
                <a:ext uri="{FF2B5EF4-FFF2-40B4-BE49-F238E27FC236}">
                  <a16:creationId xmlns:a16="http://schemas.microsoft.com/office/drawing/2014/main" id="{AB5A4E86-4797-90D4-EDBA-A73D75961138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>
              <a:extLst>
                <a:ext uri="{FF2B5EF4-FFF2-40B4-BE49-F238E27FC236}">
                  <a16:creationId xmlns:a16="http://schemas.microsoft.com/office/drawing/2014/main" id="{269C8BFF-D902-DE4A-C51F-875D2FE5DF61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>
              <a:extLst>
                <a:ext uri="{FF2B5EF4-FFF2-40B4-BE49-F238E27FC236}">
                  <a16:creationId xmlns:a16="http://schemas.microsoft.com/office/drawing/2014/main" id="{64A752C9-3A41-E4E9-37D8-EEEE917ECD13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>
              <a:extLst>
                <a:ext uri="{FF2B5EF4-FFF2-40B4-BE49-F238E27FC236}">
                  <a16:creationId xmlns:a16="http://schemas.microsoft.com/office/drawing/2014/main" id="{9965DAD1-EF11-2B3A-EDB4-C346E33C2A51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>
              <a:extLst>
                <a:ext uri="{FF2B5EF4-FFF2-40B4-BE49-F238E27FC236}">
                  <a16:creationId xmlns:a16="http://schemas.microsoft.com/office/drawing/2014/main" id="{C928CDFE-9595-5929-FED9-F45073700B41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>
              <a:extLst>
                <a:ext uri="{FF2B5EF4-FFF2-40B4-BE49-F238E27FC236}">
                  <a16:creationId xmlns:a16="http://schemas.microsoft.com/office/drawing/2014/main" id="{BA030961-4842-F5E0-D68C-919A236F8D60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>
              <a:extLst>
                <a:ext uri="{FF2B5EF4-FFF2-40B4-BE49-F238E27FC236}">
                  <a16:creationId xmlns:a16="http://schemas.microsoft.com/office/drawing/2014/main" id="{5BF1CBC2-9F41-7018-819A-A68BB53B75B6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>
              <a:extLst>
                <a:ext uri="{FF2B5EF4-FFF2-40B4-BE49-F238E27FC236}">
                  <a16:creationId xmlns:a16="http://schemas.microsoft.com/office/drawing/2014/main" id="{396EFDFC-308E-567E-4400-6A711A2F1588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0">
              <a:extLst>
                <a:ext uri="{FF2B5EF4-FFF2-40B4-BE49-F238E27FC236}">
                  <a16:creationId xmlns:a16="http://schemas.microsoft.com/office/drawing/2014/main" id="{8E5D8B4C-2CF6-6437-A587-E682109A41FA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0">
              <a:extLst>
                <a:ext uri="{FF2B5EF4-FFF2-40B4-BE49-F238E27FC236}">
                  <a16:creationId xmlns:a16="http://schemas.microsoft.com/office/drawing/2014/main" id="{4AFA65D9-77A4-37A6-780A-7EDFFD3CD0A4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0">
              <a:extLst>
                <a:ext uri="{FF2B5EF4-FFF2-40B4-BE49-F238E27FC236}">
                  <a16:creationId xmlns:a16="http://schemas.microsoft.com/office/drawing/2014/main" id="{EB04DE2F-CB08-C9F8-249E-83D05A577166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0">
              <a:extLst>
                <a:ext uri="{FF2B5EF4-FFF2-40B4-BE49-F238E27FC236}">
                  <a16:creationId xmlns:a16="http://schemas.microsoft.com/office/drawing/2014/main" id="{A0C20D4A-9791-43A7-3122-6C5649C4F9CC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0">
              <a:extLst>
                <a:ext uri="{FF2B5EF4-FFF2-40B4-BE49-F238E27FC236}">
                  <a16:creationId xmlns:a16="http://schemas.microsoft.com/office/drawing/2014/main" id="{9CCCEE5E-F1FE-5E03-4B0C-9A23286FDAA8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0">
              <a:extLst>
                <a:ext uri="{FF2B5EF4-FFF2-40B4-BE49-F238E27FC236}">
                  <a16:creationId xmlns:a16="http://schemas.microsoft.com/office/drawing/2014/main" id="{8C6C5D3C-8BA8-080E-D0D9-E322DD2C2ABC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0">
              <a:extLst>
                <a:ext uri="{FF2B5EF4-FFF2-40B4-BE49-F238E27FC236}">
                  <a16:creationId xmlns:a16="http://schemas.microsoft.com/office/drawing/2014/main" id="{9AE4F9F7-594A-DFBB-94FC-0B41B3885ECE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50">
              <a:extLst>
                <a:ext uri="{FF2B5EF4-FFF2-40B4-BE49-F238E27FC236}">
                  <a16:creationId xmlns:a16="http://schemas.microsoft.com/office/drawing/2014/main" id="{9030B3B8-AB08-1428-145D-B7E42B938021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0">
              <a:extLst>
                <a:ext uri="{FF2B5EF4-FFF2-40B4-BE49-F238E27FC236}">
                  <a16:creationId xmlns:a16="http://schemas.microsoft.com/office/drawing/2014/main" id="{9A5A97E3-415E-08E9-D96A-378764D2B390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0">
              <a:extLst>
                <a:ext uri="{FF2B5EF4-FFF2-40B4-BE49-F238E27FC236}">
                  <a16:creationId xmlns:a16="http://schemas.microsoft.com/office/drawing/2014/main" id="{448F6760-71CC-FA40-D357-190755375D93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0">
              <a:extLst>
                <a:ext uri="{FF2B5EF4-FFF2-40B4-BE49-F238E27FC236}">
                  <a16:creationId xmlns:a16="http://schemas.microsoft.com/office/drawing/2014/main" id="{2B9505B5-7438-91AC-79B5-84C45C377F5A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0">
              <a:extLst>
                <a:ext uri="{FF2B5EF4-FFF2-40B4-BE49-F238E27FC236}">
                  <a16:creationId xmlns:a16="http://schemas.microsoft.com/office/drawing/2014/main" id="{5922B5C2-6203-04B6-1379-4DDC0C334510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0">
              <a:extLst>
                <a:ext uri="{FF2B5EF4-FFF2-40B4-BE49-F238E27FC236}">
                  <a16:creationId xmlns:a16="http://schemas.microsoft.com/office/drawing/2014/main" id="{606CC80A-B70F-4D42-5452-8172B372A4DD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0">
              <a:extLst>
                <a:ext uri="{FF2B5EF4-FFF2-40B4-BE49-F238E27FC236}">
                  <a16:creationId xmlns:a16="http://schemas.microsoft.com/office/drawing/2014/main" id="{ACE07B65-D89B-DCCB-2206-B57E49592C5C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0">
              <a:extLst>
                <a:ext uri="{FF2B5EF4-FFF2-40B4-BE49-F238E27FC236}">
                  <a16:creationId xmlns:a16="http://schemas.microsoft.com/office/drawing/2014/main" id="{CD154B6F-94FB-5B13-0432-52AB8FC16907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0">
              <a:extLst>
                <a:ext uri="{FF2B5EF4-FFF2-40B4-BE49-F238E27FC236}">
                  <a16:creationId xmlns:a16="http://schemas.microsoft.com/office/drawing/2014/main" id="{A04F9FE2-5F97-452A-9265-7E2C39A83498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0">
              <a:extLst>
                <a:ext uri="{FF2B5EF4-FFF2-40B4-BE49-F238E27FC236}">
                  <a16:creationId xmlns:a16="http://schemas.microsoft.com/office/drawing/2014/main" id="{0D495ED4-AA04-01BD-15D8-93A82227BF18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0">
              <a:extLst>
                <a:ext uri="{FF2B5EF4-FFF2-40B4-BE49-F238E27FC236}">
                  <a16:creationId xmlns:a16="http://schemas.microsoft.com/office/drawing/2014/main" id="{E24B18C9-D36E-A38F-DB1F-081DA3FAD0E0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0">
              <a:extLst>
                <a:ext uri="{FF2B5EF4-FFF2-40B4-BE49-F238E27FC236}">
                  <a16:creationId xmlns:a16="http://schemas.microsoft.com/office/drawing/2014/main" id="{B26343F5-F618-97F8-EE94-C5D5B01C7A2F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0">
              <a:extLst>
                <a:ext uri="{FF2B5EF4-FFF2-40B4-BE49-F238E27FC236}">
                  <a16:creationId xmlns:a16="http://schemas.microsoft.com/office/drawing/2014/main" id="{0764B840-ED17-DA72-CC93-1CE0DC23E2EB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0">
              <a:extLst>
                <a:ext uri="{FF2B5EF4-FFF2-40B4-BE49-F238E27FC236}">
                  <a16:creationId xmlns:a16="http://schemas.microsoft.com/office/drawing/2014/main" id="{3BB7844F-207E-9DBD-05ED-7E6D458A5ECB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0">
              <a:extLst>
                <a:ext uri="{FF2B5EF4-FFF2-40B4-BE49-F238E27FC236}">
                  <a16:creationId xmlns:a16="http://schemas.microsoft.com/office/drawing/2014/main" id="{76ACF8B0-E66B-609D-B116-1C4F34135FC6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0">
              <a:extLst>
                <a:ext uri="{FF2B5EF4-FFF2-40B4-BE49-F238E27FC236}">
                  <a16:creationId xmlns:a16="http://schemas.microsoft.com/office/drawing/2014/main" id="{3CA88BAF-91D9-1F0B-5D07-1027AB87B804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0">
              <a:extLst>
                <a:ext uri="{FF2B5EF4-FFF2-40B4-BE49-F238E27FC236}">
                  <a16:creationId xmlns:a16="http://schemas.microsoft.com/office/drawing/2014/main" id="{79C591C9-E31E-E290-E313-C2540A98ED57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0">
              <a:extLst>
                <a:ext uri="{FF2B5EF4-FFF2-40B4-BE49-F238E27FC236}">
                  <a16:creationId xmlns:a16="http://schemas.microsoft.com/office/drawing/2014/main" id="{ACDC0161-2DD3-E3B8-A7AA-B4DB1E0FE1B8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0">
              <a:extLst>
                <a:ext uri="{FF2B5EF4-FFF2-40B4-BE49-F238E27FC236}">
                  <a16:creationId xmlns:a16="http://schemas.microsoft.com/office/drawing/2014/main" id="{27B8DD8A-4E97-2593-6B44-D11F9ACE6429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0">
              <a:extLst>
                <a:ext uri="{FF2B5EF4-FFF2-40B4-BE49-F238E27FC236}">
                  <a16:creationId xmlns:a16="http://schemas.microsoft.com/office/drawing/2014/main" id="{21473CD9-22F4-720B-7F71-3E9D0A3E03A6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0">
              <a:extLst>
                <a:ext uri="{FF2B5EF4-FFF2-40B4-BE49-F238E27FC236}">
                  <a16:creationId xmlns:a16="http://schemas.microsoft.com/office/drawing/2014/main" id="{F6530487-3942-3AF5-A3A5-26D6CE7FCA7C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0">
              <a:extLst>
                <a:ext uri="{FF2B5EF4-FFF2-40B4-BE49-F238E27FC236}">
                  <a16:creationId xmlns:a16="http://schemas.microsoft.com/office/drawing/2014/main" id="{08989CE6-F9CA-EF57-01D6-69536B4FCA25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0">
              <a:extLst>
                <a:ext uri="{FF2B5EF4-FFF2-40B4-BE49-F238E27FC236}">
                  <a16:creationId xmlns:a16="http://schemas.microsoft.com/office/drawing/2014/main" id="{5A2E7283-A80E-7F0C-A86C-FF1AF0566901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0">
              <a:extLst>
                <a:ext uri="{FF2B5EF4-FFF2-40B4-BE49-F238E27FC236}">
                  <a16:creationId xmlns:a16="http://schemas.microsoft.com/office/drawing/2014/main" id="{3B8CE063-59C2-ED8A-F12A-0432F395D6C0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0">
              <a:extLst>
                <a:ext uri="{FF2B5EF4-FFF2-40B4-BE49-F238E27FC236}">
                  <a16:creationId xmlns:a16="http://schemas.microsoft.com/office/drawing/2014/main" id="{E7A9153C-465B-1641-E0AC-7BF61709D74E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0">
              <a:extLst>
                <a:ext uri="{FF2B5EF4-FFF2-40B4-BE49-F238E27FC236}">
                  <a16:creationId xmlns:a16="http://schemas.microsoft.com/office/drawing/2014/main" id="{83917F9B-A7EB-C8A6-E84A-2A34575B17C7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0">
              <a:extLst>
                <a:ext uri="{FF2B5EF4-FFF2-40B4-BE49-F238E27FC236}">
                  <a16:creationId xmlns:a16="http://schemas.microsoft.com/office/drawing/2014/main" id="{A1AB673E-58C4-73E2-7FA7-57C265C03E2B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0">
              <a:extLst>
                <a:ext uri="{FF2B5EF4-FFF2-40B4-BE49-F238E27FC236}">
                  <a16:creationId xmlns:a16="http://schemas.microsoft.com/office/drawing/2014/main" id="{51D9C171-AD60-A4CC-B121-6E2181830268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0">
              <a:extLst>
                <a:ext uri="{FF2B5EF4-FFF2-40B4-BE49-F238E27FC236}">
                  <a16:creationId xmlns:a16="http://schemas.microsoft.com/office/drawing/2014/main" id="{5B3A9072-C6A9-3374-97B2-CF8F40AFD279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0">
              <a:extLst>
                <a:ext uri="{FF2B5EF4-FFF2-40B4-BE49-F238E27FC236}">
                  <a16:creationId xmlns:a16="http://schemas.microsoft.com/office/drawing/2014/main" id="{BC9DFB26-7A03-AEF6-6E23-8BB6217C7191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0">
              <a:extLst>
                <a:ext uri="{FF2B5EF4-FFF2-40B4-BE49-F238E27FC236}">
                  <a16:creationId xmlns:a16="http://schemas.microsoft.com/office/drawing/2014/main" id="{01E32E45-97A1-4726-CDAE-3FEC680AF988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>
              <a:extLst>
                <a:ext uri="{FF2B5EF4-FFF2-40B4-BE49-F238E27FC236}">
                  <a16:creationId xmlns:a16="http://schemas.microsoft.com/office/drawing/2014/main" id="{38E5081E-8961-C81C-5A63-0521C477F920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0">
              <a:extLst>
                <a:ext uri="{FF2B5EF4-FFF2-40B4-BE49-F238E27FC236}">
                  <a16:creationId xmlns:a16="http://schemas.microsoft.com/office/drawing/2014/main" id="{3D98CD4B-5B42-ACDB-BCEB-2E29362E6708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0">
              <a:extLst>
                <a:ext uri="{FF2B5EF4-FFF2-40B4-BE49-F238E27FC236}">
                  <a16:creationId xmlns:a16="http://schemas.microsoft.com/office/drawing/2014/main" id="{A3009C64-FE28-0510-22AF-B2B4B8807AF6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0">
              <a:extLst>
                <a:ext uri="{FF2B5EF4-FFF2-40B4-BE49-F238E27FC236}">
                  <a16:creationId xmlns:a16="http://schemas.microsoft.com/office/drawing/2014/main" id="{96D9E308-77C5-C918-E52E-2E12D7C8FE0E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0">
              <a:extLst>
                <a:ext uri="{FF2B5EF4-FFF2-40B4-BE49-F238E27FC236}">
                  <a16:creationId xmlns:a16="http://schemas.microsoft.com/office/drawing/2014/main" id="{CF8315D1-4E04-BB6C-9A0E-6D9E54D6BF35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0">
              <a:extLst>
                <a:ext uri="{FF2B5EF4-FFF2-40B4-BE49-F238E27FC236}">
                  <a16:creationId xmlns:a16="http://schemas.microsoft.com/office/drawing/2014/main" id="{9230F685-4E13-D119-246E-F1FF4A9BE9DB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0">
              <a:extLst>
                <a:ext uri="{FF2B5EF4-FFF2-40B4-BE49-F238E27FC236}">
                  <a16:creationId xmlns:a16="http://schemas.microsoft.com/office/drawing/2014/main" id="{B4A911F7-8EFF-AC05-2E7B-1C1D60B7E18A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>
              <a:extLst>
                <a:ext uri="{FF2B5EF4-FFF2-40B4-BE49-F238E27FC236}">
                  <a16:creationId xmlns:a16="http://schemas.microsoft.com/office/drawing/2014/main" id="{7BF48FDD-49DD-6258-7E5F-421D9465E7F9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>
              <a:extLst>
                <a:ext uri="{FF2B5EF4-FFF2-40B4-BE49-F238E27FC236}">
                  <a16:creationId xmlns:a16="http://schemas.microsoft.com/office/drawing/2014/main" id="{C0BE4519-476B-2CC4-0290-0337162469B4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>
              <a:extLst>
                <a:ext uri="{FF2B5EF4-FFF2-40B4-BE49-F238E27FC236}">
                  <a16:creationId xmlns:a16="http://schemas.microsoft.com/office/drawing/2014/main" id="{6EAA21CB-1A5E-11FE-6A4F-62A6EB6FAA7D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>
              <a:extLst>
                <a:ext uri="{FF2B5EF4-FFF2-40B4-BE49-F238E27FC236}">
                  <a16:creationId xmlns:a16="http://schemas.microsoft.com/office/drawing/2014/main" id="{8C4CD757-5105-25AA-9FFF-1E8333ADA840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292B2A1-CE4B-1517-EE88-39804FC86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189" y="2428653"/>
            <a:ext cx="5724640" cy="1341236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752688F1-0163-69D7-5DC7-E1392E5AF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BBE8D-169B-8892-40ED-3368BEE2E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204" y="349537"/>
            <a:ext cx="2822693" cy="2566638"/>
          </a:xfrm>
          <a:prstGeom prst="rect">
            <a:avLst/>
          </a:prstGeom>
        </p:spPr>
      </p:pic>
      <p:sp>
        <p:nvSpPr>
          <p:cNvPr id="4" name="Google Shape;3037;p87">
            <a:extLst>
              <a:ext uri="{FF2B5EF4-FFF2-40B4-BE49-F238E27FC236}">
                <a16:creationId xmlns:a16="http://schemas.microsoft.com/office/drawing/2014/main" id="{2E89F032-EEA3-0498-F9A8-942BC9B6C9A1}"/>
              </a:ext>
            </a:extLst>
          </p:cNvPr>
          <p:cNvSpPr/>
          <p:nvPr/>
        </p:nvSpPr>
        <p:spPr>
          <a:xfrm>
            <a:off x="-1534136" y="-3437314"/>
            <a:ext cx="12322928" cy="12322928"/>
          </a:xfrm>
          <a:prstGeom prst="pie">
            <a:avLst>
              <a:gd name="adj1" fmla="val 0"/>
              <a:gd name="adj2" fmla="val 21253821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9027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32">
          <a:extLst>
            <a:ext uri="{FF2B5EF4-FFF2-40B4-BE49-F238E27FC236}">
              <a16:creationId xmlns:a16="http://schemas.microsoft.com/office/drawing/2014/main" id="{66C01198-1415-33EE-A88D-A66A0FB40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8;p59">
            <a:extLst>
              <a:ext uri="{FF2B5EF4-FFF2-40B4-BE49-F238E27FC236}">
                <a16:creationId xmlns:a16="http://schemas.microsoft.com/office/drawing/2014/main" id="{F77CBAEC-FCDD-5782-4E61-39682911E99F}"/>
              </a:ext>
            </a:extLst>
          </p:cNvPr>
          <p:cNvSpPr txBox="1">
            <a:spLocks/>
          </p:cNvSpPr>
          <p:nvPr/>
        </p:nvSpPr>
        <p:spPr>
          <a:xfrm rot="224033">
            <a:off x="3527377" y="-1765084"/>
            <a:ext cx="213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/>
              <a:t>Homepage</a:t>
            </a:r>
          </a:p>
        </p:txBody>
      </p:sp>
      <p:sp>
        <p:nvSpPr>
          <p:cNvPr id="2" name="Google Shape;1838;p59">
            <a:extLst>
              <a:ext uri="{FF2B5EF4-FFF2-40B4-BE49-F238E27FC236}">
                <a16:creationId xmlns:a16="http://schemas.microsoft.com/office/drawing/2014/main" id="{C8D6915C-0C94-A289-F173-AB6A376213FC}"/>
              </a:ext>
            </a:extLst>
          </p:cNvPr>
          <p:cNvSpPr txBox="1">
            <a:spLocks/>
          </p:cNvSpPr>
          <p:nvPr/>
        </p:nvSpPr>
        <p:spPr>
          <a:xfrm>
            <a:off x="5542693" y="253050"/>
            <a:ext cx="279049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/>
              <a:t>Login Account</a:t>
            </a:r>
          </a:p>
        </p:txBody>
      </p:sp>
      <p:sp>
        <p:nvSpPr>
          <p:cNvPr id="1838" name="Google Shape;1838;p59">
            <a:extLst>
              <a:ext uri="{FF2B5EF4-FFF2-40B4-BE49-F238E27FC236}">
                <a16:creationId xmlns:a16="http://schemas.microsoft.com/office/drawing/2014/main" id="{0686AB59-1FB1-2EEC-F423-76960BFD3B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099" y="539400"/>
            <a:ext cx="35207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Modern Interface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2927AC-3B3E-4F61-C18F-526C1C4D5519}"/>
              </a:ext>
            </a:extLst>
          </p:cNvPr>
          <p:cNvGrpSpPr/>
          <p:nvPr/>
        </p:nvGrpSpPr>
        <p:grpSpPr>
          <a:xfrm>
            <a:off x="399968" y="1587856"/>
            <a:ext cx="4348934" cy="898370"/>
            <a:chOff x="399968" y="1587856"/>
            <a:chExt cx="4348934" cy="89837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26B591E-8ADF-62AE-8486-A9D79869241A}"/>
                </a:ext>
              </a:extLst>
            </p:cNvPr>
            <p:cNvGrpSpPr/>
            <p:nvPr/>
          </p:nvGrpSpPr>
          <p:grpSpPr>
            <a:xfrm>
              <a:off x="399985" y="1587856"/>
              <a:ext cx="3030600" cy="457200"/>
              <a:chOff x="399985" y="1587856"/>
              <a:chExt cx="3030600" cy="457200"/>
            </a:xfrm>
          </p:grpSpPr>
          <p:sp>
            <p:nvSpPr>
              <p:cNvPr id="1835" name="Google Shape;1835;p59">
                <a:extLst>
                  <a:ext uri="{FF2B5EF4-FFF2-40B4-BE49-F238E27FC236}">
                    <a16:creationId xmlns:a16="http://schemas.microsoft.com/office/drawing/2014/main" id="{4C740636-5686-9419-7575-44D993AAB641}"/>
                  </a:ext>
                </a:extLst>
              </p:cNvPr>
              <p:cNvSpPr txBox="1"/>
              <p:nvPr/>
            </p:nvSpPr>
            <p:spPr>
              <a:xfrm>
                <a:off x="399985" y="1587856"/>
                <a:ext cx="3030600" cy="457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 dirty="0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endParaRPr>
              </a:p>
            </p:txBody>
          </p:sp>
          <p:sp>
            <p:nvSpPr>
              <p:cNvPr id="1839" name="Google Shape;1839;p59">
                <a:extLst>
                  <a:ext uri="{FF2B5EF4-FFF2-40B4-BE49-F238E27FC236}">
                    <a16:creationId xmlns:a16="http://schemas.microsoft.com/office/drawing/2014/main" id="{689B25B7-9011-461D-3906-FCAF5B33DBBE}"/>
                  </a:ext>
                </a:extLst>
              </p:cNvPr>
              <p:cNvSpPr txBox="1"/>
              <p:nvPr/>
            </p:nvSpPr>
            <p:spPr>
              <a:xfrm>
                <a:off x="532700" y="1601805"/>
                <a:ext cx="2765120" cy="424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2200" b="1" dirty="0">
                    <a:solidFill>
                      <a:schemeClr val="accent3"/>
                    </a:solidFill>
                    <a:latin typeface="Atkinson Hyperlegible"/>
                  </a:rPr>
                  <a:t>Responsive Design</a:t>
                </a:r>
                <a:endParaRPr sz="2200" b="1" dirty="0">
                  <a:solidFill>
                    <a:schemeClr val="accent3"/>
                  </a:solidFill>
                  <a:latin typeface="Atkinson Hyperlegible"/>
                  <a:sym typeface="Atkinson Hyperlegible"/>
                </a:endParaRPr>
              </a:p>
            </p:txBody>
          </p:sp>
        </p:grpSp>
        <p:sp>
          <p:nvSpPr>
            <p:cNvPr id="1840" name="Google Shape;1840;p59">
              <a:extLst>
                <a:ext uri="{FF2B5EF4-FFF2-40B4-BE49-F238E27FC236}">
                  <a16:creationId xmlns:a16="http://schemas.microsoft.com/office/drawing/2014/main" id="{95E7865A-5A58-02DB-5C32-D0394BD2F47F}"/>
                </a:ext>
              </a:extLst>
            </p:cNvPr>
            <p:cNvSpPr txBox="1"/>
            <p:nvPr/>
          </p:nvSpPr>
          <p:spPr>
            <a:xfrm>
              <a:off x="399968" y="2001426"/>
              <a:ext cx="4348934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Flexbox/Grid with media queries for all screen sizes.</a:t>
              </a:r>
              <a:endParaRPr dirty="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89B4605-2CEE-21F0-EAEC-90E9BDB48D1E}"/>
              </a:ext>
            </a:extLst>
          </p:cNvPr>
          <p:cNvGrpSpPr/>
          <p:nvPr/>
        </p:nvGrpSpPr>
        <p:grpSpPr>
          <a:xfrm>
            <a:off x="399960" y="2502635"/>
            <a:ext cx="4797682" cy="883158"/>
            <a:chOff x="399960" y="2502635"/>
            <a:chExt cx="4797682" cy="883158"/>
          </a:xfrm>
        </p:grpSpPr>
        <p:sp>
          <p:nvSpPr>
            <p:cNvPr id="1836" name="Google Shape;1836;p59">
              <a:extLst>
                <a:ext uri="{FF2B5EF4-FFF2-40B4-BE49-F238E27FC236}">
                  <a16:creationId xmlns:a16="http://schemas.microsoft.com/office/drawing/2014/main" id="{40D344F5-AFEB-6C0B-D0DB-8B4E7AA824FD}"/>
                </a:ext>
              </a:extLst>
            </p:cNvPr>
            <p:cNvSpPr txBox="1"/>
            <p:nvPr/>
          </p:nvSpPr>
          <p:spPr>
            <a:xfrm>
              <a:off x="399960" y="2502635"/>
              <a:ext cx="30306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1" dirty="0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841" name="Google Shape;1841;p59">
              <a:extLst>
                <a:ext uri="{FF2B5EF4-FFF2-40B4-BE49-F238E27FC236}">
                  <a16:creationId xmlns:a16="http://schemas.microsoft.com/office/drawing/2014/main" id="{0F912828-F3A2-CD56-C89A-0AAE621600CA}"/>
                </a:ext>
              </a:extLst>
            </p:cNvPr>
            <p:cNvSpPr txBox="1"/>
            <p:nvPr/>
          </p:nvSpPr>
          <p:spPr>
            <a:xfrm>
              <a:off x="614012" y="2516584"/>
              <a:ext cx="2879420" cy="4663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2200" b="1" dirty="0">
                  <a:solidFill>
                    <a:schemeClr val="accent3"/>
                  </a:solidFill>
                  <a:latin typeface="Atkinson Hyperlegible"/>
                </a:rPr>
                <a:t>Role-Based Login</a:t>
              </a:r>
              <a:endParaRPr sz="2200" b="1" dirty="0">
                <a:solidFill>
                  <a:schemeClr val="accent3"/>
                </a:solidFill>
                <a:latin typeface="Atkinson Hyperlegible"/>
                <a:sym typeface="Atkinson Hyperlegible"/>
              </a:endParaRPr>
            </a:p>
          </p:txBody>
        </p:sp>
        <p:sp>
          <p:nvSpPr>
            <p:cNvPr id="1842" name="Google Shape;1842;p59">
              <a:extLst>
                <a:ext uri="{FF2B5EF4-FFF2-40B4-BE49-F238E27FC236}">
                  <a16:creationId xmlns:a16="http://schemas.microsoft.com/office/drawing/2014/main" id="{AA266F1B-82E4-AB2F-DD4B-51618F53A62D}"/>
                </a:ext>
              </a:extLst>
            </p:cNvPr>
            <p:cNvSpPr txBox="1"/>
            <p:nvPr/>
          </p:nvSpPr>
          <p:spPr>
            <a:xfrm>
              <a:off x="399960" y="2900993"/>
              <a:ext cx="4797682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Secure access for Admin, Doctor, Patient, and Donor</a:t>
              </a:r>
              <a:endParaRPr dirty="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0514D8-681C-8BBE-6372-0E4B57CC1C72}"/>
              </a:ext>
            </a:extLst>
          </p:cNvPr>
          <p:cNvGrpSpPr/>
          <p:nvPr/>
        </p:nvGrpSpPr>
        <p:grpSpPr>
          <a:xfrm>
            <a:off x="399960" y="3416851"/>
            <a:ext cx="3950659" cy="923700"/>
            <a:chOff x="399960" y="3416851"/>
            <a:chExt cx="3950659" cy="923700"/>
          </a:xfrm>
        </p:grpSpPr>
        <p:sp>
          <p:nvSpPr>
            <p:cNvPr id="1837" name="Google Shape;1837;p59">
              <a:extLst>
                <a:ext uri="{FF2B5EF4-FFF2-40B4-BE49-F238E27FC236}">
                  <a16:creationId xmlns:a16="http://schemas.microsoft.com/office/drawing/2014/main" id="{67186803-6780-FF34-6C03-430D9C42428A}"/>
                </a:ext>
              </a:extLst>
            </p:cNvPr>
            <p:cNvSpPr txBox="1"/>
            <p:nvPr/>
          </p:nvSpPr>
          <p:spPr>
            <a:xfrm>
              <a:off x="399963" y="3417606"/>
              <a:ext cx="3030600" cy="45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1" dirty="0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843" name="Google Shape;1843;p59">
              <a:extLst>
                <a:ext uri="{FF2B5EF4-FFF2-40B4-BE49-F238E27FC236}">
                  <a16:creationId xmlns:a16="http://schemas.microsoft.com/office/drawing/2014/main" id="{A7325A00-30A7-906F-A3DA-1CAC9E57EEB7}"/>
                </a:ext>
              </a:extLst>
            </p:cNvPr>
            <p:cNvSpPr txBox="1"/>
            <p:nvPr/>
          </p:nvSpPr>
          <p:spPr>
            <a:xfrm>
              <a:off x="471894" y="3416851"/>
              <a:ext cx="3150404" cy="4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2200" b="1" dirty="0">
                  <a:solidFill>
                    <a:schemeClr val="accent3"/>
                  </a:solidFill>
                  <a:latin typeface="Atkinson Hyperlegible"/>
                </a:rPr>
                <a:t>Intuitive Navigation</a:t>
              </a:r>
              <a:endParaRPr sz="2200" b="1" dirty="0">
                <a:solidFill>
                  <a:schemeClr val="accent3"/>
                </a:solidFill>
                <a:latin typeface="Atkinson Hyperlegible"/>
                <a:sym typeface="Atkinson Hyperlegible"/>
              </a:endParaRPr>
            </a:p>
          </p:txBody>
        </p:sp>
        <p:sp>
          <p:nvSpPr>
            <p:cNvPr id="1844" name="Google Shape;1844;p59">
              <a:extLst>
                <a:ext uri="{FF2B5EF4-FFF2-40B4-BE49-F238E27FC236}">
                  <a16:creationId xmlns:a16="http://schemas.microsoft.com/office/drawing/2014/main" id="{96260F1D-7D6D-283B-82C8-0D257023BB42}"/>
                </a:ext>
              </a:extLst>
            </p:cNvPr>
            <p:cNvSpPr txBox="1"/>
            <p:nvPr/>
          </p:nvSpPr>
          <p:spPr>
            <a:xfrm>
              <a:off x="399960" y="3855751"/>
              <a:ext cx="3950659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Simple menu for events, history, and requests.</a:t>
              </a:r>
              <a:endParaRPr dirty="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sp>
        <p:nvSpPr>
          <p:cNvPr id="1846" name="Google Shape;1846;p59">
            <a:extLst>
              <a:ext uri="{FF2B5EF4-FFF2-40B4-BE49-F238E27FC236}">
                <a16:creationId xmlns:a16="http://schemas.microsoft.com/office/drawing/2014/main" id="{16D75981-3E38-16E9-3493-B95D31A50DBD}"/>
              </a:ext>
            </a:extLst>
          </p:cNvPr>
          <p:cNvSpPr/>
          <p:nvPr/>
        </p:nvSpPr>
        <p:spPr>
          <a:xfrm rot="20376915">
            <a:off x="4214876" y="584691"/>
            <a:ext cx="271485" cy="377623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DED24F-B9B2-3B53-DA2C-34A884F24931}"/>
              </a:ext>
            </a:extLst>
          </p:cNvPr>
          <p:cNvSpPr/>
          <p:nvPr/>
        </p:nvSpPr>
        <p:spPr>
          <a:xfrm>
            <a:off x="5197782" y="942219"/>
            <a:ext cx="3480319" cy="3917547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F2B95D-7AFE-C90C-2087-CA98D350AA0F}"/>
              </a:ext>
            </a:extLst>
          </p:cNvPr>
          <p:cNvSpPr/>
          <p:nvPr/>
        </p:nvSpPr>
        <p:spPr>
          <a:xfrm rot="21097945">
            <a:off x="-641546" y="-6477235"/>
            <a:ext cx="10780896" cy="525652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94" name="Google Shape;2517;p69">
            <a:extLst>
              <a:ext uri="{FF2B5EF4-FFF2-40B4-BE49-F238E27FC236}">
                <a16:creationId xmlns:a16="http://schemas.microsoft.com/office/drawing/2014/main" id="{2ED94491-EE37-BDC7-1706-86FA587B2572}"/>
              </a:ext>
            </a:extLst>
          </p:cNvPr>
          <p:cNvGrpSpPr/>
          <p:nvPr/>
        </p:nvGrpSpPr>
        <p:grpSpPr>
          <a:xfrm rot="886895">
            <a:off x="9202877" y="680645"/>
            <a:ext cx="1126269" cy="741037"/>
            <a:chOff x="6612836" y="567743"/>
            <a:chExt cx="1126198" cy="740990"/>
          </a:xfrm>
        </p:grpSpPr>
        <p:sp>
          <p:nvSpPr>
            <p:cNvPr id="1795" name="Google Shape;2518;p69">
              <a:extLst>
                <a:ext uri="{FF2B5EF4-FFF2-40B4-BE49-F238E27FC236}">
                  <a16:creationId xmlns:a16="http://schemas.microsoft.com/office/drawing/2014/main" id="{3BAE30FA-FC26-359E-9468-9EF3B6825E4A}"/>
                </a:ext>
              </a:extLst>
            </p:cNvPr>
            <p:cNvSpPr/>
            <p:nvPr/>
          </p:nvSpPr>
          <p:spPr>
            <a:xfrm rot="1478412">
              <a:off x="6628139" y="781894"/>
              <a:ext cx="1095593" cy="312690"/>
            </a:xfrm>
            <a:custGeom>
              <a:avLst/>
              <a:gdLst/>
              <a:ahLst/>
              <a:cxnLst/>
              <a:rect l="l" t="t" r="r" b="b"/>
              <a:pathLst>
                <a:path w="21387" h="6104" extrusionOk="0">
                  <a:moveTo>
                    <a:pt x="2088" y="1"/>
                  </a:moveTo>
                  <a:cubicBezTo>
                    <a:pt x="937" y="1"/>
                    <a:pt x="0" y="938"/>
                    <a:pt x="0" y="2089"/>
                  </a:cubicBezTo>
                  <a:lnTo>
                    <a:pt x="0" y="4016"/>
                  </a:lnTo>
                  <a:cubicBezTo>
                    <a:pt x="0" y="5167"/>
                    <a:pt x="937" y="6103"/>
                    <a:pt x="2088" y="6103"/>
                  </a:cubicBezTo>
                  <a:lnTo>
                    <a:pt x="19299" y="6103"/>
                  </a:lnTo>
                  <a:cubicBezTo>
                    <a:pt x="20449" y="6103"/>
                    <a:pt x="21386" y="5167"/>
                    <a:pt x="21386" y="4016"/>
                  </a:cubicBezTo>
                  <a:lnTo>
                    <a:pt x="21386" y="2089"/>
                  </a:lnTo>
                  <a:cubicBezTo>
                    <a:pt x="21386" y="938"/>
                    <a:pt x="20449" y="1"/>
                    <a:pt x="19299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6" name="Google Shape;2519;p69">
              <a:extLst>
                <a:ext uri="{FF2B5EF4-FFF2-40B4-BE49-F238E27FC236}">
                  <a16:creationId xmlns:a16="http://schemas.microsoft.com/office/drawing/2014/main" id="{2C62A869-198F-11B2-0826-26E2E1890734}"/>
                </a:ext>
              </a:extLst>
            </p:cNvPr>
            <p:cNvGrpSpPr/>
            <p:nvPr/>
          </p:nvGrpSpPr>
          <p:grpSpPr>
            <a:xfrm rot="1478412">
              <a:off x="6628139" y="781894"/>
              <a:ext cx="1095593" cy="312690"/>
              <a:chOff x="3948500" y="1061500"/>
              <a:chExt cx="534675" cy="152600"/>
            </a:xfrm>
          </p:grpSpPr>
          <p:sp>
            <p:nvSpPr>
              <p:cNvPr id="1797" name="Google Shape;2520;p69">
                <a:extLst>
                  <a:ext uri="{FF2B5EF4-FFF2-40B4-BE49-F238E27FC236}">
                    <a16:creationId xmlns:a16="http://schemas.microsoft.com/office/drawing/2014/main" id="{437F78EF-BA98-0C6E-F090-A8AA234AED3B}"/>
                  </a:ext>
                </a:extLst>
              </p:cNvPr>
              <p:cNvSpPr/>
              <p:nvPr/>
            </p:nvSpPr>
            <p:spPr>
              <a:xfrm>
                <a:off x="3948500" y="1061500"/>
                <a:ext cx="534675" cy="152600"/>
              </a:xfrm>
              <a:custGeom>
                <a:avLst/>
                <a:gdLst/>
                <a:ahLst/>
                <a:cxnLst/>
                <a:rect l="l" t="t" r="r" b="b"/>
                <a:pathLst>
                  <a:path w="21387" h="6104" extrusionOk="0">
                    <a:moveTo>
                      <a:pt x="2088" y="1"/>
                    </a:moveTo>
                    <a:cubicBezTo>
                      <a:pt x="937" y="1"/>
                      <a:pt x="0" y="938"/>
                      <a:pt x="0" y="2089"/>
                    </a:cubicBezTo>
                    <a:lnTo>
                      <a:pt x="0" y="4016"/>
                    </a:lnTo>
                    <a:cubicBezTo>
                      <a:pt x="0" y="5167"/>
                      <a:pt x="937" y="6103"/>
                      <a:pt x="2088" y="6103"/>
                    </a:cubicBezTo>
                    <a:lnTo>
                      <a:pt x="19299" y="6103"/>
                    </a:lnTo>
                    <a:cubicBezTo>
                      <a:pt x="20449" y="6103"/>
                      <a:pt x="21386" y="5167"/>
                      <a:pt x="21386" y="4016"/>
                    </a:cubicBezTo>
                    <a:lnTo>
                      <a:pt x="21386" y="2089"/>
                    </a:lnTo>
                    <a:cubicBezTo>
                      <a:pt x="21386" y="938"/>
                      <a:pt x="20449" y="1"/>
                      <a:pt x="19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2521;p69">
                <a:extLst>
                  <a:ext uri="{FF2B5EF4-FFF2-40B4-BE49-F238E27FC236}">
                    <a16:creationId xmlns:a16="http://schemas.microsoft.com/office/drawing/2014/main" id="{8B217478-D6FD-A8E0-9BD4-2C1885F102CF}"/>
                  </a:ext>
                </a:extLst>
              </p:cNvPr>
              <p:cNvSpPr/>
              <p:nvPr/>
            </p:nvSpPr>
            <p:spPr>
              <a:xfrm>
                <a:off x="4115775" y="1078225"/>
                <a:ext cx="175350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4766" fill="none" extrusionOk="0">
                    <a:moveTo>
                      <a:pt x="1" y="1"/>
                    </a:moveTo>
                    <a:lnTo>
                      <a:pt x="7014" y="1"/>
                    </a:lnTo>
                    <a:lnTo>
                      <a:pt x="7014" y="4765"/>
                    </a:lnTo>
                    <a:lnTo>
                      <a:pt x="1" y="4765"/>
                    </a:lnTo>
                    <a:close/>
                  </a:path>
                </a:pathLst>
              </a:custGeom>
              <a:noFill/>
              <a:ln w="2000" cap="flat" cmpd="sng">
                <a:solidFill>
                  <a:schemeClr val="dk2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2522;p69">
                <a:extLst>
                  <a:ext uri="{FF2B5EF4-FFF2-40B4-BE49-F238E27FC236}">
                    <a16:creationId xmlns:a16="http://schemas.microsoft.com/office/drawing/2014/main" id="{D68B94E5-4157-BB51-DD2A-E711D01F2703}"/>
                  </a:ext>
                </a:extLst>
              </p:cNvPr>
              <p:cNvSpPr/>
              <p:nvPr/>
            </p:nvSpPr>
            <p:spPr>
              <a:xfrm>
                <a:off x="3996000" y="1087600"/>
                <a:ext cx="167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0" extrusionOk="0">
                    <a:moveTo>
                      <a:pt x="349" y="1"/>
                    </a:moveTo>
                    <a:cubicBezTo>
                      <a:pt x="135" y="1"/>
                      <a:pt x="1" y="135"/>
                      <a:pt x="1" y="349"/>
                    </a:cubicBezTo>
                    <a:cubicBezTo>
                      <a:pt x="1" y="536"/>
                      <a:pt x="135" y="670"/>
                      <a:pt x="349" y="670"/>
                    </a:cubicBezTo>
                    <a:cubicBezTo>
                      <a:pt x="536" y="670"/>
                      <a:pt x="670" y="536"/>
                      <a:pt x="670" y="349"/>
                    </a:cubicBezTo>
                    <a:cubicBezTo>
                      <a:pt x="670" y="135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2523;p69">
                <a:extLst>
                  <a:ext uri="{FF2B5EF4-FFF2-40B4-BE49-F238E27FC236}">
                    <a16:creationId xmlns:a16="http://schemas.microsoft.com/office/drawing/2014/main" id="{0DEFDBE3-751E-C70B-07D6-A2CB82F86AEE}"/>
                  </a:ext>
                </a:extLst>
              </p:cNvPr>
              <p:cNvSpPr/>
              <p:nvPr/>
            </p:nvSpPr>
            <p:spPr>
              <a:xfrm>
                <a:off x="4034150" y="11250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61" y="1"/>
                      <a:pt x="0" y="161"/>
                      <a:pt x="0" y="349"/>
                    </a:cubicBezTo>
                    <a:cubicBezTo>
                      <a:pt x="0" y="536"/>
                      <a:pt x="161" y="696"/>
                      <a:pt x="348" y="696"/>
                    </a:cubicBezTo>
                    <a:cubicBezTo>
                      <a:pt x="536" y="696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2524;p69">
                <a:extLst>
                  <a:ext uri="{FF2B5EF4-FFF2-40B4-BE49-F238E27FC236}">
                    <a16:creationId xmlns:a16="http://schemas.microsoft.com/office/drawing/2014/main" id="{98F7CB19-1343-1D95-FDCD-55C6A6902252}"/>
                  </a:ext>
                </a:extLst>
              </p:cNvPr>
              <p:cNvSpPr/>
              <p:nvPr/>
            </p:nvSpPr>
            <p:spPr>
              <a:xfrm>
                <a:off x="3997350" y="11618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34" y="1"/>
                      <a:pt x="0" y="161"/>
                      <a:pt x="0" y="349"/>
                    </a:cubicBezTo>
                    <a:cubicBezTo>
                      <a:pt x="0" y="536"/>
                      <a:pt x="134" y="697"/>
                      <a:pt x="348" y="697"/>
                    </a:cubicBezTo>
                    <a:cubicBezTo>
                      <a:pt x="536" y="697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2525;p69">
                <a:extLst>
                  <a:ext uri="{FF2B5EF4-FFF2-40B4-BE49-F238E27FC236}">
                    <a16:creationId xmlns:a16="http://schemas.microsoft.com/office/drawing/2014/main" id="{008A3C9B-2F17-753C-0A89-449ED51C86AA}"/>
                  </a:ext>
                </a:extLst>
              </p:cNvPr>
              <p:cNvSpPr/>
              <p:nvPr/>
            </p:nvSpPr>
            <p:spPr>
              <a:xfrm>
                <a:off x="4405525" y="1087600"/>
                <a:ext cx="174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70" extrusionOk="0">
                    <a:moveTo>
                      <a:pt x="348" y="1"/>
                    </a:moveTo>
                    <a:cubicBezTo>
                      <a:pt x="161" y="1"/>
                      <a:pt x="0" y="135"/>
                      <a:pt x="0" y="349"/>
                    </a:cubicBezTo>
                    <a:cubicBezTo>
                      <a:pt x="0" y="536"/>
                      <a:pt x="161" y="670"/>
                      <a:pt x="348" y="670"/>
                    </a:cubicBezTo>
                    <a:cubicBezTo>
                      <a:pt x="536" y="670"/>
                      <a:pt x="696" y="536"/>
                      <a:pt x="696" y="349"/>
                    </a:cubicBezTo>
                    <a:cubicBezTo>
                      <a:pt x="696" y="135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2526;p69">
                <a:extLst>
                  <a:ext uri="{FF2B5EF4-FFF2-40B4-BE49-F238E27FC236}">
                    <a16:creationId xmlns:a16="http://schemas.microsoft.com/office/drawing/2014/main" id="{5C00699D-4BD9-62DA-AB19-49CF4147D0E1}"/>
                  </a:ext>
                </a:extLst>
              </p:cNvPr>
              <p:cNvSpPr/>
              <p:nvPr/>
            </p:nvSpPr>
            <p:spPr>
              <a:xfrm>
                <a:off x="4367375" y="11250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6"/>
                      <a:pt x="349" y="696"/>
                    </a:cubicBezTo>
                    <a:cubicBezTo>
                      <a:pt x="536" y="696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2527;p69">
                <a:extLst>
                  <a:ext uri="{FF2B5EF4-FFF2-40B4-BE49-F238E27FC236}">
                    <a16:creationId xmlns:a16="http://schemas.microsoft.com/office/drawing/2014/main" id="{6F28225A-B9FE-F7DF-AAB7-4A2B53514AE1}"/>
                  </a:ext>
                </a:extLst>
              </p:cNvPr>
              <p:cNvSpPr/>
              <p:nvPr/>
            </p:nvSpPr>
            <p:spPr>
              <a:xfrm>
                <a:off x="4404175" y="11618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7"/>
                      <a:pt x="349" y="697"/>
                    </a:cubicBezTo>
                    <a:cubicBezTo>
                      <a:pt x="536" y="697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828" name="Picture 1827">
            <a:extLst>
              <a:ext uri="{FF2B5EF4-FFF2-40B4-BE49-F238E27FC236}">
                <a16:creationId xmlns:a16="http://schemas.microsoft.com/office/drawing/2014/main" id="{9B155BE0-16AE-7023-6941-80026ABBCC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8714" t="19198" r="104007" b="6094"/>
          <a:stretch>
            <a:fillRect/>
          </a:stretch>
        </p:blipFill>
        <p:spPr>
          <a:xfrm>
            <a:off x="-979338" y="1781407"/>
            <a:ext cx="5029636" cy="2822693"/>
          </a:xfrm>
          <a:prstGeom prst="rect">
            <a:avLst/>
          </a:prstGeom>
        </p:spPr>
      </p:pic>
      <p:pic>
        <p:nvPicPr>
          <p:cNvPr id="1829" name="Picture 1828">
            <a:extLst>
              <a:ext uri="{FF2B5EF4-FFF2-40B4-BE49-F238E27FC236}">
                <a16:creationId xmlns:a16="http://schemas.microsoft.com/office/drawing/2014/main" id="{D9773BB4-2C55-C30B-5F2E-217CF3C20F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36009" b="136009"/>
          <a:stretch>
            <a:fillRect/>
          </a:stretch>
        </p:blipFill>
        <p:spPr>
          <a:xfrm>
            <a:off x="3731750" y="487416"/>
            <a:ext cx="117663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0568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32">
          <a:extLst>
            <a:ext uri="{FF2B5EF4-FFF2-40B4-BE49-F238E27FC236}">
              <a16:creationId xmlns:a16="http://schemas.microsoft.com/office/drawing/2014/main" id="{DBF9C387-E4BF-90D5-A533-96551F55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38;p59">
            <a:extLst>
              <a:ext uri="{FF2B5EF4-FFF2-40B4-BE49-F238E27FC236}">
                <a16:creationId xmlns:a16="http://schemas.microsoft.com/office/drawing/2014/main" id="{1A33E0CF-A17A-0408-76F7-17D1EFD11B0A}"/>
              </a:ext>
            </a:extLst>
          </p:cNvPr>
          <p:cNvSpPr txBox="1">
            <a:spLocks/>
          </p:cNvSpPr>
          <p:nvPr/>
        </p:nvSpPr>
        <p:spPr>
          <a:xfrm>
            <a:off x="4450932" y="369519"/>
            <a:ext cx="213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/>
              <a:t>Homepage</a:t>
            </a:r>
          </a:p>
        </p:txBody>
      </p:sp>
      <p:sp>
        <p:nvSpPr>
          <p:cNvPr id="3244" name="Google Shape;2268;p66">
            <a:extLst>
              <a:ext uri="{FF2B5EF4-FFF2-40B4-BE49-F238E27FC236}">
                <a16:creationId xmlns:a16="http://schemas.microsoft.com/office/drawing/2014/main" id="{975F83E5-5EB0-28CC-134E-AC0A5868432D}"/>
              </a:ext>
            </a:extLst>
          </p:cNvPr>
          <p:cNvSpPr txBox="1">
            <a:spLocks/>
          </p:cNvSpPr>
          <p:nvPr/>
        </p:nvSpPr>
        <p:spPr>
          <a:xfrm rot="20934962">
            <a:off x="9539756" y="106965"/>
            <a:ext cx="500913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Blood Bank Management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237D03-8754-71AE-0170-188C391ACB4D}"/>
              </a:ext>
            </a:extLst>
          </p:cNvPr>
          <p:cNvSpPr/>
          <p:nvPr/>
        </p:nvSpPr>
        <p:spPr>
          <a:xfrm>
            <a:off x="2386440" y="1203992"/>
            <a:ext cx="6264613" cy="305448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8" name="Google Shape;1838;p59">
            <a:extLst>
              <a:ext uri="{FF2B5EF4-FFF2-40B4-BE49-F238E27FC236}">
                <a16:creationId xmlns:a16="http://schemas.microsoft.com/office/drawing/2014/main" id="{8E539F9A-60F0-B687-2C92-F88D7B43C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099" y="-810538"/>
            <a:ext cx="35207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Modern Interface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29B14F-6A07-6653-5A70-9B2EEACEB17E}"/>
              </a:ext>
            </a:extLst>
          </p:cNvPr>
          <p:cNvGrpSpPr/>
          <p:nvPr/>
        </p:nvGrpSpPr>
        <p:grpSpPr>
          <a:xfrm>
            <a:off x="-4348934" y="1587856"/>
            <a:ext cx="4348934" cy="898370"/>
            <a:chOff x="399968" y="1587856"/>
            <a:chExt cx="4348934" cy="89837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8FDF38E-9A2A-3E44-1535-E077E69C4F15}"/>
                </a:ext>
              </a:extLst>
            </p:cNvPr>
            <p:cNvGrpSpPr/>
            <p:nvPr/>
          </p:nvGrpSpPr>
          <p:grpSpPr>
            <a:xfrm>
              <a:off x="399985" y="1587856"/>
              <a:ext cx="3030600" cy="457200"/>
              <a:chOff x="399985" y="1587856"/>
              <a:chExt cx="3030600" cy="457200"/>
            </a:xfrm>
          </p:grpSpPr>
          <p:sp>
            <p:nvSpPr>
              <p:cNvPr id="1835" name="Google Shape;1835;p59">
                <a:extLst>
                  <a:ext uri="{FF2B5EF4-FFF2-40B4-BE49-F238E27FC236}">
                    <a16:creationId xmlns:a16="http://schemas.microsoft.com/office/drawing/2014/main" id="{9F7FFB0C-88FB-2C05-E5B1-9235A51A5435}"/>
                  </a:ext>
                </a:extLst>
              </p:cNvPr>
              <p:cNvSpPr txBox="1"/>
              <p:nvPr/>
            </p:nvSpPr>
            <p:spPr>
              <a:xfrm>
                <a:off x="399985" y="1587856"/>
                <a:ext cx="3030600" cy="457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 dirty="0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endParaRPr>
              </a:p>
            </p:txBody>
          </p:sp>
          <p:sp>
            <p:nvSpPr>
              <p:cNvPr id="1839" name="Google Shape;1839;p59">
                <a:extLst>
                  <a:ext uri="{FF2B5EF4-FFF2-40B4-BE49-F238E27FC236}">
                    <a16:creationId xmlns:a16="http://schemas.microsoft.com/office/drawing/2014/main" id="{C114B77D-80AD-9807-FE43-BA6E3D2AC4F9}"/>
                  </a:ext>
                </a:extLst>
              </p:cNvPr>
              <p:cNvSpPr txBox="1"/>
              <p:nvPr/>
            </p:nvSpPr>
            <p:spPr>
              <a:xfrm>
                <a:off x="532700" y="1601805"/>
                <a:ext cx="2765120" cy="424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2200" b="1" dirty="0">
                    <a:solidFill>
                      <a:schemeClr val="accent3"/>
                    </a:solidFill>
                    <a:latin typeface="Atkinson Hyperlegible"/>
                  </a:rPr>
                  <a:t>Responsive Design</a:t>
                </a:r>
                <a:endParaRPr sz="2200" b="1" dirty="0">
                  <a:solidFill>
                    <a:schemeClr val="accent3"/>
                  </a:solidFill>
                  <a:latin typeface="Atkinson Hyperlegible"/>
                  <a:sym typeface="Atkinson Hyperlegible"/>
                </a:endParaRPr>
              </a:p>
            </p:txBody>
          </p:sp>
        </p:grpSp>
        <p:sp>
          <p:nvSpPr>
            <p:cNvPr id="1840" name="Google Shape;1840;p59">
              <a:extLst>
                <a:ext uri="{FF2B5EF4-FFF2-40B4-BE49-F238E27FC236}">
                  <a16:creationId xmlns:a16="http://schemas.microsoft.com/office/drawing/2014/main" id="{8BB315D4-036E-8B28-ECC5-A573362F70AE}"/>
                </a:ext>
              </a:extLst>
            </p:cNvPr>
            <p:cNvSpPr txBox="1"/>
            <p:nvPr/>
          </p:nvSpPr>
          <p:spPr>
            <a:xfrm>
              <a:off x="399968" y="2001426"/>
              <a:ext cx="4348934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Flexbox/Grid with media queries for all screen sizes.</a:t>
              </a:r>
              <a:endParaRPr dirty="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46BC861-F3F1-EE4C-82CD-ACFA7D61A80E}"/>
              </a:ext>
            </a:extLst>
          </p:cNvPr>
          <p:cNvGrpSpPr/>
          <p:nvPr/>
        </p:nvGrpSpPr>
        <p:grpSpPr>
          <a:xfrm>
            <a:off x="-9146616" y="2502635"/>
            <a:ext cx="4797682" cy="883158"/>
            <a:chOff x="399960" y="2502635"/>
            <a:chExt cx="4797682" cy="883158"/>
          </a:xfrm>
        </p:grpSpPr>
        <p:sp>
          <p:nvSpPr>
            <p:cNvPr id="1836" name="Google Shape;1836;p59">
              <a:extLst>
                <a:ext uri="{FF2B5EF4-FFF2-40B4-BE49-F238E27FC236}">
                  <a16:creationId xmlns:a16="http://schemas.microsoft.com/office/drawing/2014/main" id="{F745CD39-E4AC-9823-670C-4B2B563DE337}"/>
                </a:ext>
              </a:extLst>
            </p:cNvPr>
            <p:cNvSpPr txBox="1"/>
            <p:nvPr/>
          </p:nvSpPr>
          <p:spPr>
            <a:xfrm>
              <a:off x="399960" y="2502635"/>
              <a:ext cx="30306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1" dirty="0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841" name="Google Shape;1841;p59">
              <a:extLst>
                <a:ext uri="{FF2B5EF4-FFF2-40B4-BE49-F238E27FC236}">
                  <a16:creationId xmlns:a16="http://schemas.microsoft.com/office/drawing/2014/main" id="{49F05A76-8CA0-9097-9225-646ABD7C077F}"/>
                </a:ext>
              </a:extLst>
            </p:cNvPr>
            <p:cNvSpPr txBox="1"/>
            <p:nvPr/>
          </p:nvSpPr>
          <p:spPr>
            <a:xfrm>
              <a:off x="614012" y="2516584"/>
              <a:ext cx="2879420" cy="4663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2200" b="1" dirty="0">
                  <a:solidFill>
                    <a:schemeClr val="accent3"/>
                  </a:solidFill>
                  <a:latin typeface="Atkinson Hyperlegible"/>
                </a:rPr>
                <a:t>Role-Based Login</a:t>
              </a:r>
              <a:endParaRPr sz="2200" b="1" dirty="0">
                <a:solidFill>
                  <a:schemeClr val="accent3"/>
                </a:solidFill>
                <a:latin typeface="Atkinson Hyperlegible"/>
                <a:sym typeface="Atkinson Hyperlegible"/>
              </a:endParaRPr>
            </a:p>
          </p:txBody>
        </p:sp>
        <p:sp>
          <p:nvSpPr>
            <p:cNvPr id="1842" name="Google Shape;1842;p59">
              <a:extLst>
                <a:ext uri="{FF2B5EF4-FFF2-40B4-BE49-F238E27FC236}">
                  <a16:creationId xmlns:a16="http://schemas.microsoft.com/office/drawing/2014/main" id="{37732DF8-F397-ADFF-F910-9881FC2C27D2}"/>
                </a:ext>
              </a:extLst>
            </p:cNvPr>
            <p:cNvSpPr txBox="1"/>
            <p:nvPr/>
          </p:nvSpPr>
          <p:spPr>
            <a:xfrm>
              <a:off x="399960" y="2900993"/>
              <a:ext cx="4797682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Secure access for Admin, Doctor, Patient, and Donor</a:t>
              </a:r>
              <a:endParaRPr dirty="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F1BB6CB-DC83-6BE2-022F-629DA604EEAB}"/>
              </a:ext>
            </a:extLst>
          </p:cNvPr>
          <p:cNvGrpSpPr/>
          <p:nvPr/>
        </p:nvGrpSpPr>
        <p:grpSpPr>
          <a:xfrm>
            <a:off x="-14159094" y="3416851"/>
            <a:ext cx="3950659" cy="923700"/>
            <a:chOff x="399960" y="3416851"/>
            <a:chExt cx="3950659" cy="923700"/>
          </a:xfrm>
        </p:grpSpPr>
        <p:sp>
          <p:nvSpPr>
            <p:cNvPr id="1837" name="Google Shape;1837;p59">
              <a:extLst>
                <a:ext uri="{FF2B5EF4-FFF2-40B4-BE49-F238E27FC236}">
                  <a16:creationId xmlns:a16="http://schemas.microsoft.com/office/drawing/2014/main" id="{7DB0E8B7-B4D3-3A5D-CEBA-49C2F79EA073}"/>
                </a:ext>
              </a:extLst>
            </p:cNvPr>
            <p:cNvSpPr txBox="1"/>
            <p:nvPr/>
          </p:nvSpPr>
          <p:spPr>
            <a:xfrm>
              <a:off x="399963" y="3417606"/>
              <a:ext cx="3030600" cy="45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1" dirty="0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843" name="Google Shape;1843;p59">
              <a:extLst>
                <a:ext uri="{FF2B5EF4-FFF2-40B4-BE49-F238E27FC236}">
                  <a16:creationId xmlns:a16="http://schemas.microsoft.com/office/drawing/2014/main" id="{F2D5E79E-B9E6-F3DD-4345-495EC5DB85F6}"/>
                </a:ext>
              </a:extLst>
            </p:cNvPr>
            <p:cNvSpPr txBox="1"/>
            <p:nvPr/>
          </p:nvSpPr>
          <p:spPr>
            <a:xfrm>
              <a:off x="471894" y="3416851"/>
              <a:ext cx="3150404" cy="4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2200" b="1" dirty="0">
                  <a:solidFill>
                    <a:schemeClr val="accent3"/>
                  </a:solidFill>
                  <a:latin typeface="Atkinson Hyperlegible"/>
                </a:rPr>
                <a:t>Intuitive Navigation</a:t>
              </a:r>
              <a:endParaRPr sz="2200" b="1" dirty="0">
                <a:solidFill>
                  <a:schemeClr val="accent3"/>
                </a:solidFill>
                <a:latin typeface="Atkinson Hyperlegible"/>
                <a:sym typeface="Atkinson Hyperlegible"/>
              </a:endParaRPr>
            </a:p>
          </p:txBody>
        </p:sp>
        <p:sp>
          <p:nvSpPr>
            <p:cNvPr id="1844" name="Google Shape;1844;p59">
              <a:extLst>
                <a:ext uri="{FF2B5EF4-FFF2-40B4-BE49-F238E27FC236}">
                  <a16:creationId xmlns:a16="http://schemas.microsoft.com/office/drawing/2014/main" id="{2B92042E-BAE5-7FCB-81EE-AA8D5D294746}"/>
                </a:ext>
              </a:extLst>
            </p:cNvPr>
            <p:cNvSpPr txBox="1"/>
            <p:nvPr/>
          </p:nvSpPr>
          <p:spPr>
            <a:xfrm>
              <a:off x="399960" y="3855751"/>
              <a:ext cx="3950659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Simple menu for events, history, and requests.</a:t>
              </a:r>
              <a:endParaRPr dirty="0">
                <a:solidFill>
                  <a:schemeClr val="accent4"/>
                </a:solidFill>
                <a:latin typeface="Hind Siliguri"/>
                <a:ea typeface="Hind Siliguri"/>
                <a:cs typeface="Hind Siliguri"/>
                <a:sym typeface="Hind Siliguri"/>
              </a:endParaRPr>
            </a:p>
          </p:txBody>
        </p:sp>
      </p:grpSp>
      <p:sp>
        <p:nvSpPr>
          <p:cNvPr id="1846" name="Google Shape;1846;p59">
            <a:extLst>
              <a:ext uri="{FF2B5EF4-FFF2-40B4-BE49-F238E27FC236}">
                <a16:creationId xmlns:a16="http://schemas.microsoft.com/office/drawing/2014/main" id="{3D1CC040-8627-0135-CC8D-EBEEAD966C07}"/>
              </a:ext>
            </a:extLst>
          </p:cNvPr>
          <p:cNvSpPr/>
          <p:nvPr/>
        </p:nvSpPr>
        <p:spPr>
          <a:xfrm rot="20376915">
            <a:off x="4214876" y="-488730"/>
            <a:ext cx="271485" cy="377623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8369D2-AB02-BE0B-95D3-8EA07928C560}"/>
              </a:ext>
            </a:extLst>
          </p:cNvPr>
          <p:cNvSpPr/>
          <p:nvPr/>
        </p:nvSpPr>
        <p:spPr>
          <a:xfrm rot="747989">
            <a:off x="10695463" y="-435490"/>
            <a:ext cx="5343218" cy="601448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Google Shape;1838;p59">
            <a:extLst>
              <a:ext uri="{FF2B5EF4-FFF2-40B4-BE49-F238E27FC236}">
                <a16:creationId xmlns:a16="http://schemas.microsoft.com/office/drawing/2014/main" id="{CB7E5F6D-2754-4956-F52B-AC7135108E7E}"/>
              </a:ext>
            </a:extLst>
          </p:cNvPr>
          <p:cNvSpPr txBox="1">
            <a:spLocks/>
          </p:cNvSpPr>
          <p:nvPr/>
        </p:nvSpPr>
        <p:spPr>
          <a:xfrm rot="20961862">
            <a:off x="9781849" y="253050"/>
            <a:ext cx="279049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/>
              <a:t>Login Account</a:t>
            </a:r>
          </a:p>
        </p:txBody>
      </p:sp>
      <p:grpSp>
        <p:nvGrpSpPr>
          <p:cNvPr id="1795" name="Google Shape;2517;p69">
            <a:extLst>
              <a:ext uri="{FF2B5EF4-FFF2-40B4-BE49-F238E27FC236}">
                <a16:creationId xmlns:a16="http://schemas.microsoft.com/office/drawing/2014/main" id="{90CDAF22-5F16-E6A8-38F2-E88FFFF5DEB5}"/>
              </a:ext>
            </a:extLst>
          </p:cNvPr>
          <p:cNvGrpSpPr/>
          <p:nvPr/>
        </p:nvGrpSpPr>
        <p:grpSpPr>
          <a:xfrm rot="886895">
            <a:off x="8372645" y="-60156"/>
            <a:ext cx="1126269" cy="741037"/>
            <a:chOff x="6612836" y="567743"/>
            <a:chExt cx="1126198" cy="740990"/>
          </a:xfrm>
        </p:grpSpPr>
        <p:sp>
          <p:nvSpPr>
            <p:cNvPr id="1796" name="Google Shape;2518;p69">
              <a:extLst>
                <a:ext uri="{FF2B5EF4-FFF2-40B4-BE49-F238E27FC236}">
                  <a16:creationId xmlns:a16="http://schemas.microsoft.com/office/drawing/2014/main" id="{A0538346-C2BE-B90D-2D55-CBBB4DFB0DC9}"/>
                </a:ext>
              </a:extLst>
            </p:cNvPr>
            <p:cNvSpPr/>
            <p:nvPr/>
          </p:nvSpPr>
          <p:spPr>
            <a:xfrm rot="1478412">
              <a:off x="6628139" y="781894"/>
              <a:ext cx="1095593" cy="312690"/>
            </a:xfrm>
            <a:custGeom>
              <a:avLst/>
              <a:gdLst/>
              <a:ahLst/>
              <a:cxnLst/>
              <a:rect l="l" t="t" r="r" b="b"/>
              <a:pathLst>
                <a:path w="21387" h="6104" extrusionOk="0">
                  <a:moveTo>
                    <a:pt x="2088" y="1"/>
                  </a:moveTo>
                  <a:cubicBezTo>
                    <a:pt x="937" y="1"/>
                    <a:pt x="0" y="938"/>
                    <a:pt x="0" y="2089"/>
                  </a:cubicBezTo>
                  <a:lnTo>
                    <a:pt x="0" y="4016"/>
                  </a:lnTo>
                  <a:cubicBezTo>
                    <a:pt x="0" y="5167"/>
                    <a:pt x="937" y="6103"/>
                    <a:pt x="2088" y="6103"/>
                  </a:cubicBezTo>
                  <a:lnTo>
                    <a:pt x="19299" y="6103"/>
                  </a:lnTo>
                  <a:cubicBezTo>
                    <a:pt x="20449" y="6103"/>
                    <a:pt x="21386" y="5167"/>
                    <a:pt x="21386" y="4016"/>
                  </a:cubicBezTo>
                  <a:lnTo>
                    <a:pt x="21386" y="2089"/>
                  </a:lnTo>
                  <a:cubicBezTo>
                    <a:pt x="21386" y="938"/>
                    <a:pt x="20449" y="1"/>
                    <a:pt x="19299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7" name="Google Shape;2519;p69">
              <a:extLst>
                <a:ext uri="{FF2B5EF4-FFF2-40B4-BE49-F238E27FC236}">
                  <a16:creationId xmlns:a16="http://schemas.microsoft.com/office/drawing/2014/main" id="{B2E2F18C-B058-9FDE-844F-958C76F50A56}"/>
                </a:ext>
              </a:extLst>
            </p:cNvPr>
            <p:cNvGrpSpPr/>
            <p:nvPr/>
          </p:nvGrpSpPr>
          <p:grpSpPr>
            <a:xfrm rot="1478412">
              <a:off x="6628139" y="781894"/>
              <a:ext cx="1095593" cy="312690"/>
              <a:chOff x="3948500" y="1061500"/>
              <a:chExt cx="534675" cy="152600"/>
            </a:xfrm>
          </p:grpSpPr>
          <p:sp>
            <p:nvSpPr>
              <p:cNvPr id="1798" name="Google Shape;2520;p69">
                <a:extLst>
                  <a:ext uri="{FF2B5EF4-FFF2-40B4-BE49-F238E27FC236}">
                    <a16:creationId xmlns:a16="http://schemas.microsoft.com/office/drawing/2014/main" id="{2F208C8F-1290-1CC7-8B97-919674E5128D}"/>
                  </a:ext>
                </a:extLst>
              </p:cNvPr>
              <p:cNvSpPr/>
              <p:nvPr/>
            </p:nvSpPr>
            <p:spPr>
              <a:xfrm>
                <a:off x="3948500" y="1061500"/>
                <a:ext cx="534675" cy="152600"/>
              </a:xfrm>
              <a:custGeom>
                <a:avLst/>
                <a:gdLst/>
                <a:ahLst/>
                <a:cxnLst/>
                <a:rect l="l" t="t" r="r" b="b"/>
                <a:pathLst>
                  <a:path w="21387" h="6104" extrusionOk="0">
                    <a:moveTo>
                      <a:pt x="2088" y="1"/>
                    </a:moveTo>
                    <a:cubicBezTo>
                      <a:pt x="937" y="1"/>
                      <a:pt x="0" y="938"/>
                      <a:pt x="0" y="2089"/>
                    </a:cubicBezTo>
                    <a:lnTo>
                      <a:pt x="0" y="4016"/>
                    </a:lnTo>
                    <a:cubicBezTo>
                      <a:pt x="0" y="5167"/>
                      <a:pt x="937" y="6103"/>
                      <a:pt x="2088" y="6103"/>
                    </a:cubicBezTo>
                    <a:lnTo>
                      <a:pt x="19299" y="6103"/>
                    </a:lnTo>
                    <a:cubicBezTo>
                      <a:pt x="20449" y="6103"/>
                      <a:pt x="21386" y="5167"/>
                      <a:pt x="21386" y="4016"/>
                    </a:cubicBezTo>
                    <a:lnTo>
                      <a:pt x="21386" y="2089"/>
                    </a:lnTo>
                    <a:cubicBezTo>
                      <a:pt x="21386" y="938"/>
                      <a:pt x="20449" y="1"/>
                      <a:pt x="19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2521;p69">
                <a:extLst>
                  <a:ext uri="{FF2B5EF4-FFF2-40B4-BE49-F238E27FC236}">
                    <a16:creationId xmlns:a16="http://schemas.microsoft.com/office/drawing/2014/main" id="{0058AAA8-5A4D-63E6-E222-DAEC763318CC}"/>
                  </a:ext>
                </a:extLst>
              </p:cNvPr>
              <p:cNvSpPr/>
              <p:nvPr/>
            </p:nvSpPr>
            <p:spPr>
              <a:xfrm>
                <a:off x="4115775" y="1078225"/>
                <a:ext cx="175350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4766" fill="none" extrusionOk="0">
                    <a:moveTo>
                      <a:pt x="1" y="1"/>
                    </a:moveTo>
                    <a:lnTo>
                      <a:pt x="7014" y="1"/>
                    </a:lnTo>
                    <a:lnTo>
                      <a:pt x="7014" y="4765"/>
                    </a:lnTo>
                    <a:lnTo>
                      <a:pt x="1" y="4765"/>
                    </a:lnTo>
                    <a:close/>
                  </a:path>
                </a:pathLst>
              </a:custGeom>
              <a:noFill/>
              <a:ln w="2000" cap="flat" cmpd="sng">
                <a:solidFill>
                  <a:schemeClr val="dk2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2522;p69">
                <a:extLst>
                  <a:ext uri="{FF2B5EF4-FFF2-40B4-BE49-F238E27FC236}">
                    <a16:creationId xmlns:a16="http://schemas.microsoft.com/office/drawing/2014/main" id="{F5D27BD1-1975-8174-6EA6-CA6841108EF7}"/>
                  </a:ext>
                </a:extLst>
              </p:cNvPr>
              <p:cNvSpPr/>
              <p:nvPr/>
            </p:nvSpPr>
            <p:spPr>
              <a:xfrm>
                <a:off x="3996000" y="1087600"/>
                <a:ext cx="167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0" extrusionOk="0">
                    <a:moveTo>
                      <a:pt x="349" y="1"/>
                    </a:moveTo>
                    <a:cubicBezTo>
                      <a:pt x="135" y="1"/>
                      <a:pt x="1" y="135"/>
                      <a:pt x="1" y="349"/>
                    </a:cubicBezTo>
                    <a:cubicBezTo>
                      <a:pt x="1" y="536"/>
                      <a:pt x="135" y="670"/>
                      <a:pt x="349" y="670"/>
                    </a:cubicBezTo>
                    <a:cubicBezTo>
                      <a:pt x="536" y="670"/>
                      <a:pt x="670" y="536"/>
                      <a:pt x="670" y="349"/>
                    </a:cubicBezTo>
                    <a:cubicBezTo>
                      <a:pt x="670" y="135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2523;p69">
                <a:extLst>
                  <a:ext uri="{FF2B5EF4-FFF2-40B4-BE49-F238E27FC236}">
                    <a16:creationId xmlns:a16="http://schemas.microsoft.com/office/drawing/2014/main" id="{7A040E75-C89E-1AD4-A47E-4CBE55EA32E6}"/>
                  </a:ext>
                </a:extLst>
              </p:cNvPr>
              <p:cNvSpPr/>
              <p:nvPr/>
            </p:nvSpPr>
            <p:spPr>
              <a:xfrm>
                <a:off x="4034150" y="11250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61" y="1"/>
                      <a:pt x="0" y="161"/>
                      <a:pt x="0" y="349"/>
                    </a:cubicBezTo>
                    <a:cubicBezTo>
                      <a:pt x="0" y="536"/>
                      <a:pt x="161" y="696"/>
                      <a:pt x="348" y="696"/>
                    </a:cubicBezTo>
                    <a:cubicBezTo>
                      <a:pt x="536" y="696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2524;p69">
                <a:extLst>
                  <a:ext uri="{FF2B5EF4-FFF2-40B4-BE49-F238E27FC236}">
                    <a16:creationId xmlns:a16="http://schemas.microsoft.com/office/drawing/2014/main" id="{DB07E848-C42C-5510-2B4D-7420FD9F9C7D}"/>
                  </a:ext>
                </a:extLst>
              </p:cNvPr>
              <p:cNvSpPr/>
              <p:nvPr/>
            </p:nvSpPr>
            <p:spPr>
              <a:xfrm>
                <a:off x="3997350" y="11618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34" y="1"/>
                      <a:pt x="0" y="161"/>
                      <a:pt x="0" y="349"/>
                    </a:cubicBezTo>
                    <a:cubicBezTo>
                      <a:pt x="0" y="536"/>
                      <a:pt x="134" y="697"/>
                      <a:pt x="348" y="697"/>
                    </a:cubicBezTo>
                    <a:cubicBezTo>
                      <a:pt x="536" y="697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2525;p69">
                <a:extLst>
                  <a:ext uri="{FF2B5EF4-FFF2-40B4-BE49-F238E27FC236}">
                    <a16:creationId xmlns:a16="http://schemas.microsoft.com/office/drawing/2014/main" id="{18D32F56-24EB-B2CB-091F-20A372179C7A}"/>
                  </a:ext>
                </a:extLst>
              </p:cNvPr>
              <p:cNvSpPr/>
              <p:nvPr/>
            </p:nvSpPr>
            <p:spPr>
              <a:xfrm>
                <a:off x="4405525" y="1087600"/>
                <a:ext cx="174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70" extrusionOk="0">
                    <a:moveTo>
                      <a:pt x="348" y="1"/>
                    </a:moveTo>
                    <a:cubicBezTo>
                      <a:pt x="161" y="1"/>
                      <a:pt x="0" y="135"/>
                      <a:pt x="0" y="349"/>
                    </a:cubicBezTo>
                    <a:cubicBezTo>
                      <a:pt x="0" y="536"/>
                      <a:pt x="161" y="670"/>
                      <a:pt x="348" y="670"/>
                    </a:cubicBezTo>
                    <a:cubicBezTo>
                      <a:pt x="536" y="670"/>
                      <a:pt x="696" y="536"/>
                      <a:pt x="696" y="349"/>
                    </a:cubicBezTo>
                    <a:cubicBezTo>
                      <a:pt x="696" y="135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2526;p69">
                <a:extLst>
                  <a:ext uri="{FF2B5EF4-FFF2-40B4-BE49-F238E27FC236}">
                    <a16:creationId xmlns:a16="http://schemas.microsoft.com/office/drawing/2014/main" id="{8C033266-68B4-1F9E-09D1-63F8E27BB1C3}"/>
                  </a:ext>
                </a:extLst>
              </p:cNvPr>
              <p:cNvSpPr/>
              <p:nvPr/>
            </p:nvSpPr>
            <p:spPr>
              <a:xfrm>
                <a:off x="4367375" y="11250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6"/>
                      <a:pt x="349" y="696"/>
                    </a:cubicBezTo>
                    <a:cubicBezTo>
                      <a:pt x="536" y="696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2527;p69">
                <a:extLst>
                  <a:ext uri="{FF2B5EF4-FFF2-40B4-BE49-F238E27FC236}">
                    <a16:creationId xmlns:a16="http://schemas.microsoft.com/office/drawing/2014/main" id="{4085241D-2B45-9DC6-3886-E6B62AFD4FBE}"/>
                  </a:ext>
                </a:extLst>
              </p:cNvPr>
              <p:cNvSpPr/>
              <p:nvPr/>
            </p:nvSpPr>
            <p:spPr>
              <a:xfrm>
                <a:off x="4404175" y="11618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7"/>
                      <a:pt x="349" y="697"/>
                    </a:cubicBezTo>
                    <a:cubicBezTo>
                      <a:pt x="536" y="697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93" name="Google Shape;2528;p69">
            <a:extLst>
              <a:ext uri="{FF2B5EF4-FFF2-40B4-BE49-F238E27FC236}">
                <a16:creationId xmlns:a16="http://schemas.microsoft.com/office/drawing/2014/main" id="{B3EF510B-118D-E9E7-C786-BF4FCB2B7C02}"/>
              </a:ext>
            </a:extLst>
          </p:cNvPr>
          <p:cNvGrpSpPr/>
          <p:nvPr/>
        </p:nvGrpSpPr>
        <p:grpSpPr>
          <a:xfrm>
            <a:off x="-1828229" y="4462289"/>
            <a:ext cx="278423" cy="326536"/>
            <a:chOff x="6752686" y="751857"/>
            <a:chExt cx="278423" cy="326536"/>
          </a:xfrm>
        </p:grpSpPr>
        <p:grpSp>
          <p:nvGrpSpPr>
            <p:cNvPr id="3094" name="Google Shape;2529;p69">
              <a:extLst>
                <a:ext uri="{FF2B5EF4-FFF2-40B4-BE49-F238E27FC236}">
                  <a16:creationId xmlns:a16="http://schemas.microsoft.com/office/drawing/2014/main" id="{03B3CC50-E9BB-8B96-BFAB-B736C9716D5E}"/>
                </a:ext>
              </a:extLst>
            </p:cNvPr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3099" name="Google Shape;2530;p69">
                <a:extLst>
                  <a:ext uri="{FF2B5EF4-FFF2-40B4-BE49-F238E27FC236}">
                    <a16:creationId xmlns:a16="http://schemas.microsoft.com/office/drawing/2014/main" id="{1420C8DD-6C2F-944A-85B4-7F62E604E1DB}"/>
                  </a:ext>
                </a:extLst>
              </p:cNvPr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2531;p69">
                <a:extLst>
                  <a:ext uri="{FF2B5EF4-FFF2-40B4-BE49-F238E27FC236}">
                    <a16:creationId xmlns:a16="http://schemas.microsoft.com/office/drawing/2014/main" id="{A022870F-E286-0F3F-F3D4-E91B513EEEBC}"/>
                  </a:ext>
                </a:extLst>
              </p:cNvPr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2532;p69">
                <a:extLst>
                  <a:ext uri="{FF2B5EF4-FFF2-40B4-BE49-F238E27FC236}">
                    <a16:creationId xmlns:a16="http://schemas.microsoft.com/office/drawing/2014/main" id="{3C4F96D4-E536-87B8-E50B-7FDDDAB0A233}"/>
                  </a:ext>
                </a:extLst>
              </p:cNvPr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5" name="Google Shape;2533;p69">
              <a:extLst>
                <a:ext uri="{FF2B5EF4-FFF2-40B4-BE49-F238E27FC236}">
                  <a16:creationId xmlns:a16="http://schemas.microsoft.com/office/drawing/2014/main" id="{B9610A7C-055D-2FB7-F03D-665DA6404473}"/>
                </a:ext>
              </a:extLst>
            </p:cNvPr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3096" name="Google Shape;2534;p69">
                <a:extLst>
                  <a:ext uri="{FF2B5EF4-FFF2-40B4-BE49-F238E27FC236}">
                    <a16:creationId xmlns:a16="http://schemas.microsoft.com/office/drawing/2014/main" id="{E6CCD651-1FDB-B857-936F-BE5F0C830B88}"/>
                  </a:ext>
                </a:extLst>
              </p:cNvPr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2535;p69">
                <a:extLst>
                  <a:ext uri="{FF2B5EF4-FFF2-40B4-BE49-F238E27FC236}">
                    <a16:creationId xmlns:a16="http://schemas.microsoft.com/office/drawing/2014/main" id="{3033C49D-F4C8-5F15-16AE-4B98F0510E43}"/>
                  </a:ext>
                </a:extLst>
              </p:cNvPr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2536;p69">
                <a:extLst>
                  <a:ext uri="{FF2B5EF4-FFF2-40B4-BE49-F238E27FC236}">
                    <a16:creationId xmlns:a16="http://schemas.microsoft.com/office/drawing/2014/main" id="{F9B7C863-3D28-CBF8-DC11-5DB24CC749CE}"/>
                  </a:ext>
                </a:extLst>
              </p:cNvPr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138" name="Picture 3137">
            <a:extLst>
              <a:ext uri="{FF2B5EF4-FFF2-40B4-BE49-F238E27FC236}">
                <a16:creationId xmlns:a16="http://schemas.microsoft.com/office/drawing/2014/main" id="{56529D16-7FFA-003E-A512-6B5E78839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79338" y="1781407"/>
            <a:ext cx="5029636" cy="2822693"/>
          </a:xfrm>
          <a:prstGeom prst="rect">
            <a:avLst/>
          </a:prstGeom>
        </p:spPr>
      </p:pic>
      <p:pic>
        <p:nvPicPr>
          <p:cNvPr id="3139" name="Picture 3138">
            <a:extLst>
              <a:ext uri="{FF2B5EF4-FFF2-40B4-BE49-F238E27FC236}">
                <a16:creationId xmlns:a16="http://schemas.microsoft.com/office/drawing/2014/main" id="{F17D9A7F-615A-DB84-DB0D-D9B1D7C0FC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68" t="-95376" r="40462" b="140806"/>
          <a:stretch>
            <a:fillRect/>
          </a:stretch>
        </p:blipFill>
        <p:spPr>
          <a:xfrm>
            <a:off x="3274302" y="50931"/>
            <a:ext cx="1176630" cy="975445"/>
          </a:xfrm>
          <a:prstGeom prst="rect">
            <a:avLst/>
          </a:prstGeom>
        </p:spPr>
      </p:pic>
      <p:cxnSp>
        <p:nvCxnSpPr>
          <p:cNvPr id="3140" name="Google Shape;1920;p62">
            <a:extLst>
              <a:ext uri="{FF2B5EF4-FFF2-40B4-BE49-F238E27FC236}">
                <a16:creationId xmlns:a16="http://schemas.microsoft.com/office/drawing/2014/main" id="{DCFFA83F-3254-CFD8-329B-6DFA665268B8}"/>
              </a:ext>
            </a:extLst>
          </p:cNvPr>
          <p:cNvCxnSpPr>
            <a:cxnSpLocks/>
          </p:cNvCxnSpPr>
          <p:nvPr/>
        </p:nvCxnSpPr>
        <p:spPr>
          <a:xfrm rot="5400000">
            <a:off x="3703426" y="10988004"/>
            <a:ext cx="2749504" cy="920764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2F6EE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41" name="Group 3140">
            <a:extLst>
              <a:ext uri="{FF2B5EF4-FFF2-40B4-BE49-F238E27FC236}">
                <a16:creationId xmlns:a16="http://schemas.microsoft.com/office/drawing/2014/main" id="{EA3A5067-3DD5-02CB-7EE6-01E7A9680202}"/>
              </a:ext>
            </a:extLst>
          </p:cNvPr>
          <p:cNvGrpSpPr/>
          <p:nvPr/>
        </p:nvGrpSpPr>
        <p:grpSpPr>
          <a:xfrm>
            <a:off x="303770" y="5609337"/>
            <a:ext cx="7281756" cy="4479356"/>
            <a:chOff x="270344" y="323850"/>
            <a:chExt cx="7834947" cy="4819650"/>
          </a:xfrm>
        </p:grpSpPr>
        <p:pic>
          <p:nvPicPr>
            <p:cNvPr id="3142" name="Picture 2">
              <a:extLst>
                <a:ext uri="{FF2B5EF4-FFF2-40B4-BE49-F238E27FC236}">
                  <a16:creationId xmlns:a16="http://schemas.microsoft.com/office/drawing/2014/main" id="{BE88A929-A60D-8C3F-2527-262333531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471" y="1415463"/>
              <a:ext cx="7015258" cy="3728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43" name="Google Shape;1915;p62">
              <a:extLst>
                <a:ext uri="{FF2B5EF4-FFF2-40B4-BE49-F238E27FC236}">
                  <a16:creationId xmlns:a16="http://schemas.microsoft.com/office/drawing/2014/main" id="{19CB408C-56A6-E716-C778-10CEEB57FF83}"/>
                </a:ext>
              </a:extLst>
            </p:cNvPr>
            <p:cNvSpPr txBox="1">
              <a:spLocks/>
            </p:cNvSpPr>
            <p:nvPr/>
          </p:nvSpPr>
          <p:spPr>
            <a:xfrm>
              <a:off x="270344" y="323850"/>
              <a:ext cx="866692" cy="916552"/>
            </a:xfrm>
            <a:prstGeom prst="rect">
              <a:avLst/>
            </a:prstGeom>
            <a:solidFill>
              <a:srgbClr val="E33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blood units</a:t>
              </a:r>
            </a:p>
          </p:txBody>
        </p:sp>
        <p:cxnSp>
          <p:nvCxnSpPr>
            <p:cNvPr id="3144" name="Google Shape;1920;p62">
              <a:extLst>
                <a:ext uri="{FF2B5EF4-FFF2-40B4-BE49-F238E27FC236}">
                  <a16:creationId xmlns:a16="http://schemas.microsoft.com/office/drawing/2014/main" id="{352527B9-3746-3E65-9800-4F544A3338F1}"/>
                </a:ext>
              </a:extLst>
            </p:cNvPr>
            <p:cNvCxnSpPr>
              <a:cxnSpLocks/>
              <a:stCxn id="3143" idx="2"/>
            </p:cNvCxnSpPr>
            <p:nvPr/>
          </p:nvCxnSpPr>
          <p:spPr>
            <a:xfrm rot="16200000" flipH="1">
              <a:off x="522024" y="1422068"/>
              <a:ext cx="796678" cy="433346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E3303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45" name="Google Shape;1915;p62">
              <a:extLst>
                <a:ext uri="{FF2B5EF4-FFF2-40B4-BE49-F238E27FC236}">
                  <a16:creationId xmlns:a16="http://schemas.microsoft.com/office/drawing/2014/main" id="{FD03A8E1-3D9B-F303-26AF-9B46642A29DA}"/>
                </a:ext>
              </a:extLst>
            </p:cNvPr>
            <p:cNvSpPr txBox="1">
              <a:spLocks/>
            </p:cNvSpPr>
            <p:nvPr/>
          </p:nvSpPr>
          <p:spPr>
            <a:xfrm>
              <a:off x="3392722" y="547052"/>
              <a:ext cx="1290596" cy="572700"/>
            </a:xfrm>
            <a:prstGeom prst="rect">
              <a:avLst/>
            </a:prstGeom>
            <a:solidFill>
              <a:srgbClr val="F366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requests</a:t>
              </a:r>
            </a:p>
          </p:txBody>
        </p:sp>
        <p:cxnSp>
          <p:nvCxnSpPr>
            <p:cNvPr id="3146" name="Google Shape;1920;p62">
              <a:extLst>
                <a:ext uri="{FF2B5EF4-FFF2-40B4-BE49-F238E27FC236}">
                  <a16:creationId xmlns:a16="http://schemas.microsoft.com/office/drawing/2014/main" id="{A297890A-8D42-0FDF-C763-87165BDF4655}"/>
                </a:ext>
              </a:extLst>
            </p:cNvPr>
            <p:cNvCxnSpPr>
              <a:cxnSpLocks/>
              <a:stCxn id="3145" idx="2"/>
            </p:cNvCxnSpPr>
            <p:nvPr/>
          </p:nvCxnSpPr>
          <p:spPr>
            <a:xfrm rot="5400000">
              <a:off x="3373245" y="1372307"/>
              <a:ext cx="917331" cy="412221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3661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47" name="Google Shape;1915;p62">
              <a:extLst>
                <a:ext uri="{FF2B5EF4-FFF2-40B4-BE49-F238E27FC236}">
                  <a16:creationId xmlns:a16="http://schemas.microsoft.com/office/drawing/2014/main" id="{76037D83-2E0F-4A5F-A51D-22B928BF414D}"/>
                </a:ext>
              </a:extLst>
            </p:cNvPr>
            <p:cNvSpPr txBox="1">
              <a:spLocks/>
            </p:cNvSpPr>
            <p:nvPr/>
          </p:nvSpPr>
          <p:spPr>
            <a:xfrm>
              <a:off x="4916396" y="537514"/>
              <a:ext cx="1290596" cy="572700"/>
            </a:xfrm>
            <a:prstGeom prst="rect">
              <a:avLst/>
            </a:prstGeom>
            <a:solidFill>
              <a:srgbClr val="1BB5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donors</a:t>
              </a:r>
            </a:p>
          </p:txBody>
        </p:sp>
        <p:cxnSp>
          <p:nvCxnSpPr>
            <p:cNvPr id="3148" name="Google Shape;1920;p62">
              <a:extLst>
                <a:ext uri="{FF2B5EF4-FFF2-40B4-BE49-F238E27FC236}">
                  <a16:creationId xmlns:a16="http://schemas.microsoft.com/office/drawing/2014/main" id="{43DB0376-FAE7-DF1F-CE9C-8BB0D695C088}"/>
                </a:ext>
              </a:extLst>
            </p:cNvPr>
            <p:cNvCxnSpPr>
              <a:cxnSpLocks/>
              <a:stCxn id="3147" idx="2"/>
            </p:cNvCxnSpPr>
            <p:nvPr/>
          </p:nvCxnSpPr>
          <p:spPr>
            <a:xfrm rot="16200000" flipH="1">
              <a:off x="5290375" y="1381532"/>
              <a:ext cx="926867" cy="384229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1BB55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49" name="Google Shape;1915;p62">
              <a:extLst>
                <a:ext uri="{FF2B5EF4-FFF2-40B4-BE49-F238E27FC236}">
                  <a16:creationId xmlns:a16="http://schemas.microsoft.com/office/drawing/2014/main" id="{FD76B9D8-4040-D574-C8A2-489CEA7DF80C}"/>
                </a:ext>
              </a:extLst>
            </p:cNvPr>
            <p:cNvSpPr txBox="1">
              <a:spLocks/>
            </p:cNvSpPr>
            <p:nvPr/>
          </p:nvSpPr>
          <p:spPr>
            <a:xfrm>
              <a:off x="6814695" y="497152"/>
              <a:ext cx="1290596" cy="572700"/>
            </a:xfrm>
            <a:prstGeom prst="rect">
              <a:avLst/>
            </a:prstGeom>
            <a:solidFill>
              <a:srgbClr val="2F6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events</a:t>
              </a:r>
            </a:p>
          </p:txBody>
        </p:sp>
        <p:cxnSp>
          <p:nvCxnSpPr>
            <p:cNvPr id="3150" name="Google Shape;1920;p62">
              <a:extLst>
                <a:ext uri="{FF2B5EF4-FFF2-40B4-BE49-F238E27FC236}">
                  <a16:creationId xmlns:a16="http://schemas.microsoft.com/office/drawing/2014/main" id="{09F96E2D-8B9F-DAF9-40FE-DFACD44D5DF3}"/>
                </a:ext>
              </a:extLst>
            </p:cNvPr>
            <p:cNvCxnSpPr>
              <a:cxnSpLocks/>
              <a:stCxn id="3149" idx="2"/>
            </p:cNvCxnSpPr>
            <p:nvPr/>
          </p:nvCxnSpPr>
          <p:spPr>
            <a:xfrm rot="5400000">
              <a:off x="6789067" y="1366154"/>
              <a:ext cx="967229" cy="374624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2F6E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151" name="Picture 3150">
            <a:extLst>
              <a:ext uri="{FF2B5EF4-FFF2-40B4-BE49-F238E27FC236}">
                <a16:creationId xmlns:a16="http://schemas.microsoft.com/office/drawing/2014/main" id="{162F209E-3C96-F127-9FE6-26B402B33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" y="10781259"/>
            <a:ext cx="4244160" cy="15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2" name="Picture 6">
            <a:extLst>
              <a:ext uri="{FF2B5EF4-FFF2-40B4-BE49-F238E27FC236}">
                <a16:creationId xmlns:a16="http://schemas.microsoft.com/office/drawing/2014/main" id="{5F7E7840-D9BE-30FB-1061-737B1CE50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785" y="10957511"/>
            <a:ext cx="4244160" cy="117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53" name="Google Shape;1920;p62">
            <a:extLst>
              <a:ext uri="{FF2B5EF4-FFF2-40B4-BE49-F238E27FC236}">
                <a16:creationId xmlns:a16="http://schemas.microsoft.com/office/drawing/2014/main" id="{74FF71CD-33FD-E451-30AA-82449AD905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12870" y="10208528"/>
            <a:ext cx="740428" cy="40274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E3303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4" name="Google Shape;1920;p62">
            <a:extLst>
              <a:ext uri="{FF2B5EF4-FFF2-40B4-BE49-F238E27FC236}">
                <a16:creationId xmlns:a16="http://schemas.microsoft.com/office/drawing/2014/main" id="{7DE56C12-B6F0-AB06-EC80-F5B4E0FCC0D5}"/>
              </a:ext>
            </a:extLst>
          </p:cNvPr>
          <p:cNvCxnSpPr>
            <a:cxnSpLocks/>
            <a:stCxn id="3142" idx="2"/>
          </p:cNvCxnSpPr>
          <p:nvPr/>
        </p:nvCxnSpPr>
        <p:spPr>
          <a:xfrm rot="16200000" flipH="1">
            <a:off x="4183387" y="10200598"/>
            <a:ext cx="868818" cy="645008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3661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78" name="Google Shape;2374;p67">
            <a:extLst>
              <a:ext uri="{FF2B5EF4-FFF2-40B4-BE49-F238E27FC236}">
                <a16:creationId xmlns:a16="http://schemas.microsoft.com/office/drawing/2014/main" id="{08B07102-17E6-2637-8A7C-91F64157BD2F}"/>
              </a:ext>
            </a:extLst>
          </p:cNvPr>
          <p:cNvGrpSpPr/>
          <p:nvPr/>
        </p:nvGrpSpPr>
        <p:grpSpPr>
          <a:xfrm rot="19814114">
            <a:off x="-979338" y="7823200"/>
            <a:ext cx="1471583" cy="1442222"/>
            <a:chOff x="1450775" y="1729324"/>
            <a:chExt cx="961389" cy="961377"/>
          </a:xfrm>
        </p:grpSpPr>
        <p:grpSp>
          <p:nvGrpSpPr>
            <p:cNvPr id="3179" name="Google Shape;2375;p67">
              <a:extLst>
                <a:ext uri="{FF2B5EF4-FFF2-40B4-BE49-F238E27FC236}">
                  <a16:creationId xmlns:a16="http://schemas.microsoft.com/office/drawing/2014/main" id="{85403F6D-4691-698E-2842-E67639DD6B33}"/>
                </a:ext>
              </a:extLst>
            </p:cNvPr>
            <p:cNvGrpSpPr/>
            <p:nvPr/>
          </p:nvGrpSpPr>
          <p:grpSpPr>
            <a:xfrm>
              <a:off x="1450788" y="1729324"/>
              <a:ext cx="961377" cy="961377"/>
              <a:chOff x="1190625" y="238125"/>
              <a:chExt cx="5219200" cy="5219200"/>
            </a:xfrm>
          </p:grpSpPr>
          <p:sp>
            <p:nvSpPr>
              <p:cNvPr id="3201" name="Google Shape;2376;p67">
                <a:extLst>
                  <a:ext uri="{FF2B5EF4-FFF2-40B4-BE49-F238E27FC236}">
                    <a16:creationId xmlns:a16="http://schemas.microsoft.com/office/drawing/2014/main" id="{02B32F4D-F467-110C-D33B-CF661D854334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2377;p67">
                <a:extLst>
                  <a:ext uri="{FF2B5EF4-FFF2-40B4-BE49-F238E27FC236}">
                    <a16:creationId xmlns:a16="http://schemas.microsoft.com/office/drawing/2014/main" id="{507BFA1E-6048-AC14-F68D-6A9B5C7A356A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2378;p67">
                <a:extLst>
                  <a:ext uri="{FF2B5EF4-FFF2-40B4-BE49-F238E27FC236}">
                    <a16:creationId xmlns:a16="http://schemas.microsoft.com/office/drawing/2014/main" id="{CB940F6E-5FAC-AC40-496C-FAEE403B795F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2379;p67">
                <a:extLst>
                  <a:ext uri="{FF2B5EF4-FFF2-40B4-BE49-F238E27FC236}">
                    <a16:creationId xmlns:a16="http://schemas.microsoft.com/office/drawing/2014/main" id="{7874AC0D-3C95-A600-B30E-8CF33FB2B843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2380;p67">
                <a:extLst>
                  <a:ext uri="{FF2B5EF4-FFF2-40B4-BE49-F238E27FC236}">
                    <a16:creationId xmlns:a16="http://schemas.microsoft.com/office/drawing/2014/main" id="{C9C2FB4E-C0E2-F8A0-A4F0-B499CC87FE47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2381;p67">
                <a:extLst>
                  <a:ext uri="{FF2B5EF4-FFF2-40B4-BE49-F238E27FC236}">
                    <a16:creationId xmlns:a16="http://schemas.microsoft.com/office/drawing/2014/main" id="{B0E0A532-1D10-802E-CD53-F2B2A6BE0D4F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2382;p67">
                <a:extLst>
                  <a:ext uri="{FF2B5EF4-FFF2-40B4-BE49-F238E27FC236}">
                    <a16:creationId xmlns:a16="http://schemas.microsoft.com/office/drawing/2014/main" id="{5C8CBFBE-576A-436A-C969-8C084A0B4910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2383;p67">
                <a:extLst>
                  <a:ext uri="{FF2B5EF4-FFF2-40B4-BE49-F238E27FC236}">
                    <a16:creationId xmlns:a16="http://schemas.microsoft.com/office/drawing/2014/main" id="{CD4B391B-63E7-69F2-3DD8-7FEE1854FB15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2384;p67">
                <a:extLst>
                  <a:ext uri="{FF2B5EF4-FFF2-40B4-BE49-F238E27FC236}">
                    <a16:creationId xmlns:a16="http://schemas.microsoft.com/office/drawing/2014/main" id="{31927D39-8BEC-0392-2F98-A4F2DC3114E0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2385;p67">
                <a:extLst>
                  <a:ext uri="{FF2B5EF4-FFF2-40B4-BE49-F238E27FC236}">
                    <a16:creationId xmlns:a16="http://schemas.microsoft.com/office/drawing/2014/main" id="{2795272A-7272-EF46-042C-79421E02F4D1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2386;p67">
                <a:extLst>
                  <a:ext uri="{FF2B5EF4-FFF2-40B4-BE49-F238E27FC236}">
                    <a16:creationId xmlns:a16="http://schemas.microsoft.com/office/drawing/2014/main" id="{4AF1B19F-D300-C570-8783-B189B89C18CB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2387;p67">
                <a:extLst>
                  <a:ext uri="{FF2B5EF4-FFF2-40B4-BE49-F238E27FC236}">
                    <a16:creationId xmlns:a16="http://schemas.microsoft.com/office/drawing/2014/main" id="{7EABC524-9AD1-6966-5D1D-5E277E754CFD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2388;p67">
                <a:extLst>
                  <a:ext uri="{FF2B5EF4-FFF2-40B4-BE49-F238E27FC236}">
                    <a16:creationId xmlns:a16="http://schemas.microsoft.com/office/drawing/2014/main" id="{4797FDF0-733D-D046-0CEE-6B375DE789FF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2389;p67">
                <a:extLst>
                  <a:ext uri="{FF2B5EF4-FFF2-40B4-BE49-F238E27FC236}">
                    <a16:creationId xmlns:a16="http://schemas.microsoft.com/office/drawing/2014/main" id="{6D403037-3403-AEA3-0E7F-886BED509165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2390;p67">
                <a:extLst>
                  <a:ext uri="{FF2B5EF4-FFF2-40B4-BE49-F238E27FC236}">
                    <a16:creationId xmlns:a16="http://schemas.microsoft.com/office/drawing/2014/main" id="{E32443CA-CD26-7679-BF1D-F077E2758DAD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2391;p67">
                <a:extLst>
                  <a:ext uri="{FF2B5EF4-FFF2-40B4-BE49-F238E27FC236}">
                    <a16:creationId xmlns:a16="http://schemas.microsoft.com/office/drawing/2014/main" id="{2FAA97E4-2442-FC76-D01E-79E735CC36B5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2392;p67">
                <a:extLst>
                  <a:ext uri="{FF2B5EF4-FFF2-40B4-BE49-F238E27FC236}">
                    <a16:creationId xmlns:a16="http://schemas.microsoft.com/office/drawing/2014/main" id="{884FEAF3-4665-AABA-8550-2635059545C9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2393;p67">
                <a:extLst>
                  <a:ext uri="{FF2B5EF4-FFF2-40B4-BE49-F238E27FC236}">
                    <a16:creationId xmlns:a16="http://schemas.microsoft.com/office/drawing/2014/main" id="{A9CB20D8-46DB-532C-6476-D6FBD680B355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2394;p67">
                <a:extLst>
                  <a:ext uri="{FF2B5EF4-FFF2-40B4-BE49-F238E27FC236}">
                    <a16:creationId xmlns:a16="http://schemas.microsoft.com/office/drawing/2014/main" id="{B936066F-79EE-F8A3-017D-3CB8C6273D05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2395;p67">
                <a:extLst>
                  <a:ext uri="{FF2B5EF4-FFF2-40B4-BE49-F238E27FC236}">
                    <a16:creationId xmlns:a16="http://schemas.microsoft.com/office/drawing/2014/main" id="{E0AD9C7D-35B4-170E-3E69-C05B07A07EA3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0" name="Google Shape;2396;p67">
              <a:extLst>
                <a:ext uri="{FF2B5EF4-FFF2-40B4-BE49-F238E27FC236}">
                  <a16:creationId xmlns:a16="http://schemas.microsoft.com/office/drawing/2014/main" id="{82370D20-B280-7E54-3EB1-71C259F46303}"/>
                </a:ext>
              </a:extLst>
            </p:cNvPr>
            <p:cNvGrpSpPr/>
            <p:nvPr/>
          </p:nvGrpSpPr>
          <p:grpSpPr>
            <a:xfrm>
              <a:off x="1450775" y="1729324"/>
              <a:ext cx="961377" cy="961377"/>
              <a:chOff x="1190625" y="238125"/>
              <a:chExt cx="5219200" cy="5219200"/>
            </a:xfrm>
          </p:grpSpPr>
          <p:sp>
            <p:nvSpPr>
              <p:cNvPr id="3181" name="Google Shape;2397;p67">
                <a:extLst>
                  <a:ext uri="{FF2B5EF4-FFF2-40B4-BE49-F238E27FC236}">
                    <a16:creationId xmlns:a16="http://schemas.microsoft.com/office/drawing/2014/main" id="{CA9A1A8F-C526-7749-900F-34350336D772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2398;p67">
                <a:extLst>
                  <a:ext uri="{FF2B5EF4-FFF2-40B4-BE49-F238E27FC236}">
                    <a16:creationId xmlns:a16="http://schemas.microsoft.com/office/drawing/2014/main" id="{E9B79571-23D6-0AFC-6D0F-F17B71E76DA1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2399;p67">
                <a:extLst>
                  <a:ext uri="{FF2B5EF4-FFF2-40B4-BE49-F238E27FC236}">
                    <a16:creationId xmlns:a16="http://schemas.microsoft.com/office/drawing/2014/main" id="{C60358EA-77CD-E523-0EDF-8EF3A0DF101C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2400;p67">
                <a:extLst>
                  <a:ext uri="{FF2B5EF4-FFF2-40B4-BE49-F238E27FC236}">
                    <a16:creationId xmlns:a16="http://schemas.microsoft.com/office/drawing/2014/main" id="{7B68243A-C974-355F-9564-6AA9E1A3991F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2401;p67">
                <a:extLst>
                  <a:ext uri="{FF2B5EF4-FFF2-40B4-BE49-F238E27FC236}">
                    <a16:creationId xmlns:a16="http://schemas.microsoft.com/office/drawing/2014/main" id="{09B94D90-4EB4-AAFB-CE47-FB0819E77DD1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rgbClr val="F7F6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2402;p67">
                <a:extLst>
                  <a:ext uri="{FF2B5EF4-FFF2-40B4-BE49-F238E27FC236}">
                    <a16:creationId xmlns:a16="http://schemas.microsoft.com/office/drawing/2014/main" id="{59DD38C7-8396-5CED-0569-989344E29E0F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2403;p67">
                <a:extLst>
                  <a:ext uri="{FF2B5EF4-FFF2-40B4-BE49-F238E27FC236}">
                    <a16:creationId xmlns:a16="http://schemas.microsoft.com/office/drawing/2014/main" id="{C3B8F1A0-2B34-3A05-5D96-2DB5C54AEB44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2404;p67">
                <a:extLst>
                  <a:ext uri="{FF2B5EF4-FFF2-40B4-BE49-F238E27FC236}">
                    <a16:creationId xmlns:a16="http://schemas.microsoft.com/office/drawing/2014/main" id="{9FF44288-38AD-3F0F-B4E3-8E71A823B72C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2405;p67">
                <a:extLst>
                  <a:ext uri="{FF2B5EF4-FFF2-40B4-BE49-F238E27FC236}">
                    <a16:creationId xmlns:a16="http://schemas.microsoft.com/office/drawing/2014/main" id="{86391361-8C03-6FF8-635C-C32F7A003049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2406;p67">
                <a:extLst>
                  <a:ext uri="{FF2B5EF4-FFF2-40B4-BE49-F238E27FC236}">
                    <a16:creationId xmlns:a16="http://schemas.microsoft.com/office/drawing/2014/main" id="{44BDF769-E418-5D0B-1B46-F92C4E563CE8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2407;p67">
                <a:extLst>
                  <a:ext uri="{FF2B5EF4-FFF2-40B4-BE49-F238E27FC236}">
                    <a16:creationId xmlns:a16="http://schemas.microsoft.com/office/drawing/2014/main" id="{B9C4891C-1C72-72EF-32A9-BC15A2C69547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2408;p67">
                <a:extLst>
                  <a:ext uri="{FF2B5EF4-FFF2-40B4-BE49-F238E27FC236}">
                    <a16:creationId xmlns:a16="http://schemas.microsoft.com/office/drawing/2014/main" id="{F8AE1EBD-C3CD-8285-6BC5-60AC66C049F0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2409;p67">
                <a:extLst>
                  <a:ext uri="{FF2B5EF4-FFF2-40B4-BE49-F238E27FC236}">
                    <a16:creationId xmlns:a16="http://schemas.microsoft.com/office/drawing/2014/main" id="{B2C50262-504E-6979-9688-8BE910944141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2410;p67">
                <a:extLst>
                  <a:ext uri="{FF2B5EF4-FFF2-40B4-BE49-F238E27FC236}">
                    <a16:creationId xmlns:a16="http://schemas.microsoft.com/office/drawing/2014/main" id="{C8035EB6-82FD-7AF1-47D7-4C43B32833E8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2411;p67">
                <a:extLst>
                  <a:ext uri="{FF2B5EF4-FFF2-40B4-BE49-F238E27FC236}">
                    <a16:creationId xmlns:a16="http://schemas.microsoft.com/office/drawing/2014/main" id="{1ECBC655-B3A5-E1A8-85C0-85AC1AA870D4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2412;p67">
                <a:extLst>
                  <a:ext uri="{FF2B5EF4-FFF2-40B4-BE49-F238E27FC236}">
                    <a16:creationId xmlns:a16="http://schemas.microsoft.com/office/drawing/2014/main" id="{27EC57EA-57A2-605C-7F90-CBFB5BD428AC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17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2413;p67">
                <a:extLst>
                  <a:ext uri="{FF2B5EF4-FFF2-40B4-BE49-F238E27FC236}">
                    <a16:creationId xmlns:a16="http://schemas.microsoft.com/office/drawing/2014/main" id="{D14C92B0-D06B-BF0C-118B-E190363E38D1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2414;p67">
                <a:extLst>
                  <a:ext uri="{FF2B5EF4-FFF2-40B4-BE49-F238E27FC236}">
                    <a16:creationId xmlns:a16="http://schemas.microsoft.com/office/drawing/2014/main" id="{179ED2CE-FBBC-802E-E287-B0D3C4F78AF5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2415;p67">
                <a:extLst>
                  <a:ext uri="{FF2B5EF4-FFF2-40B4-BE49-F238E27FC236}">
                    <a16:creationId xmlns:a16="http://schemas.microsoft.com/office/drawing/2014/main" id="{71DBFFCA-5C22-9957-10B3-4851CF5F0CCC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2416;p67">
                <a:extLst>
                  <a:ext uri="{FF2B5EF4-FFF2-40B4-BE49-F238E27FC236}">
                    <a16:creationId xmlns:a16="http://schemas.microsoft.com/office/drawing/2014/main" id="{F0750489-C20F-8AC5-86D9-978C031FE945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45" name="Google Shape;2351;p67">
            <a:extLst>
              <a:ext uri="{FF2B5EF4-FFF2-40B4-BE49-F238E27FC236}">
                <a16:creationId xmlns:a16="http://schemas.microsoft.com/office/drawing/2014/main" id="{B303FDE0-40FF-BAB9-53F6-9530E7559615}"/>
              </a:ext>
            </a:extLst>
          </p:cNvPr>
          <p:cNvGrpSpPr/>
          <p:nvPr/>
        </p:nvGrpSpPr>
        <p:grpSpPr>
          <a:xfrm rot="20743324">
            <a:off x="8542684" y="6528286"/>
            <a:ext cx="548919" cy="657389"/>
            <a:chOff x="6797343" y="1729324"/>
            <a:chExt cx="802748" cy="961377"/>
          </a:xfrm>
        </p:grpSpPr>
        <p:grpSp>
          <p:nvGrpSpPr>
            <p:cNvPr id="3246" name="Google Shape;2352;p67">
              <a:extLst>
                <a:ext uri="{FF2B5EF4-FFF2-40B4-BE49-F238E27FC236}">
                  <a16:creationId xmlns:a16="http://schemas.microsoft.com/office/drawing/2014/main" id="{49390BFE-3322-5E50-4DEB-F4B72884DBEA}"/>
                </a:ext>
              </a:extLst>
            </p:cNvPr>
            <p:cNvGrpSpPr/>
            <p:nvPr/>
          </p:nvGrpSpPr>
          <p:grpSpPr>
            <a:xfrm>
              <a:off x="6797343" y="1729324"/>
              <a:ext cx="802748" cy="961377"/>
              <a:chOff x="1621200" y="238125"/>
              <a:chExt cx="4358025" cy="5219200"/>
            </a:xfrm>
          </p:grpSpPr>
          <p:sp>
            <p:nvSpPr>
              <p:cNvPr id="3258" name="Google Shape;2353;p67">
                <a:extLst>
                  <a:ext uri="{FF2B5EF4-FFF2-40B4-BE49-F238E27FC236}">
                    <a16:creationId xmlns:a16="http://schemas.microsoft.com/office/drawing/2014/main" id="{AD626F1D-FD80-8060-5D47-6655B70AE8DA}"/>
                  </a:ext>
                </a:extLst>
              </p:cNvPr>
              <p:cNvSpPr/>
              <p:nvPr/>
            </p:nvSpPr>
            <p:spPr>
              <a:xfrm>
                <a:off x="2096625" y="238125"/>
                <a:ext cx="3407175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136287" h="173603" extrusionOk="0">
                    <a:moveTo>
                      <a:pt x="12592" y="0"/>
                    </a:moveTo>
                    <a:cubicBezTo>
                      <a:pt x="5644" y="0"/>
                      <a:pt x="1" y="5643"/>
                      <a:pt x="1" y="12591"/>
                    </a:cubicBezTo>
                    <a:lnTo>
                      <a:pt x="1" y="161012"/>
                    </a:lnTo>
                    <a:cubicBezTo>
                      <a:pt x="1" y="167960"/>
                      <a:pt x="5644" y="173603"/>
                      <a:pt x="12592" y="173603"/>
                    </a:cubicBezTo>
                    <a:lnTo>
                      <a:pt x="123695" y="173603"/>
                    </a:lnTo>
                    <a:cubicBezTo>
                      <a:pt x="130643" y="173603"/>
                      <a:pt x="136286" y="167960"/>
                      <a:pt x="136286" y="161012"/>
                    </a:cubicBezTo>
                    <a:lnTo>
                      <a:pt x="136286" y="12591"/>
                    </a:lnTo>
                    <a:cubicBezTo>
                      <a:pt x="136286" y="5643"/>
                      <a:pt x="130643" y="0"/>
                      <a:pt x="1236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2354;p67">
                <a:extLst>
                  <a:ext uri="{FF2B5EF4-FFF2-40B4-BE49-F238E27FC236}">
                    <a16:creationId xmlns:a16="http://schemas.microsoft.com/office/drawing/2014/main" id="{961CB41F-6D73-B3B7-22A6-3567EE996402}"/>
                  </a:ext>
                </a:extLst>
              </p:cNvPr>
              <p:cNvSpPr/>
              <p:nvPr/>
            </p:nvSpPr>
            <p:spPr>
              <a:xfrm>
                <a:off x="4873400" y="238125"/>
                <a:ext cx="630400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73603" extrusionOk="0">
                    <a:moveTo>
                      <a:pt x="0" y="0"/>
                    </a:moveTo>
                    <a:cubicBezTo>
                      <a:pt x="6981" y="0"/>
                      <a:pt x="12624" y="5643"/>
                      <a:pt x="12624" y="12591"/>
                    </a:cubicBezTo>
                    <a:lnTo>
                      <a:pt x="12624" y="161012"/>
                    </a:lnTo>
                    <a:cubicBezTo>
                      <a:pt x="12624" y="167960"/>
                      <a:pt x="6981" y="173603"/>
                      <a:pt x="0" y="173603"/>
                    </a:cubicBezTo>
                    <a:lnTo>
                      <a:pt x="12624" y="173603"/>
                    </a:lnTo>
                    <a:cubicBezTo>
                      <a:pt x="19572" y="173603"/>
                      <a:pt x="25215" y="167960"/>
                      <a:pt x="25215" y="161012"/>
                    </a:cubicBezTo>
                    <a:lnTo>
                      <a:pt x="25215" y="12591"/>
                    </a:lnTo>
                    <a:cubicBezTo>
                      <a:pt x="25215" y="5643"/>
                      <a:pt x="19572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2355;p67">
                <a:extLst>
                  <a:ext uri="{FF2B5EF4-FFF2-40B4-BE49-F238E27FC236}">
                    <a16:creationId xmlns:a16="http://schemas.microsoft.com/office/drawing/2014/main" id="{89972F8E-6819-ED7F-85E9-827F33B48714}"/>
                  </a:ext>
                </a:extLst>
              </p:cNvPr>
              <p:cNvSpPr/>
              <p:nvPr/>
            </p:nvSpPr>
            <p:spPr>
              <a:xfrm>
                <a:off x="1621200" y="2285825"/>
                <a:ext cx="4358025" cy="3171500"/>
              </a:xfrm>
              <a:custGeom>
                <a:avLst/>
                <a:gdLst/>
                <a:ahLst/>
                <a:cxnLst/>
                <a:rect l="l" t="t" r="r" b="b"/>
                <a:pathLst>
                  <a:path w="174321" h="126860" extrusionOk="0">
                    <a:moveTo>
                      <a:pt x="12592" y="0"/>
                    </a:moveTo>
                    <a:cubicBezTo>
                      <a:pt x="5644" y="0"/>
                      <a:pt x="0" y="5644"/>
                      <a:pt x="0" y="12592"/>
                    </a:cubicBezTo>
                    <a:lnTo>
                      <a:pt x="0" y="114268"/>
                    </a:lnTo>
                    <a:cubicBezTo>
                      <a:pt x="0" y="121216"/>
                      <a:pt x="5644" y="126859"/>
                      <a:pt x="12592" y="126859"/>
                    </a:cubicBezTo>
                    <a:lnTo>
                      <a:pt x="161730" y="126859"/>
                    </a:lnTo>
                    <a:cubicBezTo>
                      <a:pt x="168678" y="126859"/>
                      <a:pt x="174321" y="121216"/>
                      <a:pt x="174321" y="114268"/>
                    </a:cubicBezTo>
                    <a:lnTo>
                      <a:pt x="174321" y="31511"/>
                    </a:lnTo>
                    <a:cubicBezTo>
                      <a:pt x="174321" y="24563"/>
                      <a:pt x="168678" y="18920"/>
                      <a:pt x="161730" y="18920"/>
                    </a:cubicBezTo>
                    <a:lnTo>
                      <a:pt x="87617" y="18920"/>
                    </a:lnTo>
                    <a:cubicBezTo>
                      <a:pt x="83377" y="18920"/>
                      <a:pt x="79462" y="16800"/>
                      <a:pt x="77114" y="13309"/>
                    </a:cubicBezTo>
                    <a:lnTo>
                      <a:pt x="71992" y="5611"/>
                    </a:lnTo>
                    <a:cubicBezTo>
                      <a:pt x="69676" y="2121"/>
                      <a:pt x="65729" y="0"/>
                      <a:pt x="615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2356;p67">
                <a:extLst>
                  <a:ext uri="{FF2B5EF4-FFF2-40B4-BE49-F238E27FC236}">
                    <a16:creationId xmlns:a16="http://schemas.microsoft.com/office/drawing/2014/main" id="{36240E4D-AAE3-7210-5E62-B55FFB474C24}"/>
                  </a:ext>
                </a:extLst>
              </p:cNvPr>
              <p:cNvSpPr/>
              <p:nvPr/>
            </p:nvSpPr>
            <p:spPr>
              <a:xfrm>
                <a:off x="5348825" y="2758825"/>
                <a:ext cx="630400" cy="2698500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07940" extrusionOk="0">
                    <a:moveTo>
                      <a:pt x="1" y="0"/>
                    </a:moveTo>
                    <a:cubicBezTo>
                      <a:pt x="6981" y="0"/>
                      <a:pt x="12625" y="5643"/>
                      <a:pt x="12625" y="12591"/>
                    </a:cubicBezTo>
                    <a:lnTo>
                      <a:pt x="12625" y="95348"/>
                    </a:lnTo>
                    <a:cubicBezTo>
                      <a:pt x="12625" y="102296"/>
                      <a:pt x="6981" y="107939"/>
                      <a:pt x="1" y="107939"/>
                    </a:cubicBezTo>
                    <a:lnTo>
                      <a:pt x="12625" y="107939"/>
                    </a:lnTo>
                    <a:cubicBezTo>
                      <a:pt x="19573" y="107939"/>
                      <a:pt x="25216" y="102296"/>
                      <a:pt x="25216" y="9534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2357;p67">
                <a:extLst>
                  <a:ext uri="{FF2B5EF4-FFF2-40B4-BE49-F238E27FC236}">
                    <a16:creationId xmlns:a16="http://schemas.microsoft.com/office/drawing/2014/main" id="{9EA89C2C-BDDE-4032-3DE7-303B8C9EEBDC}"/>
                  </a:ext>
                </a:extLst>
              </p:cNvPr>
              <p:cNvSpPr/>
              <p:nvPr/>
            </p:nvSpPr>
            <p:spPr>
              <a:xfrm>
                <a:off x="2870525" y="3178800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2358;p67">
                <a:extLst>
                  <a:ext uri="{FF2B5EF4-FFF2-40B4-BE49-F238E27FC236}">
                    <a16:creationId xmlns:a16="http://schemas.microsoft.com/office/drawing/2014/main" id="{6872046A-A41E-8CEC-5C1D-CAC7E3C8F7E6}"/>
                  </a:ext>
                </a:extLst>
              </p:cNvPr>
              <p:cNvSpPr/>
              <p:nvPr/>
            </p:nvSpPr>
            <p:spPr>
              <a:xfrm>
                <a:off x="3642800" y="3178800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63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785"/>
                      <a:pt x="1" y="73786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2359;p67">
                <a:extLst>
                  <a:ext uri="{FF2B5EF4-FFF2-40B4-BE49-F238E27FC236}">
                    <a16:creationId xmlns:a16="http://schemas.microsoft.com/office/drawing/2014/main" id="{CF47B62F-40C2-6E37-9984-36584B04656D}"/>
                  </a:ext>
                </a:extLst>
              </p:cNvPr>
              <p:cNvSpPr/>
              <p:nvPr/>
            </p:nvSpPr>
            <p:spPr>
              <a:xfrm>
                <a:off x="3186125" y="3493575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6995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09"/>
                      <a:pt x="1" y="20779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79"/>
                    </a:lnTo>
                    <a:cubicBezTo>
                      <a:pt x="49126" y="19409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5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2360;p67">
                <a:extLst>
                  <a:ext uri="{FF2B5EF4-FFF2-40B4-BE49-F238E27FC236}">
                    <a16:creationId xmlns:a16="http://schemas.microsoft.com/office/drawing/2014/main" id="{1435D935-7CC3-BAED-5479-010C56E60F3E}"/>
                  </a:ext>
                </a:extLst>
              </p:cNvPr>
              <p:cNvSpPr/>
              <p:nvPr/>
            </p:nvSpPr>
            <p:spPr>
              <a:xfrm>
                <a:off x="2713150" y="710275"/>
                <a:ext cx="21741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86965" h="1598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1777"/>
                    </a:lnTo>
                    <a:cubicBezTo>
                      <a:pt x="0" y="14093"/>
                      <a:pt x="1892" y="15985"/>
                      <a:pt x="4208" y="15985"/>
                    </a:cubicBezTo>
                    <a:lnTo>
                      <a:pt x="82757" y="15985"/>
                    </a:lnTo>
                    <a:cubicBezTo>
                      <a:pt x="85073" y="15985"/>
                      <a:pt x="86965" y="14093"/>
                      <a:pt x="86965" y="11777"/>
                    </a:cubicBezTo>
                    <a:lnTo>
                      <a:pt x="86965" y="4209"/>
                    </a:lnTo>
                    <a:cubicBezTo>
                      <a:pt x="86965" y="1893"/>
                      <a:pt x="85073" y="1"/>
                      <a:pt x="82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2361;p67">
                <a:extLst>
                  <a:ext uri="{FF2B5EF4-FFF2-40B4-BE49-F238E27FC236}">
                    <a16:creationId xmlns:a16="http://schemas.microsoft.com/office/drawing/2014/main" id="{709CCE53-1204-4B50-495B-AC2A3B507256}"/>
                  </a:ext>
                </a:extLst>
              </p:cNvPr>
              <p:cNvSpPr/>
              <p:nvPr/>
            </p:nvSpPr>
            <p:spPr>
              <a:xfrm>
                <a:off x="2634850" y="1503775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32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32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2362;p67">
                <a:extLst>
                  <a:ext uri="{FF2B5EF4-FFF2-40B4-BE49-F238E27FC236}">
                    <a16:creationId xmlns:a16="http://schemas.microsoft.com/office/drawing/2014/main" id="{FC9D2F52-1016-4EEF-6AA5-952A4A1A0AB9}"/>
                  </a:ext>
                </a:extLst>
              </p:cNvPr>
              <p:cNvSpPr/>
              <p:nvPr/>
            </p:nvSpPr>
            <p:spPr>
              <a:xfrm>
                <a:off x="2634850" y="1818550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64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64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7" name="Google Shape;2363;p67">
              <a:extLst>
                <a:ext uri="{FF2B5EF4-FFF2-40B4-BE49-F238E27FC236}">
                  <a16:creationId xmlns:a16="http://schemas.microsoft.com/office/drawing/2014/main" id="{BFDB61A2-1D1C-4A91-F4CE-780C5E10B121}"/>
                </a:ext>
              </a:extLst>
            </p:cNvPr>
            <p:cNvGrpSpPr/>
            <p:nvPr/>
          </p:nvGrpSpPr>
          <p:grpSpPr>
            <a:xfrm>
              <a:off x="6797343" y="1729324"/>
              <a:ext cx="802748" cy="961377"/>
              <a:chOff x="1621200" y="238125"/>
              <a:chExt cx="4358025" cy="5219200"/>
            </a:xfrm>
          </p:grpSpPr>
          <p:sp>
            <p:nvSpPr>
              <p:cNvPr id="3248" name="Google Shape;2364;p67">
                <a:extLst>
                  <a:ext uri="{FF2B5EF4-FFF2-40B4-BE49-F238E27FC236}">
                    <a16:creationId xmlns:a16="http://schemas.microsoft.com/office/drawing/2014/main" id="{21085D2C-1CAD-A80F-3D27-7603DA6B3047}"/>
                  </a:ext>
                </a:extLst>
              </p:cNvPr>
              <p:cNvSpPr/>
              <p:nvPr/>
            </p:nvSpPr>
            <p:spPr>
              <a:xfrm>
                <a:off x="2096625" y="238125"/>
                <a:ext cx="3407175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136287" h="173603" extrusionOk="0">
                    <a:moveTo>
                      <a:pt x="12592" y="0"/>
                    </a:moveTo>
                    <a:cubicBezTo>
                      <a:pt x="5644" y="0"/>
                      <a:pt x="1" y="5643"/>
                      <a:pt x="1" y="12591"/>
                    </a:cubicBezTo>
                    <a:lnTo>
                      <a:pt x="1" y="161012"/>
                    </a:lnTo>
                    <a:cubicBezTo>
                      <a:pt x="1" y="167960"/>
                      <a:pt x="5644" y="173603"/>
                      <a:pt x="12592" y="173603"/>
                    </a:cubicBezTo>
                    <a:lnTo>
                      <a:pt x="123695" y="173603"/>
                    </a:lnTo>
                    <a:cubicBezTo>
                      <a:pt x="130643" y="173603"/>
                      <a:pt x="136286" y="167960"/>
                      <a:pt x="136286" y="161012"/>
                    </a:cubicBezTo>
                    <a:lnTo>
                      <a:pt x="136286" y="12591"/>
                    </a:lnTo>
                    <a:cubicBezTo>
                      <a:pt x="136286" y="5643"/>
                      <a:pt x="130643" y="0"/>
                      <a:pt x="123695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2365;p67">
                <a:extLst>
                  <a:ext uri="{FF2B5EF4-FFF2-40B4-BE49-F238E27FC236}">
                    <a16:creationId xmlns:a16="http://schemas.microsoft.com/office/drawing/2014/main" id="{A33612A9-F764-C117-E15D-2BA3A0B9AA13}"/>
                  </a:ext>
                </a:extLst>
              </p:cNvPr>
              <p:cNvSpPr/>
              <p:nvPr/>
            </p:nvSpPr>
            <p:spPr>
              <a:xfrm>
                <a:off x="4873400" y="238125"/>
                <a:ext cx="630400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73603" extrusionOk="0">
                    <a:moveTo>
                      <a:pt x="0" y="0"/>
                    </a:moveTo>
                    <a:cubicBezTo>
                      <a:pt x="6981" y="0"/>
                      <a:pt x="12624" y="5643"/>
                      <a:pt x="12624" y="12591"/>
                    </a:cubicBezTo>
                    <a:lnTo>
                      <a:pt x="12624" y="161012"/>
                    </a:lnTo>
                    <a:cubicBezTo>
                      <a:pt x="12624" y="167960"/>
                      <a:pt x="6981" y="173603"/>
                      <a:pt x="0" y="173603"/>
                    </a:cubicBezTo>
                    <a:lnTo>
                      <a:pt x="12624" y="173603"/>
                    </a:lnTo>
                    <a:cubicBezTo>
                      <a:pt x="19572" y="173603"/>
                      <a:pt x="25215" y="167960"/>
                      <a:pt x="25215" y="161012"/>
                    </a:cubicBezTo>
                    <a:lnTo>
                      <a:pt x="25215" y="12591"/>
                    </a:lnTo>
                    <a:cubicBezTo>
                      <a:pt x="25215" y="5643"/>
                      <a:pt x="19572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2366;p67">
                <a:extLst>
                  <a:ext uri="{FF2B5EF4-FFF2-40B4-BE49-F238E27FC236}">
                    <a16:creationId xmlns:a16="http://schemas.microsoft.com/office/drawing/2014/main" id="{A1A4ED80-CD07-9379-D97B-C3FE9FD18C03}"/>
                  </a:ext>
                </a:extLst>
              </p:cNvPr>
              <p:cNvSpPr/>
              <p:nvPr/>
            </p:nvSpPr>
            <p:spPr>
              <a:xfrm>
                <a:off x="1621200" y="2285825"/>
                <a:ext cx="4358025" cy="3171500"/>
              </a:xfrm>
              <a:custGeom>
                <a:avLst/>
                <a:gdLst/>
                <a:ahLst/>
                <a:cxnLst/>
                <a:rect l="l" t="t" r="r" b="b"/>
                <a:pathLst>
                  <a:path w="174321" h="126860" extrusionOk="0">
                    <a:moveTo>
                      <a:pt x="12592" y="0"/>
                    </a:moveTo>
                    <a:cubicBezTo>
                      <a:pt x="5644" y="0"/>
                      <a:pt x="0" y="5644"/>
                      <a:pt x="0" y="12592"/>
                    </a:cubicBezTo>
                    <a:lnTo>
                      <a:pt x="0" y="114268"/>
                    </a:lnTo>
                    <a:cubicBezTo>
                      <a:pt x="0" y="121216"/>
                      <a:pt x="5644" y="126859"/>
                      <a:pt x="12592" y="126859"/>
                    </a:cubicBezTo>
                    <a:lnTo>
                      <a:pt x="161730" y="126859"/>
                    </a:lnTo>
                    <a:cubicBezTo>
                      <a:pt x="168678" y="126859"/>
                      <a:pt x="174321" y="121216"/>
                      <a:pt x="174321" y="114268"/>
                    </a:cubicBezTo>
                    <a:lnTo>
                      <a:pt x="174321" y="31511"/>
                    </a:lnTo>
                    <a:cubicBezTo>
                      <a:pt x="174321" y="24563"/>
                      <a:pt x="168678" y="18920"/>
                      <a:pt x="161730" y="18920"/>
                    </a:cubicBezTo>
                    <a:lnTo>
                      <a:pt x="87617" y="18920"/>
                    </a:lnTo>
                    <a:cubicBezTo>
                      <a:pt x="83377" y="18920"/>
                      <a:pt x="79462" y="16800"/>
                      <a:pt x="77114" y="13309"/>
                    </a:cubicBezTo>
                    <a:lnTo>
                      <a:pt x="71992" y="5611"/>
                    </a:lnTo>
                    <a:cubicBezTo>
                      <a:pt x="69676" y="2121"/>
                      <a:pt x="65729" y="0"/>
                      <a:pt x="615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2367;p67">
                <a:extLst>
                  <a:ext uri="{FF2B5EF4-FFF2-40B4-BE49-F238E27FC236}">
                    <a16:creationId xmlns:a16="http://schemas.microsoft.com/office/drawing/2014/main" id="{167D30F4-E67D-5514-006C-66149696377E}"/>
                  </a:ext>
                </a:extLst>
              </p:cNvPr>
              <p:cNvSpPr/>
              <p:nvPr/>
            </p:nvSpPr>
            <p:spPr>
              <a:xfrm>
                <a:off x="5348825" y="2758825"/>
                <a:ext cx="630400" cy="2698500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07940" extrusionOk="0">
                    <a:moveTo>
                      <a:pt x="1" y="0"/>
                    </a:moveTo>
                    <a:cubicBezTo>
                      <a:pt x="6981" y="0"/>
                      <a:pt x="12625" y="5643"/>
                      <a:pt x="12625" y="12591"/>
                    </a:cubicBezTo>
                    <a:lnTo>
                      <a:pt x="12625" y="95348"/>
                    </a:lnTo>
                    <a:cubicBezTo>
                      <a:pt x="12625" y="102296"/>
                      <a:pt x="6981" y="107939"/>
                      <a:pt x="1" y="107939"/>
                    </a:cubicBezTo>
                    <a:lnTo>
                      <a:pt x="12625" y="107939"/>
                    </a:lnTo>
                    <a:cubicBezTo>
                      <a:pt x="19573" y="107939"/>
                      <a:pt x="25216" y="102296"/>
                      <a:pt x="25216" y="9534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2368;p67">
                <a:extLst>
                  <a:ext uri="{FF2B5EF4-FFF2-40B4-BE49-F238E27FC236}">
                    <a16:creationId xmlns:a16="http://schemas.microsoft.com/office/drawing/2014/main" id="{B94DE236-D1EA-699D-845C-35E6A065A833}"/>
                  </a:ext>
                </a:extLst>
              </p:cNvPr>
              <p:cNvSpPr/>
              <p:nvPr/>
            </p:nvSpPr>
            <p:spPr>
              <a:xfrm>
                <a:off x="2870525" y="3178800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2369;p67">
                <a:extLst>
                  <a:ext uri="{FF2B5EF4-FFF2-40B4-BE49-F238E27FC236}">
                    <a16:creationId xmlns:a16="http://schemas.microsoft.com/office/drawing/2014/main" id="{540F4DA3-8AEE-2550-7E35-14CE3FFAC64A}"/>
                  </a:ext>
                </a:extLst>
              </p:cNvPr>
              <p:cNvSpPr/>
              <p:nvPr/>
            </p:nvSpPr>
            <p:spPr>
              <a:xfrm>
                <a:off x="3642800" y="3178800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63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785"/>
                      <a:pt x="1" y="73786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2370;p67">
                <a:extLst>
                  <a:ext uri="{FF2B5EF4-FFF2-40B4-BE49-F238E27FC236}">
                    <a16:creationId xmlns:a16="http://schemas.microsoft.com/office/drawing/2014/main" id="{7022E352-E779-25B3-41D4-D6D3E57C6F01}"/>
                  </a:ext>
                </a:extLst>
              </p:cNvPr>
              <p:cNvSpPr/>
              <p:nvPr/>
            </p:nvSpPr>
            <p:spPr>
              <a:xfrm>
                <a:off x="3186125" y="3493575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6995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09"/>
                      <a:pt x="1" y="20779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79"/>
                    </a:lnTo>
                    <a:cubicBezTo>
                      <a:pt x="49126" y="19409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5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2371;p67">
                <a:extLst>
                  <a:ext uri="{FF2B5EF4-FFF2-40B4-BE49-F238E27FC236}">
                    <a16:creationId xmlns:a16="http://schemas.microsoft.com/office/drawing/2014/main" id="{940E9AE1-8C3E-CC4E-7C39-DD46FA92E890}"/>
                  </a:ext>
                </a:extLst>
              </p:cNvPr>
              <p:cNvSpPr/>
              <p:nvPr/>
            </p:nvSpPr>
            <p:spPr>
              <a:xfrm>
                <a:off x="2713150" y="710275"/>
                <a:ext cx="21741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86965" h="1598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1777"/>
                    </a:lnTo>
                    <a:cubicBezTo>
                      <a:pt x="0" y="14093"/>
                      <a:pt x="1892" y="15985"/>
                      <a:pt x="4208" y="15985"/>
                    </a:cubicBezTo>
                    <a:lnTo>
                      <a:pt x="82757" y="15985"/>
                    </a:lnTo>
                    <a:cubicBezTo>
                      <a:pt x="85073" y="15985"/>
                      <a:pt x="86965" y="14093"/>
                      <a:pt x="86965" y="11777"/>
                    </a:cubicBezTo>
                    <a:lnTo>
                      <a:pt x="86965" y="4209"/>
                    </a:lnTo>
                    <a:cubicBezTo>
                      <a:pt x="86965" y="1893"/>
                      <a:pt x="85073" y="1"/>
                      <a:pt x="82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2372;p67">
                <a:extLst>
                  <a:ext uri="{FF2B5EF4-FFF2-40B4-BE49-F238E27FC236}">
                    <a16:creationId xmlns:a16="http://schemas.microsoft.com/office/drawing/2014/main" id="{4DE124E0-5889-CAE8-C7AC-ECD7D577C39E}"/>
                  </a:ext>
                </a:extLst>
              </p:cNvPr>
              <p:cNvSpPr/>
              <p:nvPr/>
            </p:nvSpPr>
            <p:spPr>
              <a:xfrm>
                <a:off x="2634850" y="1503775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32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32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2373;p67">
                <a:extLst>
                  <a:ext uri="{FF2B5EF4-FFF2-40B4-BE49-F238E27FC236}">
                    <a16:creationId xmlns:a16="http://schemas.microsoft.com/office/drawing/2014/main" id="{082A6802-452C-19E0-DB05-60AACF9E1A89}"/>
                  </a:ext>
                </a:extLst>
              </p:cNvPr>
              <p:cNvSpPr/>
              <p:nvPr/>
            </p:nvSpPr>
            <p:spPr>
              <a:xfrm>
                <a:off x="2634850" y="1818550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64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64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4621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Rectangle: Rounded Corners 4195">
            <a:extLst>
              <a:ext uri="{FF2B5EF4-FFF2-40B4-BE49-F238E27FC236}">
                <a16:creationId xmlns:a16="http://schemas.microsoft.com/office/drawing/2014/main" id="{3BC61F92-3E89-D2DD-1876-B7BBB2214867}"/>
              </a:ext>
            </a:extLst>
          </p:cNvPr>
          <p:cNvSpPr/>
          <p:nvPr/>
        </p:nvSpPr>
        <p:spPr>
          <a:xfrm>
            <a:off x="9874238" y="1203992"/>
            <a:ext cx="6264613" cy="305448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44" name="Google Shape;1920;p62">
            <a:extLst>
              <a:ext uri="{FF2B5EF4-FFF2-40B4-BE49-F238E27FC236}">
                <a16:creationId xmlns:a16="http://schemas.microsoft.com/office/drawing/2014/main" id="{6C0B263E-A94E-87E0-A58B-6145CF169F57}"/>
              </a:ext>
            </a:extLst>
          </p:cNvPr>
          <p:cNvCxnSpPr>
            <a:cxnSpLocks/>
          </p:cNvCxnSpPr>
          <p:nvPr/>
        </p:nvCxnSpPr>
        <p:spPr>
          <a:xfrm rot="5400000">
            <a:off x="3703426" y="6057870"/>
            <a:ext cx="2749504" cy="920764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2F6E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5" name="Google Shape;2268;p66">
            <a:extLst>
              <a:ext uri="{FF2B5EF4-FFF2-40B4-BE49-F238E27FC236}">
                <a16:creationId xmlns:a16="http://schemas.microsoft.com/office/drawing/2014/main" id="{EF328FF1-0AF9-3CCB-C11F-8C77138BB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1808" y="106965"/>
            <a:ext cx="50091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bg2"/>
                </a:solidFill>
              </a:rPr>
              <a:t>Blood Bank Management</a:t>
            </a:r>
            <a:endParaRPr dirty="0">
              <a:solidFill>
                <a:schemeClr val="bg2"/>
              </a:solidFill>
            </a:endParaRPr>
          </a:p>
        </p:txBody>
      </p:sp>
      <p:grpSp>
        <p:nvGrpSpPr>
          <p:cNvPr id="2246" name="Group 2245">
            <a:extLst>
              <a:ext uri="{FF2B5EF4-FFF2-40B4-BE49-F238E27FC236}">
                <a16:creationId xmlns:a16="http://schemas.microsoft.com/office/drawing/2014/main" id="{636B1E31-11C2-C2E0-99C5-45348A9BEE08}"/>
              </a:ext>
            </a:extLst>
          </p:cNvPr>
          <p:cNvGrpSpPr/>
          <p:nvPr/>
        </p:nvGrpSpPr>
        <p:grpSpPr>
          <a:xfrm>
            <a:off x="303770" y="679203"/>
            <a:ext cx="7281756" cy="4479356"/>
            <a:chOff x="270344" y="323850"/>
            <a:chExt cx="7834947" cy="4819650"/>
          </a:xfrm>
        </p:grpSpPr>
        <p:pic>
          <p:nvPicPr>
            <p:cNvPr id="2247" name="Picture 2">
              <a:extLst>
                <a:ext uri="{FF2B5EF4-FFF2-40B4-BE49-F238E27FC236}">
                  <a16:creationId xmlns:a16="http://schemas.microsoft.com/office/drawing/2014/main" id="{51274709-702A-3170-7DB3-35C5BFC5E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471" y="1415463"/>
              <a:ext cx="7015258" cy="3728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48" name="Google Shape;1915;p62">
              <a:extLst>
                <a:ext uri="{FF2B5EF4-FFF2-40B4-BE49-F238E27FC236}">
                  <a16:creationId xmlns:a16="http://schemas.microsoft.com/office/drawing/2014/main" id="{D7091624-B294-A2DD-B4BA-1CC386361CB7}"/>
                </a:ext>
              </a:extLst>
            </p:cNvPr>
            <p:cNvSpPr txBox="1">
              <a:spLocks/>
            </p:cNvSpPr>
            <p:nvPr/>
          </p:nvSpPr>
          <p:spPr>
            <a:xfrm>
              <a:off x="270344" y="323850"/>
              <a:ext cx="866692" cy="916552"/>
            </a:xfrm>
            <a:prstGeom prst="rect">
              <a:avLst/>
            </a:prstGeom>
            <a:solidFill>
              <a:srgbClr val="E33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blood units</a:t>
              </a:r>
            </a:p>
          </p:txBody>
        </p:sp>
        <p:cxnSp>
          <p:nvCxnSpPr>
            <p:cNvPr id="2249" name="Google Shape;1920;p62">
              <a:extLst>
                <a:ext uri="{FF2B5EF4-FFF2-40B4-BE49-F238E27FC236}">
                  <a16:creationId xmlns:a16="http://schemas.microsoft.com/office/drawing/2014/main" id="{B39DE810-3BF6-BFFE-3C95-D10DA78EF6F8}"/>
                </a:ext>
              </a:extLst>
            </p:cNvPr>
            <p:cNvCxnSpPr>
              <a:cxnSpLocks/>
              <a:stCxn id="2248" idx="2"/>
            </p:cNvCxnSpPr>
            <p:nvPr/>
          </p:nvCxnSpPr>
          <p:spPr>
            <a:xfrm rot="16200000" flipH="1">
              <a:off x="522024" y="1422068"/>
              <a:ext cx="796678" cy="433346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E3303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50" name="Google Shape;1915;p62">
              <a:extLst>
                <a:ext uri="{FF2B5EF4-FFF2-40B4-BE49-F238E27FC236}">
                  <a16:creationId xmlns:a16="http://schemas.microsoft.com/office/drawing/2014/main" id="{E11984C3-9E12-F008-EC74-57805128D774}"/>
                </a:ext>
              </a:extLst>
            </p:cNvPr>
            <p:cNvSpPr txBox="1">
              <a:spLocks/>
            </p:cNvSpPr>
            <p:nvPr/>
          </p:nvSpPr>
          <p:spPr>
            <a:xfrm>
              <a:off x="3392722" y="547052"/>
              <a:ext cx="1290596" cy="572700"/>
            </a:xfrm>
            <a:prstGeom prst="rect">
              <a:avLst/>
            </a:prstGeom>
            <a:solidFill>
              <a:srgbClr val="F366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requests</a:t>
              </a:r>
            </a:p>
          </p:txBody>
        </p:sp>
        <p:cxnSp>
          <p:nvCxnSpPr>
            <p:cNvPr id="2251" name="Google Shape;1920;p62">
              <a:extLst>
                <a:ext uri="{FF2B5EF4-FFF2-40B4-BE49-F238E27FC236}">
                  <a16:creationId xmlns:a16="http://schemas.microsoft.com/office/drawing/2014/main" id="{7401E2E9-4059-1564-2CD2-2A7D0A6697AD}"/>
                </a:ext>
              </a:extLst>
            </p:cNvPr>
            <p:cNvCxnSpPr>
              <a:cxnSpLocks/>
              <a:stCxn id="2250" idx="2"/>
            </p:cNvCxnSpPr>
            <p:nvPr/>
          </p:nvCxnSpPr>
          <p:spPr>
            <a:xfrm rot="5400000">
              <a:off x="3373245" y="1372307"/>
              <a:ext cx="917331" cy="412221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3661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52" name="Google Shape;1915;p62">
              <a:extLst>
                <a:ext uri="{FF2B5EF4-FFF2-40B4-BE49-F238E27FC236}">
                  <a16:creationId xmlns:a16="http://schemas.microsoft.com/office/drawing/2014/main" id="{31F72459-6C18-A87A-521F-F11CD8598D87}"/>
                </a:ext>
              </a:extLst>
            </p:cNvPr>
            <p:cNvSpPr txBox="1">
              <a:spLocks/>
            </p:cNvSpPr>
            <p:nvPr/>
          </p:nvSpPr>
          <p:spPr>
            <a:xfrm>
              <a:off x="4916396" y="537514"/>
              <a:ext cx="1290596" cy="572700"/>
            </a:xfrm>
            <a:prstGeom prst="rect">
              <a:avLst/>
            </a:prstGeom>
            <a:solidFill>
              <a:srgbClr val="1BB5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donors</a:t>
              </a:r>
            </a:p>
          </p:txBody>
        </p:sp>
        <p:cxnSp>
          <p:nvCxnSpPr>
            <p:cNvPr id="2253" name="Google Shape;1920;p62">
              <a:extLst>
                <a:ext uri="{FF2B5EF4-FFF2-40B4-BE49-F238E27FC236}">
                  <a16:creationId xmlns:a16="http://schemas.microsoft.com/office/drawing/2014/main" id="{A049D04E-B2FD-838C-CA0F-33072918185A}"/>
                </a:ext>
              </a:extLst>
            </p:cNvPr>
            <p:cNvCxnSpPr>
              <a:cxnSpLocks/>
              <a:stCxn id="2252" idx="2"/>
            </p:cNvCxnSpPr>
            <p:nvPr/>
          </p:nvCxnSpPr>
          <p:spPr>
            <a:xfrm rot="16200000" flipH="1">
              <a:off x="5290375" y="1381532"/>
              <a:ext cx="926867" cy="384229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1BB55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54" name="Google Shape;1915;p62">
              <a:extLst>
                <a:ext uri="{FF2B5EF4-FFF2-40B4-BE49-F238E27FC236}">
                  <a16:creationId xmlns:a16="http://schemas.microsoft.com/office/drawing/2014/main" id="{7557447D-6E86-63D3-011B-0825D445EDE4}"/>
                </a:ext>
              </a:extLst>
            </p:cNvPr>
            <p:cNvSpPr txBox="1">
              <a:spLocks/>
            </p:cNvSpPr>
            <p:nvPr/>
          </p:nvSpPr>
          <p:spPr>
            <a:xfrm>
              <a:off x="6814695" y="497152"/>
              <a:ext cx="1290596" cy="572700"/>
            </a:xfrm>
            <a:prstGeom prst="rect">
              <a:avLst/>
            </a:prstGeom>
            <a:solidFill>
              <a:srgbClr val="2F6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events</a:t>
              </a:r>
            </a:p>
          </p:txBody>
        </p:sp>
        <p:cxnSp>
          <p:nvCxnSpPr>
            <p:cNvPr id="2255" name="Google Shape;1920;p62">
              <a:extLst>
                <a:ext uri="{FF2B5EF4-FFF2-40B4-BE49-F238E27FC236}">
                  <a16:creationId xmlns:a16="http://schemas.microsoft.com/office/drawing/2014/main" id="{F54A4FF2-6684-C39A-A827-0CE28793E1A2}"/>
                </a:ext>
              </a:extLst>
            </p:cNvPr>
            <p:cNvCxnSpPr>
              <a:cxnSpLocks/>
              <a:stCxn id="2254" idx="2"/>
            </p:cNvCxnSpPr>
            <p:nvPr/>
          </p:nvCxnSpPr>
          <p:spPr>
            <a:xfrm rot="5400000">
              <a:off x="6789067" y="1366154"/>
              <a:ext cx="967229" cy="374624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2F6E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256" name="Picture 2255">
            <a:extLst>
              <a:ext uri="{FF2B5EF4-FFF2-40B4-BE49-F238E27FC236}">
                <a16:creationId xmlns:a16="http://schemas.microsoft.com/office/drawing/2014/main" id="{07726F00-E5E0-ACA3-EA78-12BFF58F6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" y="5851125"/>
            <a:ext cx="4244160" cy="15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7" name="Picture 6">
            <a:extLst>
              <a:ext uri="{FF2B5EF4-FFF2-40B4-BE49-F238E27FC236}">
                <a16:creationId xmlns:a16="http://schemas.microsoft.com/office/drawing/2014/main" id="{6731B66B-631B-8B60-6B65-E68740352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785" y="6027377"/>
            <a:ext cx="4244160" cy="117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8" name="Picture 8">
            <a:extLst>
              <a:ext uri="{FF2B5EF4-FFF2-40B4-BE49-F238E27FC236}">
                <a16:creationId xmlns:a16="http://schemas.microsoft.com/office/drawing/2014/main" id="{715DDC45-2FC8-89D7-995E-2A68D6D21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59" y="7893004"/>
            <a:ext cx="3897357" cy="108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59" name="Google Shape;1920;p62">
            <a:extLst>
              <a:ext uri="{FF2B5EF4-FFF2-40B4-BE49-F238E27FC236}">
                <a16:creationId xmlns:a16="http://schemas.microsoft.com/office/drawing/2014/main" id="{FC9B1F5B-AB94-38F4-6229-DADBB1BA3A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12870" y="5278394"/>
            <a:ext cx="740428" cy="40274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E3303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0" name="Google Shape;1920;p62">
            <a:extLst>
              <a:ext uri="{FF2B5EF4-FFF2-40B4-BE49-F238E27FC236}">
                <a16:creationId xmlns:a16="http://schemas.microsoft.com/office/drawing/2014/main" id="{953DF685-F6C1-C454-BF88-C54A01DA120D}"/>
              </a:ext>
            </a:extLst>
          </p:cNvPr>
          <p:cNvCxnSpPr>
            <a:cxnSpLocks/>
            <a:stCxn id="2247" idx="2"/>
          </p:cNvCxnSpPr>
          <p:nvPr/>
        </p:nvCxnSpPr>
        <p:spPr>
          <a:xfrm rot="16200000" flipH="1">
            <a:off x="4183387" y="5270464"/>
            <a:ext cx="868818" cy="645008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3661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61" name="Google Shape;2299;p67">
            <a:extLst>
              <a:ext uri="{FF2B5EF4-FFF2-40B4-BE49-F238E27FC236}">
                <a16:creationId xmlns:a16="http://schemas.microsoft.com/office/drawing/2014/main" id="{5CEF65DF-A71C-8875-57DE-D93379400F53}"/>
              </a:ext>
            </a:extLst>
          </p:cNvPr>
          <p:cNvGrpSpPr/>
          <p:nvPr/>
        </p:nvGrpSpPr>
        <p:grpSpPr>
          <a:xfrm rot="-5063248">
            <a:off x="9927292" y="1961454"/>
            <a:ext cx="949519" cy="1220593"/>
            <a:chOff x="683075" y="3212800"/>
            <a:chExt cx="949525" cy="1220600"/>
          </a:xfrm>
        </p:grpSpPr>
        <p:sp>
          <p:nvSpPr>
            <p:cNvPr id="2262" name="Google Shape;2300;p67">
              <a:extLst>
                <a:ext uri="{FF2B5EF4-FFF2-40B4-BE49-F238E27FC236}">
                  <a16:creationId xmlns:a16="http://schemas.microsoft.com/office/drawing/2014/main" id="{03521B24-59F9-92B2-5C2E-6FAA8424F2CA}"/>
                </a:ext>
              </a:extLst>
            </p:cNvPr>
            <p:cNvSpPr/>
            <p:nvPr/>
          </p:nvSpPr>
          <p:spPr>
            <a:xfrm>
              <a:off x="683075" y="3212800"/>
              <a:ext cx="949525" cy="1220600"/>
            </a:xfrm>
            <a:custGeom>
              <a:avLst/>
              <a:gdLst/>
              <a:ahLst/>
              <a:cxnLst/>
              <a:rect l="l" t="t" r="r" b="b"/>
              <a:pathLst>
                <a:path w="37981" h="48824" extrusionOk="0">
                  <a:moveTo>
                    <a:pt x="24923" y="0"/>
                  </a:moveTo>
                  <a:cubicBezTo>
                    <a:pt x="24727" y="0"/>
                    <a:pt x="24528" y="25"/>
                    <a:pt x="24330" y="76"/>
                  </a:cubicBezTo>
                  <a:lnTo>
                    <a:pt x="1954" y="6232"/>
                  </a:lnTo>
                  <a:cubicBezTo>
                    <a:pt x="723" y="6580"/>
                    <a:pt x="0" y="7838"/>
                    <a:pt x="348" y="9070"/>
                  </a:cubicBezTo>
                  <a:lnTo>
                    <a:pt x="3453" y="20365"/>
                  </a:lnTo>
                  <a:lnTo>
                    <a:pt x="4792" y="25209"/>
                  </a:lnTo>
                  <a:lnTo>
                    <a:pt x="10814" y="47130"/>
                  </a:lnTo>
                  <a:cubicBezTo>
                    <a:pt x="11080" y="48152"/>
                    <a:pt x="12011" y="48823"/>
                    <a:pt x="13023" y="48823"/>
                  </a:cubicBezTo>
                  <a:cubicBezTo>
                    <a:pt x="13231" y="48823"/>
                    <a:pt x="13442" y="48795"/>
                    <a:pt x="13651" y="48736"/>
                  </a:cubicBezTo>
                  <a:lnTo>
                    <a:pt x="36027" y="42580"/>
                  </a:lnTo>
                  <a:cubicBezTo>
                    <a:pt x="37258" y="42259"/>
                    <a:pt x="37981" y="40974"/>
                    <a:pt x="37633" y="39770"/>
                  </a:cubicBezTo>
                  <a:lnTo>
                    <a:pt x="31397" y="17019"/>
                  </a:lnTo>
                  <a:lnTo>
                    <a:pt x="30192" y="12656"/>
                  </a:lnTo>
                  <a:lnTo>
                    <a:pt x="27168" y="1682"/>
                  </a:lnTo>
                  <a:cubicBezTo>
                    <a:pt x="26876" y="672"/>
                    <a:pt x="25943" y="0"/>
                    <a:pt x="24923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3" name="Google Shape;2301;p67">
              <a:extLst>
                <a:ext uri="{FF2B5EF4-FFF2-40B4-BE49-F238E27FC236}">
                  <a16:creationId xmlns:a16="http://schemas.microsoft.com/office/drawing/2014/main" id="{9736A739-7830-97B4-5046-8B5974F3F7B1}"/>
                </a:ext>
              </a:extLst>
            </p:cNvPr>
            <p:cNvGrpSpPr/>
            <p:nvPr/>
          </p:nvGrpSpPr>
          <p:grpSpPr>
            <a:xfrm>
              <a:off x="683075" y="3212800"/>
              <a:ext cx="949525" cy="1220600"/>
              <a:chOff x="4385450" y="1255000"/>
              <a:chExt cx="949525" cy="1220600"/>
            </a:xfrm>
          </p:grpSpPr>
          <p:sp>
            <p:nvSpPr>
              <p:cNvPr id="2264" name="Google Shape;2302;p67">
                <a:extLst>
                  <a:ext uri="{FF2B5EF4-FFF2-40B4-BE49-F238E27FC236}">
                    <a16:creationId xmlns:a16="http://schemas.microsoft.com/office/drawing/2014/main" id="{B3D9C968-F015-8962-C929-25BCDF4EB09E}"/>
                  </a:ext>
                </a:extLst>
              </p:cNvPr>
              <p:cNvSpPr/>
              <p:nvPr/>
            </p:nvSpPr>
            <p:spPr>
              <a:xfrm>
                <a:off x="4385450" y="1255000"/>
                <a:ext cx="949525" cy="1220600"/>
              </a:xfrm>
              <a:custGeom>
                <a:avLst/>
                <a:gdLst/>
                <a:ahLst/>
                <a:cxnLst/>
                <a:rect l="l" t="t" r="r" b="b"/>
                <a:pathLst>
                  <a:path w="37981" h="48824" extrusionOk="0">
                    <a:moveTo>
                      <a:pt x="24923" y="0"/>
                    </a:moveTo>
                    <a:cubicBezTo>
                      <a:pt x="24727" y="0"/>
                      <a:pt x="24528" y="25"/>
                      <a:pt x="24330" y="76"/>
                    </a:cubicBezTo>
                    <a:lnTo>
                      <a:pt x="1954" y="6232"/>
                    </a:lnTo>
                    <a:cubicBezTo>
                      <a:pt x="723" y="6580"/>
                      <a:pt x="0" y="7838"/>
                      <a:pt x="348" y="9070"/>
                    </a:cubicBezTo>
                    <a:lnTo>
                      <a:pt x="3453" y="20365"/>
                    </a:lnTo>
                    <a:lnTo>
                      <a:pt x="4792" y="25209"/>
                    </a:lnTo>
                    <a:lnTo>
                      <a:pt x="10814" y="47130"/>
                    </a:lnTo>
                    <a:cubicBezTo>
                      <a:pt x="11080" y="48152"/>
                      <a:pt x="12011" y="48823"/>
                      <a:pt x="13023" y="48823"/>
                    </a:cubicBezTo>
                    <a:cubicBezTo>
                      <a:pt x="13231" y="48823"/>
                      <a:pt x="13442" y="48795"/>
                      <a:pt x="13651" y="48736"/>
                    </a:cubicBezTo>
                    <a:lnTo>
                      <a:pt x="36027" y="42580"/>
                    </a:lnTo>
                    <a:cubicBezTo>
                      <a:pt x="37258" y="42259"/>
                      <a:pt x="37981" y="40974"/>
                      <a:pt x="37633" y="39770"/>
                    </a:cubicBezTo>
                    <a:lnTo>
                      <a:pt x="31397" y="17019"/>
                    </a:lnTo>
                    <a:lnTo>
                      <a:pt x="30192" y="12656"/>
                    </a:lnTo>
                    <a:lnTo>
                      <a:pt x="27168" y="1682"/>
                    </a:lnTo>
                    <a:cubicBezTo>
                      <a:pt x="26876" y="672"/>
                      <a:pt x="25943" y="0"/>
                      <a:pt x="24923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303;p67">
                <a:extLst>
                  <a:ext uri="{FF2B5EF4-FFF2-40B4-BE49-F238E27FC236}">
                    <a16:creationId xmlns:a16="http://schemas.microsoft.com/office/drawing/2014/main" id="{833F0FD1-7058-31E0-3FBC-2070CE74273E}"/>
                  </a:ext>
                </a:extLst>
              </p:cNvPr>
              <p:cNvSpPr/>
              <p:nvPr/>
            </p:nvSpPr>
            <p:spPr>
              <a:xfrm>
                <a:off x="4712650" y="1372000"/>
                <a:ext cx="313850" cy="997025"/>
              </a:xfrm>
              <a:custGeom>
                <a:avLst/>
                <a:gdLst/>
                <a:ahLst/>
                <a:cxnLst/>
                <a:rect l="l" t="t" r="r" b="b"/>
                <a:pathLst>
                  <a:path w="12554" h="39881" fill="none" extrusionOk="0">
                    <a:moveTo>
                      <a:pt x="11724" y="39720"/>
                    </a:moveTo>
                    <a:lnTo>
                      <a:pt x="11724" y="39720"/>
                    </a:lnTo>
                    <a:cubicBezTo>
                      <a:pt x="11189" y="39881"/>
                      <a:pt x="10654" y="39559"/>
                      <a:pt x="10493" y="39051"/>
                    </a:cubicBezTo>
                    <a:lnTo>
                      <a:pt x="135" y="1365"/>
                    </a:lnTo>
                    <a:cubicBezTo>
                      <a:pt x="1" y="857"/>
                      <a:pt x="322" y="294"/>
                      <a:pt x="831" y="161"/>
                    </a:cubicBezTo>
                    <a:lnTo>
                      <a:pt x="831" y="161"/>
                    </a:lnTo>
                    <a:cubicBezTo>
                      <a:pt x="1366" y="0"/>
                      <a:pt x="1901" y="321"/>
                      <a:pt x="2062" y="857"/>
                    </a:cubicBezTo>
                    <a:lnTo>
                      <a:pt x="12393" y="38516"/>
                    </a:lnTo>
                    <a:cubicBezTo>
                      <a:pt x="12554" y="39051"/>
                      <a:pt x="12233" y="39586"/>
                      <a:pt x="11724" y="39720"/>
                    </a:cubicBezTo>
                    <a:close/>
                  </a:path>
                </a:pathLst>
              </a:custGeom>
              <a:noFill/>
              <a:ln w="4025" cap="flat" cmpd="sng">
                <a:solidFill>
                  <a:srgbClr val="FAEDDC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304;p67">
                <a:extLst>
                  <a:ext uri="{FF2B5EF4-FFF2-40B4-BE49-F238E27FC236}">
                    <a16:creationId xmlns:a16="http://schemas.microsoft.com/office/drawing/2014/main" id="{3F24E6C9-AAB3-FBAD-418E-2C62D18A819E}"/>
                  </a:ext>
                </a:extLst>
              </p:cNvPr>
              <p:cNvSpPr/>
              <p:nvPr/>
            </p:nvSpPr>
            <p:spPr>
              <a:xfrm>
                <a:off x="4505225" y="148115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03" y="0"/>
                    </a:moveTo>
                    <a:cubicBezTo>
                      <a:pt x="3044" y="0"/>
                      <a:pt x="2780" y="34"/>
                      <a:pt x="2516" y="104"/>
                    </a:cubicBezTo>
                    <a:cubicBezTo>
                      <a:pt x="937" y="532"/>
                      <a:pt x="1" y="2192"/>
                      <a:pt x="429" y="3771"/>
                    </a:cubicBezTo>
                    <a:cubicBezTo>
                      <a:pt x="806" y="5102"/>
                      <a:pt x="1992" y="5973"/>
                      <a:pt x="3302" y="5973"/>
                    </a:cubicBezTo>
                    <a:cubicBezTo>
                      <a:pt x="3572" y="5973"/>
                      <a:pt x="3848" y="5936"/>
                      <a:pt x="4122" y="5858"/>
                    </a:cubicBezTo>
                    <a:cubicBezTo>
                      <a:pt x="5702" y="5430"/>
                      <a:pt x="6638" y="3798"/>
                      <a:pt x="6210" y="2192"/>
                    </a:cubicBezTo>
                    <a:cubicBezTo>
                      <a:pt x="5830" y="871"/>
                      <a:pt x="4626" y="0"/>
                      <a:pt x="3303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305;p67">
                <a:extLst>
                  <a:ext uri="{FF2B5EF4-FFF2-40B4-BE49-F238E27FC236}">
                    <a16:creationId xmlns:a16="http://schemas.microsoft.com/office/drawing/2014/main" id="{37FD2B63-01C3-5937-62EC-EC3633AFADE7}"/>
                  </a:ext>
                </a:extLst>
              </p:cNvPr>
              <p:cNvSpPr/>
              <p:nvPr/>
            </p:nvSpPr>
            <p:spPr>
              <a:xfrm>
                <a:off x="4495850" y="147485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37" y="0"/>
                    </a:moveTo>
                    <a:cubicBezTo>
                      <a:pt x="3067" y="0"/>
                      <a:pt x="2791" y="37"/>
                      <a:pt x="2517" y="115"/>
                    </a:cubicBezTo>
                    <a:cubicBezTo>
                      <a:pt x="938" y="543"/>
                      <a:pt x="1" y="2176"/>
                      <a:pt x="429" y="3782"/>
                    </a:cubicBezTo>
                    <a:cubicBezTo>
                      <a:pt x="787" y="5102"/>
                      <a:pt x="2006" y="5973"/>
                      <a:pt x="3318" y="5973"/>
                    </a:cubicBezTo>
                    <a:cubicBezTo>
                      <a:pt x="3576" y="5973"/>
                      <a:pt x="3837" y="5940"/>
                      <a:pt x="4096" y="5870"/>
                    </a:cubicBezTo>
                    <a:cubicBezTo>
                      <a:pt x="5702" y="5441"/>
                      <a:pt x="6639" y="3782"/>
                      <a:pt x="6184" y="2203"/>
                    </a:cubicBezTo>
                    <a:cubicBezTo>
                      <a:pt x="5829" y="871"/>
                      <a:pt x="4646" y="0"/>
                      <a:pt x="333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306;p67">
                <a:extLst>
                  <a:ext uri="{FF2B5EF4-FFF2-40B4-BE49-F238E27FC236}">
                    <a16:creationId xmlns:a16="http://schemas.microsoft.com/office/drawing/2014/main" id="{A6E8EE35-7837-41D6-3420-10E8B37EDEEC}"/>
                  </a:ext>
                </a:extLst>
              </p:cNvPr>
              <p:cNvSpPr/>
              <p:nvPr/>
            </p:nvSpPr>
            <p:spPr>
              <a:xfrm>
                <a:off x="4565450" y="1701000"/>
                <a:ext cx="16597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5" extrusionOk="0">
                    <a:moveTo>
                      <a:pt x="3354" y="1"/>
                    </a:moveTo>
                    <a:cubicBezTo>
                      <a:pt x="3086" y="1"/>
                      <a:pt x="2813" y="38"/>
                      <a:pt x="2543" y="116"/>
                    </a:cubicBezTo>
                    <a:cubicBezTo>
                      <a:pt x="937" y="544"/>
                      <a:pt x="0" y="2177"/>
                      <a:pt x="455" y="3783"/>
                    </a:cubicBezTo>
                    <a:cubicBezTo>
                      <a:pt x="813" y="5103"/>
                      <a:pt x="2032" y="5974"/>
                      <a:pt x="3345" y="5974"/>
                    </a:cubicBezTo>
                    <a:cubicBezTo>
                      <a:pt x="3602" y="5974"/>
                      <a:pt x="3863" y="5941"/>
                      <a:pt x="4122" y="5870"/>
                    </a:cubicBezTo>
                    <a:cubicBezTo>
                      <a:pt x="5702" y="5442"/>
                      <a:pt x="6638" y="3783"/>
                      <a:pt x="6210" y="2203"/>
                    </a:cubicBezTo>
                    <a:cubicBezTo>
                      <a:pt x="5855" y="872"/>
                      <a:pt x="4654" y="1"/>
                      <a:pt x="335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307;p67">
                <a:extLst>
                  <a:ext uri="{FF2B5EF4-FFF2-40B4-BE49-F238E27FC236}">
                    <a16:creationId xmlns:a16="http://schemas.microsoft.com/office/drawing/2014/main" id="{B49A94C8-31E7-292E-5F9A-BA28C7807B46}"/>
                  </a:ext>
                </a:extLst>
              </p:cNvPr>
              <p:cNvSpPr/>
              <p:nvPr/>
            </p:nvSpPr>
            <p:spPr>
              <a:xfrm>
                <a:off x="4556075" y="169460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4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7" y="559"/>
                      <a:pt x="1" y="2192"/>
                      <a:pt x="429" y="3771"/>
                    </a:cubicBezTo>
                    <a:cubicBezTo>
                      <a:pt x="809" y="5114"/>
                      <a:pt x="2014" y="5989"/>
                      <a:pt x="3337" y="5989"/>
                    </a:cubicBezTo>
                    <a:cubicBezTo>
                      <a:pt x="3596" y="5989"/>
                      <a:pt x="3860" y="5956"/>
                      <a:pt x="4123" y="5885"/>
                    </a:cubicBezTo>
                    <a:cubicBezTo>
                      <a:pt x="5702" y="5430"/>
                      <a:pt x="6639" y="3798"/>
                      <a:pt x="6210" y="2192"/>
                    </a:cubicBezTo>
                    <a:cubicBezTo>
                      <a:pt x="5830" y="872"/>
                      <a:pt x="4626" y="0"/>
                      <a:pt x="330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308;p67">
                <a:extLst>
                  <a:ext uri="{FF2B5EF4-FFF2-40B4-BE49-F238E27FC236}">
                    <a16:creationId xmlns:a16="http://schemas.microsoft.com/office/drawing/2014/main" id="{8C938473-4D0D-2AFD-50F6-678E6E48B6DC}"/>
                  </a:ext>
                </a:extLst>
              </p:cNvPr>
              <p:cNvSpPr/>
              <p:nvPr/>
            </p:nvSpPr>
            <p:spPr>
              <a:xfrm>
                <a:off x="4627675" y="19261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3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7" y="559"/>
                      <a:pt x="1" y="2192"/>
                      <a:pt x="429" y="3798"/>
                    </a:cubicBezTo>
                    <a:cubicBezTo>
                      <a:pt x="809" y="5118"/>
                      <a:pt x="2013" y="5989"/>
                      <a:pt x="3336" y="5989"/>
                    </a:cubicBezTo>
                    <a:cubicBezTo>
                      <a:pt x="3595" y="5989"/>
                      <a:pt x="3859" y="5956"/>
                      <a:pt x="4123" y="5885"/>
                    </a:cubicBezTo>
                    <a:cubicBezTo>
                      <a:pt x="5702" y="5430"/>
                      <a:pt x="6639" y="3798"/>
                      <a:pt x="6210" y="2192"/>
                    </a:cubicBezTo>
                    <a:cubicBezTo>
                      <a:pt x="5830" y="871"/>
                      <a:pt x="4626" y="0"/>
                      <a:pt x="3303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309;p67">
                <a:extLst>
                  <a:ext uri="{FF2B5EF4-FFF2-40B4-BE49-F238E27FC236}">
                    <a16:creationId xmlns:a16="http://schemas.microsoft.com/office/drawing/2014/main" id="{5F04CCA0-F24C-40AA-563E-48593E77BA82}"/>
                  </a:ext>
                </a:extLst>
              </p:cNvPr>
              <p:cNvSpPr/>
              <p:nvPr/>
            </p:nvSpPr>
            <p:spPr>
              <a:xfrm>
                <a:off x="4618300" y="192010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04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8" y="532"/>
                      <a:pt x="1" y="2192"/>
                      <a:pt x="429" y="3771"/>
                    </a:cubicBezTo>
                    <a:cubicBezTo>
                      <a:pt x="784" y="5102"/>
                      <a:pt x="1985" y="5974"/>
                      <a:pt x="3285" y="5974"/>
                    </a:cubicBezTo>
                    <a:cubicBezTo>
                      <a:pt x="3553" y="5974"/>
                      <a:pt x="3826" y="5936"/>
                      <a:pt x="4096" y="5859"/>
                    </a:cubicBezTo>
                    <a:cubicBezTo>
                      <a:pt x="5702" y="5430"/>
                      <a:pt x="6639" y="3798"/>
                      <a:pt x="6184" y="2192"/>
                    </a:cubicBezTo>
                    <a:cubicBezTo>
                      <a:pt x="5826" y="872"/>
                      <a:pt x="4626" y="0"/>
                      <a:pt x="330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310;p67">
                <a:extLst>
                  <a:ext uri="{FF2B5EF4-FFF2-40B4-BE49-F238E27FC236}">
                    <a16:creationId xmlns:a16="http://schemas.microsoft.com/office/drawing/2014/main" id="{358D62B7-00C1-7E54-50DC-ADE53BDE575D}"/>
                  </a:ext>
                </a:extLst>
              </p:cNvPr>
              <p:cNvSpPr/>
              <p:nvPr/>
            </p:nvSpPr>
            <p:spPr>
              <a:xfrm>
                <a:off x="4693925" y="2168075"/>
                <a:ext cx="165975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6" extrusionOk="0">
                    <a:moveTo>
                      <a:pt x="3354" y="0"/>
                    </a:moveTo>
                    <a:cubicBezTo>
                      <a:pt x="3086" y="0"/>
                      <a:pt x="2813" y="37"/>
                      <a:pt x="2543" y="115"/>
                    </a:cubicBezTo>
                    <a:cubicBezTo>
                      <a:pt x="937" y="543"/>
                      <a:pt x="0" y="2203"/>
                      <a:pt x="455" y="3782"/>
                    </a:cubicBezTo>
                    <a:cubicBezTo>
                      <a:pt x="812" y="5120"/>
                      <a:pt x="2006" y="5975"/>
                      <a:pt x="3323" y="5975"/>
                    </a:cubicBezTo>
                    <a:cubicBezTo>
                      <a:pt x="3586" y="5975"/>
                      <a:pt x="3855" y="5941"/>
                      <a:pt x="4122" y="5870"/>
                    </a:cubicBezTo>
                    <a:cubicBezTo>
                      <a:pt x="5702" y="5441"/>
                      <a:pt x="6638" y="3782"/>
                      <a:pt x="6210" y="2203"/>
                    </a:cubicBezTo>
                    <a:cubicBezTo>
                      <a:pt x="5855" y="872"/>
                      <a:pt x="4654" y="0"/>
                      <a:pt x="3354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311;p67">
                <a:extLst>
                  <a:ext uri="{FF2B5EF4-FFF2-40B4-BE49-F238E27FC236}">
                    <a16:creationId xmlns:a16="http://schemas.microsoft.com/office/drawing/2014/main" id="{E5BCACAF-A9FB-3030-2D58-2405AEC48B3D}"/>
                  </a:ext>
                </a:extLst>
              </p:cNvPr>
              <p:cNvSpPr/>
              <p:nvPr/>
            </p:nvSpPr>
            <p:spPr>
              <a:xfrm>
                <a:off x="4684550" y="216165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2" y="1"/>
                    </a:moveTo>
                    <a:cubicBezTo>
                      <a:pt x="3043" y="1"/>
                      <a:pt x="2780" y="34"/>
                      <a:pt x="2517" y="104"/>
                    </a:cubicBezTo>
                    <a:cubicBezTo>
                      <a:pt x="938" y="559"/>
                      <a:pt x="1" y="2192"/>
                      <a:pt x="429" y="3798"/>
                    </a:cubicBezTo>
                    <a:cubicBezTo>
                      <a:pt x="809" y="5118"/>
                      <a:pt x="2013" y="5990"/>
                      <a:pt x="3336" y="5990"/>
                    </a:cubicBezTo>
                    <a:cubicBezTo>
                      <a:pt x="3595" y="5990"/>
                      <a:pt x="3859" y="5956"/>
                      <a:pt x="4123" y="5886"/>
                    </a:cubicBezTo>
                    <a:cubicBezTo>
                      <a:pt x="5702" y="5431"/>
                      <a:pt x="6639" y="3798"/>
                      <a:pt x="6210" y="2219"/>
                    </a:cubicBezTo>
                    <a:cubicBezTo>
                      <a:pt x="5830" y="876"/>
                      <a:pt x="4626" y="1"/>
                      <a:pt x="330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12;p67">
                <a:extLst>
                  <a:ext uri="{FF2B5EF4-FFF2-40B4-BE49-F238E27FC236}">
                    <a16:creationId xmlns:a16="http://schemas.microsoft.com/office/drawing/2014/main" id="{DEF1DF4B-E881-86EC-761D-0FEE651143A0}"/>
                  </a:ext>
                </a:extLst>
              </p:cNvPr>
              <p:cNvSpPr/>
              <p:nvPr/>
            </p:nvSpPr>
            <p:spPr>
              <a:xfrm>
                <a:off x="4865900" y="1381825"/>
                <a:ext cx="16662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974" extrusionOk="0">
                    <a:moveTo>
                      <a:pt x="3354" y="1"/>
                    </a:moveTo>
                    <a:cubicBezTo>
                      <a:pt x="3086" y="1"/>
                      <a:pt x="2813" y="38"/>
                      <a:pt x="2543" y="116"/>
                    </a:cubicBezTo>
                    <a:cubicBezTo>
                      <a:pt x="937" y="544"/>
                      <a:pt x="0" y="2203"/>
                      <a:pt x="455" y="3782"/>
                    </a:cubicBezTo>
                    <a:cubicBezTo>
                      <a:pt x="813" y="5103"/>
                      <a:pt x="2032" y="5974"/>
                      <a:pt x="3345" y="5974"/>
                    </a:cubicBezTo>
                    <a:cubicBezTo>
                      <a:pt x="3602" y="5974"/>
                      <a:pt x="3863" y="5940"/>
                      <a:pt x="4122" y="5870"/>
                    </a:cubicBezTo>
                    <a:cubicBezTo>
                      <a:pt x="5728" y="5442"/>
                      <a:pt x="6665" y="3782"/>
                      <a:pt x="6210" y="2203"/>
                    </a:cubicBezTo>
                    <a:cubicBezTo>
                      <a:pt x="5855" y="872"/>
                      <a:pt x="4654" y="1"/>
                      <a:pt x="335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13;p67">
                <a:extLst>
                  <a:ext uri="{FF2B5EF4-FFF2-40B4-BE49-F238E27FC236}">
                    <a16:creationId xmlns:a16="http://schemas.microsoft.com/office/drawing/2014/main" id="{10157A75-B712-8E31-9C5F-4B9D85AFA261}"/>
                  </a:ext>
                </a:extLst>
              </p:cNvPr>
              <p:cNvSpPr/>
              <p:nvPr/>
            </p:nvSpPr>
            <p:spPr>
              <a:xfrm>
                <a:off x="4856525" y="13754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59"/>
                      <a:pt x="0" y="2192"/>
                      <a:pt x="429" y="3798"/>
                    </a:cubicBezTo>
                    <a:cubicBezTo>
                      <a:pt x="809" y="5118"/>
                      <a:pt x="2013" y="5989"/>
                      <a:pt x="3336" y="5989"/>
                    </a:cubicBezTo>
                    <a:cubicBezTo>
                      <a:pt x="3595" y="5989"/>
                      <a:pt x="3859" y="5956"/>
                      <a:pt x="4122" y="5885"/>
                    </a:cubicBezTo>
                    <a:cubicBezTo>
                      <a:pt x="5702" y="5430"/>
                      <a:pt x="6638" y="3798"/>
                      <a:pt x="6210" y="2192"/>
                    </a:cubicBezTo>
                    <a:cubicBezTo>
                      <a:pt x="5852" y="871"/>
                      <a:pt x="4634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14;p67">
                <a:extLst>
                  <a:ext uri="{FF2B5EF4-FFF2-40B4-BE49-F238E27FC236}">
                    <a16:creationId xmlns:a16="http://schemas.microsoft.com/office/drawing/2014/main" id="{996CF10F-2530-A084-76F9-C01263F49449}"/>
                  </a:ext>
                </a:extLst>
              </p:cNvPr>
              <p:cNvSpPr/>
              <p:nvPr/>
            </p:nvSpPr>
            <p:spPr>
              <a:xfrm>
                <a:off x="4926775" y="160157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4" y="1"/>
                    </a:moveTo>
                    <a:cubicBezTo>
                      <a:pt x="3044" y="1"/>
                      <a:pt x="2780" y="34"/>
                      <a:pt x="2517" y="105"/>
                    </a:cubicBezTo>
                    <a:cubicBezTo>
                      <a:pt x="938" y="560"/>
                      <a:pt x="1" y="2192"/>
                      <a:pt x="429" y="3798"/>
                    </a:cubicBezTo>
                    <a:cubicBezTo>
                      <a:pt x="787" y="5119"/>
                      <a:pt x="2006" y="5990"/>
                      <a:pt x="3318" y="5990"/>
                    </a:cubicBezTo>
                    <a:cubicBezTo>
                      <a:pt x="3576" y="5990"/>
                      <a:pt x="3837" y="5956"/>
                      <a:pt x="4096" y="5886"/>
                    </a:cubicBezTo>
                    <a:cubicBezTo>
                      <a:pt x="5702" y="5431"/>
                      <a:pt x="6639" y="3798"/>
                      <a:pt x="6210" y="2192"/>
                    </a:cubicBezTo>
                    <a:cubicBezTo>
                      <a:pt x="5830" y="872"/>
                      <a:pt x="4627" y="1"/>
                      <a:pt x="330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15;p67">
                <a:extLst>
                  <a:ext uri="{FF2B5EF4-FFF2-40B4-BE49-F238E27FC236}">
                    <a16:creationId xmlns:a16="http://schemas.microsoft.com/office/drawing/2014/main" id="{58059CD9-CDD8-FC1D-26D8-F4873A2D474F}"/>
                  </a:ext>
                </a:extLst>
              </p:cNvPr>
              <p:cNvSpPr/>
              <p:nvPr/>
            </p:nvSpPr>
            <p:spPr>
              <a:xfrm>
                <a:off x="4916750" y="1595575"/>
                <a:ext cx="166650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5974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32"/>
                      <a:pt x="0" y="2192"/>
                      <a:pt x="455" y="3771"/>
                    </a:cubicBezTo>
                    <a:cubicBezTo>
                      <a:pt x="810" y="5102"/>
                      <a:pt x="2011" y="5973"/>
                      <a:pt x="3311" y="5973"/>
                    </a:cubicBezTo>
                    <a:cubicBezTo>
                      <a:pt x="3580" y="5973"/>
                      <a:pt x="3852" y="5936"/>
                      <a:pt x="4122" y="5858"/>
                    </a:cubicBezTo>
                    <a:cubicBezTo>
                      <a:pt x="5728" y="5430"/>
                      <a:pt x="6665" y="3797"/>
                      <a:pt x="6210" y="2192"/>
                    </a:cubicBezTo>
                    <a:cubicBezTo>
                      <a:pt x="5852" y="871"/>
                      <a:pt x="4633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2316;p67">
                <a:extLst>
                  <a:ext uri="{FF2B5EF4-FFF2-40B4-BE49-F238E27FC236}">
                    <a16:creationId xmlns:a16="http://schemas.microsoft.com/office/drawing/2014/main" id="{C0EA98D0-053F-6D8B-0C6B-EADA831E507D}"/>
                  </a:ext>
                </a:extLst>
              </p:cNvPr>
              <p:cNvSpPr/>
              <p:nvPr/>
            </p:nvSpPr>
            <p:spPr>
              <a:xfrm>
                <a:off x="4988350" y="1827075"/>
                <a:ext cx="16597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5" extrusionOk="0">
                    <a:moveTo>
                      <a:pt x="3321" y="1"/>
                    </a:moveTo>
                    <a:cubicBezTo>
                      <a:pt x="3063" y="1"/>
                      <a:pt x="2802" y="34"/>
                      <a:pt x="2543" y="105"/>
                    </a:cubicBezTo>
                    <a:cubicBezTo>
                      <a:pt x="937" y="533"/>
                      <a:pt x="0" y="2192"/>
                      <a:pt x="455" y="3772"/>
                    </a:cubicBezTo>
                    <a:cubicBezTo>
                      <a:pt x="810" y="5103"/>
                      <a:pt x="1993" y="5974"/>
                      <a:pt x="3302" y="5974"/>
                    </a:cubicBezTo>
                    <a:cubicBezTo>
                      <a:pt x="3572" y="5974"/>
                      <a:pt x="3848" y="5937"/>
                      <a:pt x="4122" y="5859"/>
                    </a:cubicBezTo>
                    <a:cubicBezTo>
                      <a:pt x="5701" y="5431"/>
                      <a:pt x="6638" y="3798"/>
                      <a:pt x="6210" y="2192"/>
                    </a:cubicBezTo>
                    <a:cubicBezTo>
                      <a:pt x="5852" y="872"/>
                      <a:pt x="4633" y="1"/>
                      <a:pt x="3321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2317;p67">
                <a:extLst>
                  <a:ext uri="{FF2B5EF4-FFF2-40B4-BE49-F238E27FC236}">
                    <a16:creationId xmlns:a16="http://schemas.microsoft.com/office/drawing/2014/main" id="{5AD427FA-A094-8669-6305-82C014212D0D}"/>
                  </a:ext>
                </a:extLst>
              </p:cNvPr>
              <p:cNvSpPr/>
              <p:nvPr/>
            </p:nvSpPr>
            <p:spPr>
              <a:xfrm>
                <a:off x="4978975" y="1820775"/>
                <a:ext cx="165975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6" extrusionOk="0">
                    <a:moveTo>
                      <a:pt x="3337" y="1"/>
                    </a:moveTo>
                    <a:cubicBezTo>
                      <a:pt x="3067" y="1"/>
                      <a:pt x="2791" y="38"/>
                      <a:pt x="2517" y="116"/>
                    </a:cubicBezTo>
                    <a:cubicBezTo>
                      <a:pt x="937" y="544"/>
                      <a:pt x="1" y="2203"/>
                      <a:pt x="429" y="3783"/>
                    </a:cubicBezTo>
                    <a:cubicBezTo>
                      <a:pt x="808" y="5121"/>
                      <a:pt x="2005" y="5976"/>
                      <a:pt x="3323" y="5976"/>
                    </a:cubicBezTo>
                    <a:cubicBezTo>
                      <a:pt x="3586" y="5976"/>
                      <a:pt x="3855" y="5942"/>
                      <a:pt x="4122" y="5870"/>
                    </a:cubicBezTo>
                    <a:cubicBezTo>
                      <a:pt x="5702" y="5442"/>
                      <a:pt x="6638" y="3783"/>
                      <a:pt x="6210" y="2203"/>
                    </a:cubicBezTo>
                    <a:cubicBezTo>
                      <a:pt x="5833" y="872"/>
                      <a:pt x="4647" y="1"/>
                      <a:pt x="333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2318;p67">
                <a:extLst>
                  <a:ext uri="{FF2B5EF4-FFF2-40B4-BE49-F238E27FC236}">
                    <a16:creationId xmlns:a16="http://schemas.microsoft.com/office/drawing/2014/main" id="{C61E5036-568F-5527-24C9-AF1764C83F01}"/>
                  </a:ext>
                </a:extLst>
              </p:cNvPr>
              <p:cNvSpPr/>
              <p:nvPr/>
            </p:nvSpPr>
            <p:spPr>
              <a:xfrm>
                <a:off x="5055250" y="206865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2" y="0"/>
                    </a:moveTo>
                    <a:cubicBezTo>
                      <a:pt x="3043" y="0"/>
                      <a:pt x="2780" y="34"/>
                      <a:pt x="2517" y="104"/>
                    </a:cubicBezTo>
                    <a:cubicBezTo>
                      <a:pt x="938" y="559"/>
                      <a:pt x="1" y="2192"/>
                      <a:pt x="429" y="3798"/>
                    </a:cubicBezTo>
                    <a:cubicBezTo>
                      <a:pt x="787" y="5118"/>
                      <a:pt x="2006" y="5989"/>
                      <a:pt x="3318" y="5989"/>
                    </a:cubicBezTo>
                    <a:cubicBezTo>
                      <a:pt x="3576" y="5989"/>
                      <a:pt x="3837" y="5956"/>
                      <a:pt x="4096" y="5885"/>
                    </a:cubicBezTo>
                    <a:cubicBezTo>
                      <a:pt x="5702" y="5457"/>
                      <a:pt x="6639" y="3798"/>
                      <a:pt x="6184" y="2218"/>
                    </a:cubicBezTo>
                    <a:cubicBezTo>
                      <a:pt x="5826" y="875"/>
                      <a:pt x="4625" y="0"/>
                      <a:pt x="3302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2319;p67">
                <a:extLst>
                  <a:ext uri="{FF2B5EF4-FFF2-40B4-BE49-F238E27FC236}">
                    <a16:creationId xmlns:a16="http://schemas.microsoft.com/office/drawing/2014/main" id="{3EDEDE6D-130C-7AA6-C368-C05B8C8F6D77}"/>
                  </a:ext>
                </a:extLst>
              </p:cNvPr>
              <p:cNvSpPr/>
              <p:nvPr/>
            </p:nvSpPr>
            <p:spPr>
              <a:xfrm>
                <a:off x="5045225" y="20626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59"/>
                      <a:pt x="0" y="2192"/>
                      <a:pt x="455" y="3771"/>
                    </a:cubicBezTo>
                    <a:cubicBezTo>
                      <a:pt x="814" y="5114"/>
                      <a:pt x="2014" y="5989"/>
                      <a:pt x="3337" y="5989"/>
                    </a:cubicBezTo>
                    <a:cubicBezTo>
                      <a:pt x="3596" y="5989"/>
                      <a:pt x="3859" y="5956"/>
                      <a:pt x="4122" y="5885"/>
                    </a:cubicBezTo>
                    <a:cubicBezTo>
                      <a:pt x="5701" y="5430"/>
                      <a:pt x="6638" y="3798"/>
                      <a:pt x="6210" y="2192"/>
                    </a:cubicBezTo>
                    <a:cubicBezTo>
                      <a:pt x="5852" y="872"/>
                      <a:pt x="4633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03" name="Google Shape;2326;p67">
            <a:extLst>
              <a:ext uri="{FF2B5EF4-FFF2-40B4-BE49-F238E27FC236}">
                <a16:creationId xmlns:a16="http://schemas.microsoft.com/office/drawing/2014/main" id="{8DE50C50-4453-8697-51C6-E70124457A0E}"/>
              </a:ext>
            </a:extLst>
          </p:cNvPr>
          <p:cNvGrpSpPr/>
          <p:nvPr/>
        </p:nvGrpSpPr>
        <p:grpSpPr>
          <a:xfrm rot="1172271">
            <a:off x="-1685452" y="4582144"/>
            <a:ext cx="548815" cy="721311"/>
            <a:chOff x="4163703" y="1626505"/>
            <a:chExt cx="809700" cy="1064195"/>
          </a:xfrm>
        </p:grpSpPr>
        <p:grpSp>
          <p:nvGrpSpPr>
            <p:cNvPr id="4105" name="Google Shape;2327;p67">
              <a:extLst>
                <a:ext uri="{FF2B5EF4-FFF2-40B4-BE49-F238E27FC236}">
                  <a16:creationId xmlns:a16="http://schemas.microsoft.com/office/drawing/2014/main" id="{B7B512F0-7C4F-CC1D-274B-68EEB4B6589D}"/>
                </a:ext>
              </a:extLst>
            </p:cNvPr>
            <p:cNvGrpSpPr/>
            <p:nvPr/>
          </p:nvGrpSpPr>
          <p:grpSpPr>
            <a:xfrm>
              <a:off x="4170603" y="1626505"/>
              <a:ext cx="802800" cy="1064195"/>
              <a:chOff x="1831600" y="238125"/>
              <a:chExt cx="3937225" cy="5219200"/>
            </a:xfrm>
          </p:grpSpPr>
          <p:sp>
            <p:nvSpPr>
              <p:cNvPr id="4118" name="Google Shape;2328;p67">
                <a:extLst>
                  <a:ext uri="{FF2B5EF4-FFF2-40B4-BE49-F238E27FC236}">
                    <a16:creationId xmlns:a16="http://schemas.microsoft.com/office/drawing/2014/main" id="{2785E726-EDA5-49CC-DBED-B1F9976EF800}"/>
                  </a:ext>
                </a:extLst>
              </p:cNvPr>
              <p:cNvSpPr/>
              <p:nvPr/>
            </p:nvSpPr>
            <p:spPr>
              <a:xfrm>
                <a:off x="1831600" y="238125"/>
                <a:ext cx="39372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157489" y="183552"/>
                    </a:lnTo>
                    <a:lnTo>
                      <a:pt x="157489" y="6296"/>
                    </a:lnTo>
                    <a:cubicBezTo>
                      <a:pt x="157489" y="2805"/>
                      <a:pt x="154684" y="0"/>
                      <a:pt x="1511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2329;p67">
                <a:extLst>
                  <a:ext uri="{FF2B5EF4-FFF2-40B4-BE49-F238E27FC236}">
                    <a16:creationId xmlns:a16="http://schemas.microsoft.com/office/drawing/2014/main" id="{9BA019CC-1857-9C71-040A-20D076ED21A2}"/>
                  </a:ext>
                </a:extLst>
              </p:cNvPr>
              <p:cNvSpPr/>
              <p:nvPr/>
            </p:nvSpPr>
            <p:spPr>
              <a:xfrm>
                <a:off x="5296650" y="238125"/>
                <a:ext cx="472175" cy="4588800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183552" extrusionOk="0">
                    <a:moveTo>
                      <a:pt x="0" y="0"/>
                    </a:moveTo>
                    <a:cubicBezTo>
                      <a:pt x="3490" y="0"/>
                      <a:pt x="6296" y="2805"/>
                      <a:pt x="6296" y="6296"/>
                    </a:cubicBezTo>
                    <a:lnTo>
                      <a:pt x="6296" y="183552"/>
                    </a:lnTo>
                    <a:lnTo>
                      <a:pt x="18887" y="183552"/>
                    </a:lnTo>
                    <a:lnTo>
                      <a:pt x="18887" y="6296"/>
                    </a:lnTo>
                    <a:cubicBezTo>
                      <a:pt x="18887" y="2805"/>
                      <a:pt x="16082" y="0"/>
                      <a:pt x="125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2330;p67">
                <a:extLst>
                  <a:ext uri="{FF2B5EF4-FFF2-40B4-BE49-F238E27FC236}">
                    <a16:creationId xmlns:a16="http://schemas.microsoft.com/office/drawing/2014/main" id="{6C2A5304-B05A-D427-C2B7-7AFEBBC2AAD0}"/>
                  </a:ext>
                </a:extLst>
              </p:cNvPr>
              <p:cNvSpPr/>
              <p:nvPr/>
            </p:nvSpPr>
            <p:spPr>
              <a:xfrm>
                <a:off x="1831600" y="238125"/>
                <a:ext cx="6899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27597" y="193795"/>
                    </a:lnTo>
                    <a:lnTo>
                      <a:pt x="27597" y="180388"/>
                    </a:lnTo>
                    <a:lnTo>
                      <a:pt x="2759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2331;p67">
                <a:extLst>
                  <a:ext uri="{FF2B5EF4-FFF2-40B4-BE49-F238E27FC236}">
                    <a16:creationId xmlns:a16="http://schemas.microsoft.com/office/drawing/2014/main" id="{F571B2A9-89EA-BE97-F92E-B5BDA5FEC83B}"/>
                  </a:ext>
                </a:extLst>
              </p:cNvPr>
              <p:cNvSpPr/>
              <p:nvPr/>
            </p:nvSpPr>
            <p:spPr>
              <a:xfrm>
                <a:off x="1831600" y="4747800"/>
                <a:ext cx="393722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28381" extrusionOk="0">
                    <a:moveTo>
                      <a:pt x="14157" y="1"/>
                    </a:moveTo>
                    <a:cubicBezTo>
                      <a:pt x="6328" y="1"/>
                      <a:pt x="0" y="6362"/>
                      <a:pt x="0" y="14190"/>
                    </a:cubicBezTo>
                    <a:cubicBezTo>
                      <a:pt x="0" y="22019"/>
                      <a:pt x="6328" y="28380"/>
                      <a:pt x="14157" y="28380"/>
                    </a:cubicBezTo>
                    <a:lnTo>
                      <a:pt x="151193" y="28380"/>
                    </a:lnTo>
                    <a:cubicBezTo>
                      <a:pt x="154684" y="28380"/>
                      <a:pt x="157489" y="25575"/>
                      <a:pt x="157489" y="22084"/>
                    </a:cubicBezTo>
                    <a:lnTo>
                      <a:pt x="157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2332;p67">
                <a:extLst>
                  <a:ext uri="{FF2B5EF4-FFF2-40B4-BE49-F238E27FC236}">
                    <a16:creationId xmlns:a16="http://schemas.microsoft.com/office/drawing/2014/main" id="{15F8B6B7-21A5-89E5-C83E-0755A36E22C6}"/>
                  </a:ext>
                </a:extLst>
              </p:cNvPr>
              <p:cNvSpPr/>
              <p:nvPr/>
            </p:nvSpPr>
            <p:spPr>
              <a:xfrm>
                <a:off x="5296650" y="4747800"/>
                <a:ext cx="47217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28381" extrusionOk="0">
                    <a:moveTo>
                      <a:pt x="6296" y="1"/>
                    </a:moveTo>
                    <a:lnTo>
                      <a:pt x="6296" y="22084"/>
                    </a:lnTo>
                    <a:cubicBezTo>
                      <a:pt x="6296" y="25575"/>
                      <a:pt x="3490" y="28380"/>
                      <a:pt x="0" y="28380"/>
                    </a:cubicBezTo>
                    <a:lnTo>
                      <a:pt x="12591" y="28380"/>
                    </a:lnTo>
                    <a:cubicBezTo>
                      <a:pt x="16082" y="28380"/>
                      <a:pt x="18887" y="25575"/>
                      <a:pt x="18887" y="22084"/>
                    </a:cubicBezTo>
                    <a:lnTo>
                      <a:pt x="1888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2333;p67">
                <a:extLst>
                  <a:ext uri="{FF2B5EF4-FFF2-40B4-BE49-F238E27FC236}">
                    <a16:creationId xmlns:a16="http://schemas.microsoft.com/office/drawing/2014/main" id="{8F4F1CEC-5B4A-83E0-A6FB-B99419766867}"/>
                  </a:ext>
                </a:extLst>
              </p:cNvPr>
              <p:cNvSpPr/>
              <p:nvPr/>
            </p:nvSpPr>
            <p:spPr>
              <a:xfrm>
                <a:off x="2915400" y="3107025"/>
                <a:ext cx="2460375" cy="158225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329" extrusionOk="0">
                    <a:moveTo>
                      <a:pt x="3132" y="1"/>
                    </a:moveTo>
                    <a:cubicBezTo>
                      <a:pt x="1403" y="1"/>
                      <a:pt x="0" y="1436"/>
                      <a:pt x="0" y="3165"/>
                    </a:cubicBezTo>
                    <a:cubicBezTo>
                      <a:pt x="0" y="4894"/>
                      <a:pt x="1403" y="6329"/>
                      <a:pt x="3132" y="6329"/>
                    </a:cubicBezTo>
                    <a:lnTo>
                      <a:pt x="95250" y="6329"/>
                    </a:lnTo>
                    <a:cubicBezTo>
                      <a:pt x="96979" y="6329"/>
                      <a:pt x="98414" y="4894"/>
                      <a:pt x="98414" y="3165"/>
                    </a:cubicBezTo>
                    <a:cubicBezTo>
                      <a:pt x="98414" y="1436"/>
                      <a:pt x="96979" y="1"/>
                      <a:pt x="95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2334;p67">
                <a:extLst>
                  <a:ext uri="{FF2B5EF4-FFF2-40B4-BE49-F238E27FC236}">
                    <a16:creationId xmlns:a16="http://schemas.microsoft.com/office/drawing/2014/main" id="{62A4BB18-CFD2-5865-2421-9992AE3528BF}"/>
                  </a:ext>
                </a:extLst>
              </p:cNvPr>
              <p:cNvSpPr/>
              <p:nvPr/>
            </p:nvSpPr>
            <p:spPr>
              <a:xfrm>
                <a:off x="2915400" y="3580025"/>
                <a:ext cx="2460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296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95250" y="6296"/>
                    </a:lnTo>
                    <a:cubicBezTo>
                      <a:pt x="96979" y="6296"/>
                      <a:pt x="98414" y="4893"/>
                      <a:pt x="98414" y="3132"/>
                    </a:cubicBezTo>
                    <a:cubicBezTo>
                      <a:pt x="98414" y="1403"/>
                      <a:pt x="96979" y="0"/>
                      <a:pt x="952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2335;p67">
                <a:extLst>
                  <a:ext uri="{FF2B5EF4-FFF2-40B4-BE49-F238E27FC236}">
                    <a16:creationId xmlns:a16="http://schemas.microsoft.com/office/drawing/2014/main" id="{F1143632-CAAB-8121-672A-3FED7B63CAE9}"/>
                  </a:ext>
                </a:extLst>
              </p:cNvPr>
              <p:cNvSpPr/>
              <p:nvPr/>
            </p:nvSpPr>
            <p:spPr>
              <a:xfrm>
                <a:off x="2915400" y="4052200"/>
                <a:ext cx="1987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79495" h="6296" extrusionOk="0">
                    <a:moveTo>
                      <a:pt x="3132" y="0"/>
                    </a:moveTo>
                    <a:cubicBezTo>
                      <a:pt x="1403" y="0"/>
                      <a:pt x="0" y="1435"/>
                      <a:pt x="0" y="3164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76363" y="6296"/>
                    </a:lnTo>
                    <a:cubicBezTo>
                      <a:pt x="78092" y="6296"/>
                      <a:pt x="79495" y="4893"/>
                      <a:pt x="79495" y="3164"/>
                    </a:cubicBezTo>
                    <a:cubicBezTo>
                      <a:pt x="79495" y="1435"/>
                      <a:pt x="78092" y="0"/>
                      <a:pt x="763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2336;p67">
                <a:extLst>
                  <a:ext uri="{FF2B5EF4-FFF2-40B4-BE49-F238E27FC236}">
                    <a16:creationId xmlns:a16="http://schemas.microsoft.com/office/drawing/2014/main" id="{EE663C46-B5D0-1A02-1508-F6DB6C0AAEBA}"/>
                  </a:ext>
                </a:extLst>
              </p:cNvPr>
              <p:cNvSpPr/>
              <p:nvPr/>
            </p:nvSpPr>
            <p:spPr>
              <a:xfrm>
                <a:off x="3216300" y="854625"/>
                <a:ext cx="185855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42" h="74342" extrusionOk="0">
                    <a:moveTo>
                      <a:pt x="37155" y="1"/>
                    </a:moveTo>
                    <a:cubicBezTo>
                      <a:pt x="16637" y="1"/>
                      <a:pt x="1" y="16637"/>
                      <a:pt x="1" y="37187"/>
                    </a:cubicBezTo>
                    <a:cubicBezTo>
                      <a:pt x="1" y="57705"/>
                      <a:pt x="16637" y="74341"/>
                      <a:pt x="37155" y="74341"/>
                    </a:cubicBezTo>
                    <a:cubicBezTo>
                      <a:pt x="57705" y="74341"/>
                      <a:pt x="74341" y="57705"/>
                      <a:pt x="74341" y="37187"/>
                    </a:cubicBezTo>
                    <a:cubicBezTo>
                      <a:pt x="74341" y="16637"/>
                      <a:pt x="57705" y="1"/>
                      <a:pt x="37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2337;p67">
                <a:extLst>
                  <a:ext uri="{FF2B5EF4-FFF2-40B4-BE49-F238E27FC236}">
                    <a16:creationId xmlns:a16="http://schemas.microsoft.com/office/drawing/2014/main" id="{AD4DD18E-0D57-02DC-B025-2345B5971318}"/>
                  </a:ext>
                </a:extLst>
              </p:cNvPr>
              <p:cNvSpPr/>
              <p:nvPr/>
            </p:nvSpPr>
            <p:spPr>
              <a:xfrm>
                <a:off x="3987775" y="854625"/>
                <a:ext cx="10870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3" h="74342" extrusionOk="0">
                    <a:moveTo>
                      <a:pt x="6296" y="1"/>
                    </a:moveTo>
                    <a:cubicBezTo>
                      <a:pt x="4143" y="1"/>
                      <a:pt x="2055" y="196"/>
                      <a:pt x="0" y="555"/>
                    </a:cubicBezTo>
                    <a:cubicBezTo>
                      <a:pt x="17517" y="3556"/>
                      <a:pt x="30891" y="18822"/>
                      <a:pt x="30891" y="37187"/>
                    </a:cubicBezTo>
                    <a:cubicBezTo>
                      <a:pt x="30891" y="55520"/>
                      <a:pt x="17517" y="70818"/>
                      <a:pt x="0" y="73819"/>
                    </a:cubicBezTo>
                    <a:cubicBezTo>
                      <a:pt x="2055" y="74178"/>
                      <a:pt x="4143" y="74341"/>
                      <a:pt x="6296" y="74341"/>
                    </a:cubicBezTo>
                    <a:cubicBezTo>
                      <a:pt x="26814" y="74341"/>
                      <a:pt x="43482" y="57673"/>
                      <a:pt x="43482" y="37187"/>
                    </a:cubicBezTo>
                    <a:cubicBezTo>
                      <a:pt x="43482" y="16669"/>
                      <a:pt x="26814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2338;p67">
                <a:extLst>
                  <a:ext uri="{FF2B5EF4-FFF2-40B4-BE49-F238E27FC236}">
                    <a16:creationId xmlns:a16="http://schemas.microsoft.com/office/drawing/2014/main" id="{3E7017B9-FCE7-A9CC-2E93-536C71D71B5D}"/>
                  </a:ext>
                </a:extLst>
              </p:cNvPr>
              <p:cNvSpPr/>
              <p:nvPr/>
            </p:nvSpPr>
            <p:spPr>
              <a:xfrm>
                <a:off x="3531100" y="1170225"/>
                <a:ext cx="12289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49127" extrusionOk="0">
                    <a:moveTo>
                      <a:pt x="20779" y="1"/>
                    </a:moveTo>
                    <a:cubicBezTo>
                      <a:pt x="19409" y="1"/>
                      <a:pt x="18267" y="1110"/>
                      <a:pt x="18267" y="2512"/>
                    </a:cubicBezTo>
                    <a:lnTo>
                      <a:pt x="18267" y="16995"/>
                    </a:lnTo>
                    <a:cubicBezTo>
                      <a:pt x="18267" y="17680"/>
                      <a:pt x="17713" y="18268"/>
                      <a:pt x="16995" y="18268"/>
                    </a:cubicBezTo>
                    <a:lnTo>
                      <a:pt x="2512" y="18268"/>
                    </a:lnTo>
                    <a:cubicBezTo>
                      <a:pt x="1142" y="18268"/>
                      <a:pt x="0" y="19377"/>
                      <a:pt x="0" y="20779"/>
                    </a:cubicBezTo>
                    <a:lnTo>
                      <a:pt x="0" y="28347"/>
                    </a:lnTo>
                    <a:cubicBezTo>
                      <a:pt x="0" y="29717"/>
                      <a:pt x="1142" y="30859"/>
                      <a:pt x="2512" y="30859"/>
                    </a:cubicBezTo>
                    <a:lnTo>
                      <a:pt x="16995" y="30859"/>
                    </a:lnTo>
                    <a:cubicBezTo>
                      <a:pt x="17713" y="30859"/>
                      <a:pt x="18267" y="31413"/>
                      <a:pt x="18267" y="32131"/>
                    </a:cubicBezTo>
                    <a:lnTo>
                      <a:pt x="18267" y="46614"/>
                    </a:lnTo>
                    <a:cubicBezTo>
                      <a:pt x="18267" y="48017"/>
                      <a:pt x="19409" y="49126"/>
                      <a:pt x="20779" y="49126"/>
                    </a:cubicBezTo>
                    <a:lnTo>
                      <a:pt x="28347" y="49126"/>
                    </a:lnTo>
                    <a:cubicBezTo>
                      <a:pt x="29749" y="49126"/>
                      <a:pt x="30858" y="48017"/>
                      <a:pt x="30858" y="46614"/>
                    </a:cubicBezTo>
                    <a:lnTo>
                      <a:pt x="30858" y="32131"/>
                    </a:lnTo>
                    <a:cubicBezTo>
                      <a:pt x="30858" y="31413"/>
                      <a:pt x="31446" y="30859"/>
                      <a:pt x="32131" y="30859"/>
                    </a:cubicBezTo>
                    <a:lnTo>
                      <a:pt x="46614" y="30859"/>
                    </a:lnTo>
                    <a:cubicBezTo>
                      <a:pt x="48016" y="30859"/>
                      <a:pt x="49158" y="29717"/>
                      <a:pt x="49158" y="28347"/>
                    </a:cubicBezTo>
                    <a:lnTo>
                      <a:pt x="49158" y="20779"/>
                    </a:lnTo>
                    <a:cubicBezTo>
                      <a:pt x="49158" y="19377"/>
                      <a:pt x="48016" y="18268"/>
                      <a:pt x="46614" y="18268"/>
                    </a:cubicBezTo>
                    <a:lnTo>
                      <a:pt x="32131" y="18268"/>
                    </a:lnTo>
                    <a:cubicBezTo>
                      <a:pt x="31446" y="18268"/>
                      <a:pt x="30858" y="17680"/>
                      <a:pt x="30858" y="16995"/>
                    </a:cubicBezTo>
                    <a:lnTo>
                      <a:pt x="30858" y="2512"/>
                    </a:lnTo>
                    <a:cubicBezTo>
                      <a:pt x="30858" y="1110"/>
                      <a:pt x="29749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06" name="Google Shape;2339;p67">
              <a:extLst>
                <a:ext uri="{FF2B5EF4-FFF2-40B4-BE49-F238E27FC236}">
                  <a16:creationId xmlns:a16="http://schemas.microsoft.com/office/drawing/2014/main" id="{93527CF3-1734-FA23-8E81-1FC712E4E664}"/>
                </a:ext>
              </a:extLst>
            </p:cNvPr>
            <p:cNvGrpSpPr/>
            <p:nvPr/>
          </p:nvGrpSpPr>
          <p:grpSpPr>
            <a:xfrm>
              <a:off x="4163703" y="1626505"/>
              <a:ext cx="802800" cy="1064195"/>
              <a:chOff x="1831600" y="238125"/>
              <a:chExt cx="3937225" cy="5219200"/>
            </a:xfrm>
          </p:grpSpPr>
          <p:sp>
            <p:nvSpPr>
              <p:cNvPr id="4107" name="Google Shape;2340;p67">
                <a:extLst>
                  <a:ext uri="{FF2B5EF4-FFF2-40B4-BE49-F238E27FC236}">
                    <a16:creationId xmlns:a16="http://schemas.microsoft.com/office/drawing/2014/main" id="{09971455-5E13-7E02-9E92-85CAA304E66E}"/>
                  </a:ext>
                </a:extLst>
              </p:cNvPr>
              <p:cNvSpPr/>
              <p:nvPr/>
            </p:nvSpPr>
            <p:spPr>
              <a:xfrm>
                <a:off x="1831600" y="238125"/>
                <a:ext cx="39372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157489" y="183552"/>
                    </a:lnTo>
                    <a:lnTo>
                      <a:pt x="157489" y="6296"/>
                    </a:lnTo>
                    <a:cubicBezTo>
                      <a:pt x="157489" y="2805"/>
                      <a:pt x="154684" y="0"/>
                      <a:pt x="151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2341;p67">
                <a:extLst>
                  <a:ext uri="{FF2B5EF4-FFF2-40B4-BE49-F238E27FC236}">
                    <a16:creationId xmlns:a16="http://schemas.microsoft.com/office/drawing/2014/main" id="{F1ECC88B-EE50-9AC8-278F-492AAFC475B7}"/>
                  </a:ext>
                </a:extLst>
              </p:cNvPr>
              <p:cNvSpPr/>
              <p:nvPr/>
            </p:nvSpPr>
            <p:spPr>
              <a:xfrm>
                <a:off x="5296650" y="238125"/>
                <a:ext cx="472175" cy="4588800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183552" extrusionOk="0">
                    <a:moveTo>
                      <a:pt x="0" y="0"/>
                    </a:moveTo>
                    <a:cubicBezTo>
                      <a:pt x="3490" y="0"/>
                      <a:pt x="6296" y="2805"/>
                      <a:pt x="6296" y="6296"/>
                    </a:cubicBezTo>
                    <a:lnTo>
                      <a:pt x="6296" y="183552"/>
                    </a:lnTo>
                    <a:lnTo>
                      <a:pt x="18887" y="183552"/>
                    </a:lnTo>
                    <a:lnTo>
                      <a:pt x="18887" y="6296"/>
                    </a:lnTo>
                    <a:cubicBezTo>
                      <a:pt x="18887" y="2805"/>
                      <a:pt x="16082" y="0"/>
                      <a:pt x="125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2342;p67">
                <a:extLst>
                  <a:ext uri="{FF2B5EF4-FFF2-40B4-BE49-F238E27FC236}">
                    <a16:creationId xmlns:a16="http://schemas.microsoft.com/office/drawing/2014/main" id="{BF254B4A-1E73-34BA-D423-6335FE04F293}"/>
                  </a:ext>
                </a:extLst>
              </p:cNvPr>
              <p:cNvSpPr/>
              <p:nvPr/>
            </p:nvSpPr>
            <p:spPr>
              <a:xfrm>
                <a:off x="1831600" y="238125"/>
                <a:ext cx="6899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27597" y="193795"/>
                    </a:lnTo>
                    <a:lnTo>
                      <a:pt x="27597" y="180388"/>
                    </a:lnTo>
                    <a:lnTo>
                      <a:pt x="275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2343;p67">
                <a:extLst>
                  <a:ext uri="{FF2B5EF4-FFF2-40B4-BE49-F238E27FC236}">
                    <a16:creationId xmlns:a16="http://schemas.microsoft.com/office/drawing/2014/main" id="{70C9EBA5-43C5-2930-5F0C-759F2773EB4F}"/>
                  </a:ext>
                </a:extLst>
              </p:cNvPr>
              <p:cNvSpPr/>
              <p:nvPr/>
            </p:nvSpPr>
            <p:spPr>
              <a:xfrm>
                <a:off x="1831600" y="4747800"/>
                <a:ext cx="393722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28381" extrusionOk="0">
                    <a:moveTo>
                      <a:pt x="14157" y="1"/>
                    </a:moveTo>
                    <a:cubicBezTo>
                      <a:pt x="6328" y="1"/>
                      <a:pt x="0" y="6362"/>
                      <a:pt x="0" y="14190"/>
                    </a:cubicBezTo>
                    <a:cubicBezTo>
                      <a:pt x="0" y="22019"/>
                      <a:pt x="6328" y="28380"/>
                      <a:pt x="14157" y="28380"/>
                    </a:cubicBezTo>
                    <a:lnTo>
                      <a:pt x="151193" y="28380"/>
                    </a:lnTo>
                    <a:cubicBezTo>
                      <a:pt x="154684" y="28380"/>
                      <a:pt x="157489" y="25575"/>
                      <a:pt x="157489" y="22084"/>
                    </a:cubicBezTo>
                    <a:lnTo>
                      <a:pt x="157489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2344;p67">
                <a:extLst>
                  <a:ext uri="{FF2B5EF4-FFF2-40B4-BE49-F238E27FC236}">
                    <a16:creationId xmlns:a16="http://schemas.microsoft.com/office/drawing/2014/main" id="{16A4EE09-5E02-E5FD-E668-5A27A1EBE436}"/>
                  </a:ext>
                </a:extLst>
              </p:cNvPr>
              <p:cNvSpPr/>
              <p:nvPr/>
            </p:nvSpPr>
            <p:spPr>
              <a:xfrm>
                <a:off x="5296650" y="4747800"/>
                <a:ext cx="47217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28381" extrusionOk="0">
                    <a:moveTo>
                      <a:pt x="6296" y="1"/>
                    </a:moveTo>
                    <a:lnTo>
                      <a:pt x="6296" y="22084"/>
                    </a:lnTo>
                    <a:cubicBezTo>
                      <a:pt x="6296" y="25575"/>
                      <a:pt x="3490" y="28380"/>
                      <a:pt x="0" y="28380"/>
                    </a:cubicBezTo>
                    <a:lnTo>
                      <a:pt x="12591" y="28380"/>
                    </a:lnTo>
                    <a:cubicBezTo>
                      <a:pt x="16082" y="28380"/>
                      <a:pt x="18887" y="25575"/>
                      <a:pt x="18887" y="22084"/>
                    </a:cubicBezTo>
                    <a:lnTo>
                      <a:pt x="188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2345;p67">
                <a:extLst>
                  <a:ext uri="{FF2B5EF4-FFF2-40B4-BE49-F238E27FC236}">
                    <a16:creationId xmlns:a16="http://schemas.microsoft.com/office/drawing/2014/main" id="{15BD3D86-9BA0-8846-E60F-89F538E7E0F5}"/>
                  </a:ext>
                </a:extLst>
              </p:cNvPr>
              <p:cNvSpPr/>
              <p:nvPr/>
            </p:nvSpPr>
            <p:spPr>
              <a:xfrm>
                <a:off x="2915400" y="3107025"/>
                <a:ext cx="2460375" cy="158225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329" extrusionOk="0">
                    <a:moveTo>
                      <a:pt x="3132" y="1"/>
                    </a:moveTo>
                    <a:cubicBezTo>
                      <a:pt x="1403" y="1"/>
                      <a:pt x="0" y="1436"/>
                      <a:pt x="0" y="3165"/>
                    </a:cubicBezTo>
                    <a:cubicBezTo>
                      <a:pt x="0" y="4894"/>
                      <a:pt x="1403" y="6329"/>
                      <a:pt x="3132" y="6329"/>
                    </a:cubicBezTo>
                    <a:lnTo>
                      <a:pt x="95250" y="6329"/>
                    </a:lnTo>
                    <a:cubicBezTo>
                      <a:pt x="96979" y="6329"/>
                      <a:pt x="98414" y="4894"/>
                      <a:pt x="98414" y="3165"/>
                    </a:cubicBezTo>
                    <a:cubicBezTo>
                      <a:pt x="98414" y="1436"/>
                      <a:pt x="96979" y="1"/>
                      <a:pt x="95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2346;p67">
                <a:extLst>
                  <a:ext uri="{FF2B5EF4-FFF2-40B4-BE49-F238E27FC236}">
                    <a16:creationId xmlns:a16="http://schemas.microsoft.com/office/drawing/2014/main" id="{C1ABD076-13F5-B89C-BBEB-C6B623A5D65B}"/>
                  </a:ext>
                </a:extLst>
              </p:cNvPr>
              <p:cNvSpPr/>
              <p:nvPr/>
            </p:nvSpPr>
            <p:spPr>
              <a:xfrm>
                <a:off x="2915400" y="3580025"/>
                <a:ext cx="2460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296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95250" y="6296"/>
                    </a:lnTo>
                    <a:cubicBezTo>
                      <a:pt x="96979" y="6296"/>
                      <a:pt x="98414" y="4893"/>
                      <a:pt x="98414" y="3132"/>
                    </a:cubicBezTo>
                    <a:cubicBezTo>
                      <a:pt x="98414" y="1403"/>
                      <a:pt x="96979" y="0"/>
                      <a:pt x="952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2347;p67">
                <a:extLst>
                  <a:ext uri="{FF2B5EF4-FFF2-40B4-BE49-F238E27FC236}">
                    <a16:creationId xmlns:a16="http://schemas.microsoft.com/office/drawing/2014/main" id="{F2216AB8-3FB7-0738-27F1-0250CEACCD9C}"/>
                  </a:ext>
                </a:extLst>
              </p:cNvPr>
              <p:cNvSpPr/>
              <p:nvPr/>
            </p:nvSpPr>
            <p:spPr>
              <a:xfrm>
                <a:off x="2915400" y="4052200"/>
                <a:ext cx="1987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79495" h="6296" extrusionOk="0">
                    <a:moveTo>
                      <a:pt x="3132" y="0"/>
                    </a:moveTo>
                    <a:cubicBezTo>
                      <a:pt x="1403" y="0"/>
                      <a:pt x="0" y="1435"/>
                      <a:pt x="0" y="3164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76363" y="6296"/>
                    </a:lnTo>
                    <a:cubicBezTo>
                      <a:pt x="78092" y="6296"/>
                      <a:pt x="79495" y="4893"/>
                      <a:pt x="79495" y="3164"/>
                    </a:cubicBezTo>
                    <a:cubicBezTo>
                      <a:pt x="79495" y="1435"/>
                      <a:pt x="78092" y="0"/>
                      <a:pt x="763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2348;p67">
                <a:extLst>
                  <a:ext uri="{FF2B5EF4-FFF2-40B4-BE49-F238E27FC236}">
                    <a16:creationId xmlns:a16="http://schemas.microsoft.com/office/drawing/2014/main" id="{28E300C8-F812-4E3E-7648-C9D0ABF42BCE}"/>
                  </a:ext>
                </a:extLst>
              </p:cNvPr>
              <p:cNvSpPr/>
              <p:nvPr/>
            </p:nvSpPr>
            <p:spPr>
              <a:xfrm>
                <a:off x="3216300" y="854625"/>
                <a:ext cx="185855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42" h="74342" extrusionOk="0">
                    <a:moveTo>
                      <a:pt x="37155" y="1"/>
                    </a:moveTo>
                    <a:cubicBezTo>
                      <a:pt x="16637" y="1"/>
                      <a:pt x="1" y="16637"/>
                      <a:pt x="1" y="37187"/>
                    </a:cubicBezTo>
                    <a:cubicBezTo>
                      <a:pt x="1" y="57705"/>
                      <a:pt x="16637" y="74341"/>
                      <a:pt x="37155" y="74341"/>
                    </a:cubicBezTo>
                    <a:cubicBezTo>
                      <a:pt x="57705" y="74341"/>
                      <a:pt x="74341" y="57705"/>
                      <a:pt x="74341" y="37187"/>
                    </a:cubicBezTo>
                    <a:cubicBezTo>
                      <a:pt x="74341" y="16637"/>
                      <a:pt x="57705" y="1"/>
                      <a:pt x="37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2349;p67">
                <a:extLst>
                  <a:ext uri="{FF2B5EF4-FFF2-40B4-BE49-F238E27FC236}">
                    <a16:creationId xmlns:a16="http://schemas.microsoft.com/office/drawing/2014/main" id="{EF4E42A5-B2BF-48F8-6565-2D8737007540}"/>
                  </a:ext>
                </a:extLst>
              </p:cNvPr>
              <p:cNvSpPr/>
              <p:nvPr/>
            </p:nvSpPr>
            <p:spPr>
              <a:xfrm>
                <a:off x="3987775" y="854625"/>
                <a:ext cx="10870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3" h="74342" extrusionOk="0">
                    <a:moveTo>
                      <a:pt x="6296" y="1"/>
                    </a:moveTo>
                    <a:cubicBezTo>
                      <a:pt x="4143" y="1"/>
                      <a:pt x="2055" y="196"/>
                      <a:pt x="0" y="555"/>
                    </a:cubicBezTo>
                    <a:cubicBezTo>
                      <a:pt x="17517" y="3556"/>
                      <a:pt x="30891" y="18822"/>
                      <a:pt x="30891" y="37187"/>
                    </a:cubicBezTo>
                    <a:cubicBezTo>
                      <a:pt x="30891" y="55520"/>
                      <a:pt x="17517" y="70818"/>
                      <a:pt x="0" y="73819"/>
                    </a:cubicBezTo>
                    <a:cubicBezTo>
                      <a:pt x="2055" y="74178"/>
                      <a:pt x="4143" y="74341"/>
                      <a:pt x="6296" y="74341"/>
                    </a:cubicBezTo>
                    <a:cubicBezTo>
                      <a:pt x="26814" y="74341"/>
                      <a:pt x="43482" y="57673"/>
                      <a:pt x="43482" y="37187"/>
                    </a:cubicBezTo>
                    <a:cubicBezTo>
                      <a:pt x="43482" y="16669"/>
                      <a:pt x="26814" y="1"/>
                      <a:pt x="6296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2350;p67">
                <a:extLst>
                  <a:ext uri="{FF2B5EF4-FFF2-40B4-BE49-F238E27FC236}">
                    <a16:creationId xmlns:a16="http://schemas.microsoft.com/office/drawing/2014/main" id="{B92E6841-CEE8-7F28-B543-7620F5B5CBAA}"/>
                  </a:ext>
                </a:extLst>
              </p:cNvPr>
              <p:cNvSpPr/>
              <p:nvPr/>
            </p:nvSpPr>
            <p:spPr>
              <a:xfrm>
                <a:off x="3531100" y="1170225"/>
                <a:ext cx="12289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49127" extrusionOk="0">
                    <a:moveTo>
                      <a:pt x="20779" y="1"/>
                    </a:moveTo>
                    <a:cubicBezTo>
                      <a:pt x="19409" y="1"/>
                      <a:pt x="18267" y="1110"/>
                      <a:pt x="18267" y="2512"/>
                    </a:cubicBezTo>
                    <a:lnTo>
                      <a:pt x="18267" y="16995"/>
                    </a:lnTo>
                    <a:cubicBezTo>
                      <a:pt x="18267" y="17680"/>
                      <a:pt x="17713" y="18268"/>
                      <a:pt x="16995" y="18268"/>
                    </a:cubicBezTo>
                    <a:lnTo>
                      <a:pt x="2512" y="18268"/>
                    </a:lnTo>
                    <a:cubicBezTo>
                      <a:pt x="1142" y="18268"/>
                      <a:pt x="0" y="19377"/>
                      <a:pt x="0" y="20779"/>
                    </a:cubicBezTo>
                    <a:lnTo>
                      <a:pt x="0" y="28347"/>
                    </a:lnTo>
                    <a:cubicBezTo>
                      <a:pt x="0" y="29717"/>
                      <a:pt x="1142" y="30859"/>
                      <a:pt x="2512" y="30859"/>
                    </a:cubicBezTo>
                    <a:lnTo>
                      <a:pt x="16995" y="30859"/>
                    </a:lnTo>
                    <a:cubicBezTo>
                      <a:pt x="17713" y="30859"/>
                      <a:pt x="18267" y="31413"/>
                      <a:pt x="18267" y="32131"/>
                    </a:cubicBezTo>
                    <a:lnTo>
                      <a:pt x="18267" y="46614"/>
                    </a:lnTo>
                    <a:cubicBezTo>
                      <a:pt x="18267" y="48017"/>
                      <a:pt x="19409" y="49126"/>
                      <a:pt x="20779" y="49126"/>
                    </a:cubicBezTo>
                    <a:lnTo>
                      <a:pt x="28347" y="49126"/>
                    </a:lnTo>
                    <a:cubicBezTo>
                      <a:pt x="29749" y="49126"/>
                      <a:pt x="30858" y="48017"/>
                      <a:pt x="30858" y="46614"/>
                    </a:cubicBezTo>
                    <a:lnTo>
                      <a:pt x="30858" y="32131"/>
                    </a:lnTo>
                    <a:cubicBezTo>
                      <a:pt x="30858" y="31413"/>
                      <a:pt x="31446" y="30859"/>
                      <a:pt x="32131" y="30859"/>
                    </a:cubicBezTo>
                    <a:lnTo>
                      <a:pt x="46614" y="30859"/>
                    </a:lnTo>
                    <a:cubicBezTo>
                      <a:pt x="48016" y="30859"/>
                      <a:pt x="49158" y="29717"/>
                      <a:pt x="49158" y="28347"/>
                    </a:cubicBezTo>
                    <a:lnTo>
                      <a:pt x="49158" y="20779"/>
                    </a:lnTo>
                    <a:cubicBezTo>
                      <a:pt x="49158" y="19377"/>
                      <a:pt x="48016" y="18268"/>
                      <a:pt x="46614" y="18268"/>
                    </a:cubicBezTo>
                    <a:lnTo>
                      <a:pt x="32131" y="18268"/>
                    </a:lnTo>
                    <a:cubicBezTo>
                      <a:pt x="31446" y="18268"/>
                      <a:pt x="30858" y="17680"/>
                      <a:pt x="30858" y="16995"/>
                    </a:cubicBezTo>
                    <a:lnTo>
                      <a:pt x="30858" y="2512"/>
                    </a:lnTo>
                    <a:cubicBezTo>
                      <a:pt x="30858" y="1110"/>
                      <a:pt x="29749" y="1"/>
                      <a:pt x="28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29" name="Google Shape;2351;p67">
            <a:extLst>
              <a:ext uri="{FF2B5EF4-FFF2-40B4-BE49-F238E27FC236}">
                <a16:creationId xmlns:a16="http://schemas.microsoft.com/office/drawing/2014/main" id="{BBD1BA87-85F3-7119-ED57-873B938CEA0C}"/>
              </a:ext>
            </a:extLst>
          </p:cNvPr>
          <p:cNvGrpSpPr/>
          <p:nvPr/>
        </p:nvGrpSpPr>
        <p:grpSpPr>
          <a:xfrm rot="20743324">
            <a:off x="8030249" y="3864745"/>
            <a:ext cx="548919" cy="657389"/>
            <a:chOff x="6797343" y="1729324"/>
            <a:chExt cx="802748" cy="961377"/>
          </a:xfrm>
        </p:grpSpPr>
        <p:grpSp>
          <p:nvGrpSpPr>
            <p:cNvPr id="4130" name="Google Shape;2352;p67">
              <a:extLst>
                <a:ext uri="{FF2B5EF4-FFF2-40B4-BE49-F238E27FC236}">
                  <a16:creationId xmlns:a16="http://schemas.microsoft.com/office/drawing/2014/main" id="{D826A5C5-8E70-70A2-128E-289F20342975}"/>
                </a:ext>
              </a:extLst>
            </p:cNvPr>
            <p:cNvGrpSpPr/>
            <p:nvPr/>
          </p:nvGrpSpPr>
          <p:grpSpPr>
            <a:xfrm>
              <a:off x="6797343" y="1729324"/>
              <a:ext cx="802748" cy="961377"/>
              <a:chOff x="1621200" y="238125"/>
              <a:chExt cx="4358025" cy="5219200"/>
            </a:xfrm>
          </p:grpSpPr>
          <p:sp>
            <p:nvSpPr>
              <p:cNvPr id="4142" name="Google Shape;2353;p67">
                <a:extLst>
                  <a:ext uri="{FF2B5EF4-FFF2-40B4-BE49-F238E27FC236}">
                    <a16:creationId xmlns:a16="http://schemas.microsoft.com/office/drawing/2014/main" id="{B4C14A1B-8F4A-2590-EC36-CC6E4B2DC40A}"/>
                  </a:ext>
                </a:extLst>
              </p:cNvPr>
              <p:cNvSpPr/>
              <p:nvPr/>
            </p:nvSpPr>
            <p:spPr>
              <a:xfrm>
                <a:off x="2096625" y="238125"/>
                <a:ext cx="3407175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136287" h="173603" extrusionOk="0">
                    <a:moveTo>
                      <a:pt x="12592" y="0"/>
                    </a:moveTo>
                    <a:cubicBezTo>
                      <a:pt x="5644" y="0"/>
                      <a:pt x="1" y="5643"/>
                      <a:pt x="1" y="12591"/>
                    </a:cubicBezTo>
                    <a:lnTo>
                      <a:pt x="1" y="161012"/>
                    </a:lnTo>
                    <a:cubicBezTo>
                      <a:pt x="1" y="167960"/>
                      <a:pt x="5644" y="173603"/>
                      <a:pt x="12592" y="173603"/>
                    </a:cubicBezTo>
                    <a:lnTo>
                      <a:pt x="123695" y="173603"/>
                    </a:lnTo>
                    <a:cubicBezTo>
                      <a:pt x="130643" y="173603"/>
                      <a:pt x="136286" y="167960"/>
                      <a:pt x="136286" y="161012"/>
                    </a:cubicBezTo>
                    <a:lnTo>
                      <a:pt x="136286" y="12591"/>
                    </a:lnTo>
                    <a:cubicBezTo>
                      <a:pt x="136286" y="5643"/>
                      <a:pt x="130643" y="0"/>
                      <a:pt x="1236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2354;p67">
                <a:extLst>
                  <a:ext uri="{FF2B5EF4-FFF2-40B4-BE49-F238E27FC236}">
                    <a16:creationId xmlns:a16="http://schemas.microsoft.com/office/drawing/2014/main" id="{570128AA-5447-CA92-B2A8-A1212816D8E7}"/>
                  </a:ext>
                </a:extLst>
              </p:cNvPr>
              <p:cNvSpPr/>
              <p:nvPr/>
            </p:nvSpPr>
            <p:spPr>
              <a:xfrm>
                <a:off x="4873400" y="238125"/>
                <a:ext cx="630400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73603" extrusionOk="0">
                    <a:moveTo>
                      <a:pt x="0" y="0"/>
                    </a:moveTo>
                    <a:cubicBezTo>
                      <a:pt x="6981" y="0"/>
                      <a:pt x="12624" y="5643"/>
                      <a:pt x="12624" y="12591"/>
                    </a:cubicBezTo>
                    <a:lnTo>
                      <a:pt x="12624" y="161012"/>
                    </a:lnTo>
                    <a:cubicBezTo>
                      <a:pt x="12624" y="167960"/>
                      <a:pt x="6981" y="173603"/>
                      <a:pt x="0" y="173603"/>
                    </a:cubicBezTo>
                    <a:lnTo>
                      <a:pt x="12624" y="173603"/>
                    </a:lnTo>
                    <a:cubicBezTo>
                      <a:pt x="19572" y="173603"/>
                      <a:pt x="25215" y="167960"/>
                      <a:pt x="25215" y="161012"/>
                    </a:cubicBezTo>
                    <a:lnTo>
                      <a:pt x="25215" y="12591"/>
                    </a:lnTo>
                    <a:cubicBezTo>
                      <a:pt x="25215" y="5643"/>
                      <a:pt x="19572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2355;p67">
                <a:extLst>
                  <a:ext uri="{FF2B5EF4-FFF2-40B4-BE49-F238E27FC236}">
                    <a16:creationId xmlns:a16="http://schemas.microsoft.com/office/drawing/2014/main" id="{8F4B45A5-A9EB-A8E1-AFE9-D6FF1AA598E6}"/>
                  </a:ext>
                </a:extLst>
              </p:cNvPr>
              <p:cNvSpPr/>
              <p:nvPr/>
            </p:nvSpPr>
            <p:spPr>
              <a:xfrm>
                <a:off x="1621200" y="2285825"/>
                <a:ext cx="4358025" cy="3171500"/>
              </a:xfrm>
              <a:custGeom>
                <a:avLst/>
                <a:gdLst/>
                <a:ahLst/>
                <a:cxnLst/>
                <a:rect l="l" t="t" r="r" b="b"/>
                <a:pathLst>
                  <a:path w="174321" h="126860" extrusionOk="0">
                    <a:moveTo>
                      <a:pt x="12592" y="0"/>
                    </a:moveTo>
                    <a:cubicBezTo>
                      <a:pt x="5644" y="0"/>
                      <a:pt x="0" y="5644"/>
                      <a:pt x="0" y="12592"/>
                    </a:cubicBezTo>
                    <a:lnTo>
                      <a:pt x="0" y="114268"/>
                    </a:lnTo>
                    <a:cubicBezTo>
                      <a:pt x="0" y="121216"/>
                      <a:pt x="5644" y="126859"/>
                      <a:pt x="12592" y="126859"/>
                    </a:cubicBezTo>
                    <a:lnTo>
                      <a:pt x="161730" y="126859"/>
                    </a:lnTo>
                    <a:cubicBezTo>
                      <a:pt x="168678" y="126859"/>
                      <a:pt x="174321" y="121216"/>
                      <a:pt x="174321" y="114268"/>
                    </a:cubicBezTo>
                    <a:lnTo>
                      <a:pt x="174321" y="31511"/>
                    </a:lnTo>
                    <a:cubicBezTo>
                      <a:pt x="174321" y="24563"/>
                      <a:pt x="168678" y="18920"/>
                      <a:pt x="161730" y="18920"/>
                    </a:cubicBezTo>
                    <a:lnTo>
                      <a:pt x="87617" y="18920"/>
                    </a:lnTo>
                    <a:cubicBezTo>
                      <a:pt x="83377" y="18920"/>
                      <a:pt x="79462" y="16800"/>
                      <a:pt x="77114" y="13309"/>
                    </a:cubicBezTo>
                    <a:lnTo>
                      <a:pt x="71992" y="5611"/>
                    </a:lnTo>
                    <a:cubicBezTo>
                      <a:pt x="69676" y="2121"/>
                      <a:pt x="65729" y="0"/>
                      <a:pt x="615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2356;p67">
                <a:extLst>
                  <a:ext uri="{FF2B5EF4-FFF2-40B4-BE49-F238E27FC236}">
                    <a16:creationId xmlns:a16="http://schemas.microsoft.com/office/drawing/2014/main" id="{0F7C80BF-F1DF-4AAD-9B09-1FA0A9743039}"/>
                  </a:ext>
                </a:extLst>
              </p:cNvPr>
              <p:cNvSpPr/>
              <p:nvPr/>
            </p:nvSpPr>
            <p:spPr>
              <a:xfrm>
                <a:off x="5348825" y="2758825"/>
                <a:ext cx="630400" cy="2698500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07940" extrusionOk="0">
                    <a:moveTo>
                      <a:pt x="1" y="0"/>
                    </a:moveTo>
                    <a:cubicBezTo>
                      <a:pt x="6981" y="0"/>
                      <a:pt x="12625" y="5643"/>
                      <a:pt x="12625" y="12591"/>
                    </a:cubicBezTo>
                    <a:lnTo>
                      <a:pt x="12625" y="95348"/>
                    </a:lnTo>
                    <a:cubicBezTo>
                      <a:pt x="12625" y="102296"/>
                      <a:pt x="6981" y="107939"/>
                      <a:pt x="1" y="107939"/>
                    </a:cubicBezTo>
                    <a:lnTo>
                      <a:pt x="12625" y="107939"/>
                    </a:lnTo>
                    <a:cubicBezTo>
                      <a:pt x="19573" y="107939"/>
                      <a:pt x="25216" y="102296"/>
                      <a:pt x="25216" y="9534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2357;p67">
                <a:extLst>
                  <a:ext uri="{FF2B5EF4-FFF2-40B4-BE49-F238E27FC236}">
                    <a16:creationId xmlns:a16="http://schemas.microsoft.com/office/drawing/2014/main" id="{55C77542-099D-8837-576C-049561510CB5}"/>
                  </a:ext>
                </a:extLst>
              </p:cNvPr>
              <p:cNvSpPr/>
              <p:nvPr/>
            </p:nvSpPr>
            <p:spPr>
              <a:xfrm>
                <a:off x="2870525" y="3178800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2358;p67">
                <a:extLst>
                  <a:ext uri="{FF2B5EF4-FFF2-40B4-BE49-F238E27FC236}">
                    <a16:creationId xmlns:a16="http://schemas.microsoft.com/office/drawing/2014/main" id="{71B594E1-36D3-48A1-5065-191E343CF0E0}"/>
                  </a:ext>
                </a:extLst>
              </p:cNvPr>
              <p:cNvSpPr/>
              <p:nvPr/>
            </p:nvSpPr>
            <p:spPr>
              <a:xfrm>
                <a:off x="3642800" y="3178800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63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785"/>
                      <a:pt x="1" y="73786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2359;p67">
                <a:extLst>
                  <a:ext uri="{FF2B5EF4-FFF2-40B4-BE49-F238E27FC236}">
                    <a16:creationId xmlns:a16="http://schemas.microsoft.com/office/drawing/2014/main" id="{E476C87E-0576-1093-C277-F7146505A4A5}"/>
                  </a:ext>
                </a:extLst>
              </p:cNvPr>
              <p:cNvSpPr/>
              <p:nvPr/>
            </p:nvSpPr>
            <p:spPr>
              <a:xfrm>
                <a:off x="3186125" y="3493575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6995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09"/>
                      <a:pt x="1" y="20779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79"/>
                    </a:lnTo>
                    <a:cubicBezTo>
                      <a:pt x="49126" y="19409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5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2360;p67">
                <a:extLst>
                  <a:ext uri="{FF2B5EF4-FFF2-40B4-BE49-F238E27FC236}">
                    <a16:creationId xmlns:a16="http://schemas.microsoft.com/office/drawing/2014/main" id="{5DC10E54-F5D5-4CAE-985F-49F18036C498}"/>
                  </a:ext>
                </a:extLst>
              </p:cNvPr>
              <p:cNvSpPr/>
              <p:nvPr/>
            </p:nvSpPr>
            <p:spPr>
              <a:xfrm>
                <a:off x="2713150" y="710275"/>
                <a:ext cx="21741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86965" h="1598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1777"/>
                    </a:lnTo>
                    <a:cubicBezTo>
                      <a:pt x="0" y="14093"/>
                      <a:pt x="1892" y="15985"/>
                      <a:pt x="4208" y="15985"/>
                    </a:cubicBezTo>
                    <a:lnTo>
                      <a:pt x="82757" y="15985"/>
                    </a:lnTo>
                    <a:cubicBezTo>
                      <a:pt x="85073" y="15985"/>
                      <a:pt x="86965" y="14093"/>
                      <a:pt x="86965" y="11777"/>
                    </a:cubicBezTo>
                    <a:lnTo>
                      <a:pt x="86965" y="4209"/>
                    </a:lnTo>
                    <a:cubicBezTo>
                      <a:pt x="86965" y="1893"/>
                      <a:pt x="85073" y="1"/>
                      <a:pt x="82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2361;p67">
                <a:extLst>
                  <a:ext uri="{FF2B5EF4-FFF2-40B4-BE49-F238E27FC236}">
                    <a16:creationId xmlns:a16="http://schemas.microsoft.com/office/drawing/2014/main" id="{5DD35E57-7A26-3F7D-184E-DF15965FD762}"/>
                  </a:ext>
                </a:extLst>
              </p:cNvPr>
              <p:cNvSpPr/>
              <p:nvPr/>
            </p:nvSpPr>
            <p:spPr>
              <a:xfrm>
                <a:off x="2634850" y="1503775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32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32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2362;p67">
                <a:extLst>
                  <a:ext uri="{FF2B5EF4-FFF2-40B4-BE49-F238E27FC236}">
                    <a16:creationId xmlns:a16="http://schemas.microsoft.com/office/drawing/2014/main" id="{710BB7FE-439E-F2D6-92A6-F48941812664}"/>
                  </a:ext>
                </a:extLst>
              </p:cNvPr>
              <p:cNvSpPr/>
              <p:nvPr/>
            </p:nvSpPr>
            <p:spPr>
              <a:xfrm>
                <a:off x="2634850" y="1818550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64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64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1" name="Google Shape;2363;p67">
              <a:extLst>
                <a:ext uri="{FF2B5EF4-FFF2-40B4-BE49-F238E27FC236}">
                  <a16:creationId xmlns:a16="http://schemas.microsoft.com/office/drawing/2014/main" id="{C6EBDE09-9E2E-0A3E-2A04-7B79E43BF1ED}"/>
                </a:ext>
              </a:extLst>
            </p:cNvPr>
            <p:cNvGrpSpPr/>
            <p:nvPr/>
          </p:nvGrpSpPr>
          <p:grpSpPr>
            <a:xfrm>
              <a:off x="6797343" y="1729324"/>
              <a:ext cx="802748" cy="961377"/>
              <a:chOff x="1621200" y="238125"/>
              <a:chExt cx="4358025" cy="5219200"/>
            </a:xfrm>
          </p:grpSpPr>
          <p:sp>
            <p:nvSpPr>
              <p:cNvPr id="4132" name="Google Shape;2364;p67">
                <a:extLst>
                  <a:ext uri="{FF2B5EF4-FFF2-40B4-BE49-F238E27FC236}">
                    <a16:creationId xmlns:a16="http://schemas.microsoft.com/office/drawing/2014/main" id="{775716EF-E2C7-B4AD-29B6-50B6CE70FE15}"/>
                  </a:ext>
                </a:extLst>
              </p:cNvPr>
              <p:cNvSpPr/>
              <p:nvPr/>
            </p:nvSpPr>
            <p:spPr>
              <a:xfrm>
                <a:off x="2096625" y="238125"/>
                <a:ext cx="3407175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136287" h="173603" extrusionOk="0">
                    <a:moveTo>
                      <a:pt x="12592" y="0"/>
                    </a:moveTo>
                    <a:cubicBezTo>
                      <a:pt x="5644" y="0"/>
                      <a:pt x="1" y="5643"/>
                      <a:pt x="1" y="12591"/>
                    </a:cubicBezTo>
                    <a:lnTo>
                      <a:pt x="1" y="161012"/>
                    </a:lnTo>
                    <a:cubicBezTo>
                      <a:pt x="1" y="167960"/>
                      <a:pt x="5644" y="173603"/>
                      <a:pt x="12592" y="173603"/>
                    </a:cubicBezTo>
                    <a:lnTo>
                      <a:pt x="123695" y="173603"/>
                    </a:lnTo>
                    <a:cubicBezTo>
                      <a:pt x="130643" y="173603"/>
                      <a:pt x="136286" y="167960"/>
                      <a:pt x="136286" y="161012"/>
                    </a:cubicBezTo>
                    <a:lnTo>
                      <a:pt x="136286" y="12591"/>
                    </a:lnTo>
                    <a:cubicBezTo>
                      <a:pt x="136286" y="5643"/>
                      <a:pt x="130643" y="0"/>
                      <a:pt x="123695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2365;p67">
                <a:extLst>
                  <a:ext uri="{FF2B5EF4-FFF2-40B4-BE49-F238E27FC236}">
                    <a16:creationId xmlns:a16="http://schemas.microsoft.com/office/drawing/2014/main" id="{52E251EE-0CAE-1098-3417-1AC9D56E9A90}"/>
                  </a:ext>
                </a:extLst>
              </p:cNvPr>
              <p:cNvSpPr/>
              <p:nvPr/>
            </p:nvSpPr>
            <p:spPr>
              <a:xfrm>
                <a:off x="4873400" y="238125"/>
                <a:ext cx="630400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73603" extrusionOk="0">
                    <a:moveTo>
                      <a:pt x="0" y="0"/>
                    </a:moveTo>
                    <a:cubicBezTo>
                      <a:pt x="6981" y="0"/>
                      <a:pt x="12624" y="5643"/>
                      <a:pt x="12624" y="12591"/>
                    </a:cubicBezTo>
                    <a:lnTo>
                      <a:pt x="12624" y="161012"/>
                    </a:lnTo>
                    <a:cubicBezTo>
                      <a:pt x="12624" y="167960"/>
                      <a:pt x="6981" y="173603"/>
                      <a:pt x="0" y="173603"/>
                    </a:cubicBezTo>
                    <a:lnTo>
                      <a:pt x="12624" y="173603"/>
                    </a:lnTo>
                    <a:cubicBezTo>
                      <a:pt x="19572" y="173603"/>
                      <a:pt x="25215" y="167960"/>
                      <a:pt x="25215" y="161012"/>
                    </a:cubicBezTo>
                    <a:lnTo>
                      <a:pt x="25215" y="12591"/>
                    </a:lnTo>
                    <a:cubicBezTo>
                      <a:pt x="25215" y="5643"/>
                      <a:pt x="19572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2366;p67">
                <a:extLst>
                  <a:ext uri="{FF2B5EF4-FFF2-40B4-BE49-F238E27FC236}">
                    <a16:creationId xmlns:a16="http://schemas.microsoft.com/office/drawing/2014/main" id="{1A24DE58-700F-5964-5824-2500F0D9CE65}"/>
                  </a:ext>
                </a:extLst>
              </p:cNvPr>
              <p:cNvSpPr/>
              <p:nvPr/>
            </p:nvSpPr>
            <p:spPr>
              <a:xfrm>
                <a:off x="1621200" y="2285825"/>
                <a:ext cx="4358025" cy="3171500"/>
              </a:xfrm>
              <a:custGeom>
                <a:avLst/>
                <a:gdLst/>
                <a:ahLst/>
                <a:cxnLst/>
                <a:rect l="l" t="t" r="r" b="b"/>
                <a:pathLst>
                  <a:path w="174321" h="126860" extrusionOk="0">
                    <a:moveTo>
                      <a:pt x="12592" y="0"/>
                    </a:moveTo>
                    <a:cubicBezTo>
                      <a:pt x="5644" y="0"/>
                      <a:pt x="0" y="5644"/>
                      <a:pt x="0" y="12592"/>
                    </a:cubicBezTo>
                    <a:lnTo>
                      <a:pt x="0" y="114268"/>
                    </a:lnTo>
                    <a:cubicBezTo>
                      <a:pt x="0" y="121216"/>
                      <a:pt x="5644" y="126859"/>
                      <a:pt x="12592" y="126859"/>
                    </a:cubicBezTo>
                    <a:lnTo>
                      <a:pt x="161730" y="126859"/>
                    </a:lnTo>
                    <a:cubicBezTo>
                      <a:pt x="168678" y="126859"/>
                      <a:pt x="174321" y="121216"/>
                      <a:pt x="174321" y="114268"/>
                    </a:cubicBezTo>
                    <a:lnTo>
                      <a:pt x="174321" y="31511"/>
                    </a:lnTo>
                    <a:cubicBezTo>
                      <a:pt x="174321" y="24563"/>
                      <a:pt x="168678" y="18920"/>
                      <a:pt x="161730" y="18920"/>
                    </a:cubicBezTo>
                    <a:lnTo>
                      <a:pt x="87617" y="18920"/>
                    </a:lnTo>
                    <a:cubicBezTo>
                      <a:pt x="83377" y="18920"/>
                      <a:pt x="79462" y="16800"/>
                      <a:pt x="77114" y="13309"/>
                    </a:cubicBezTo>
                    <a:lnTo>
                      <a:pt x="71992" y="5611"/>
                    </a:lnTo>
                    <a:cubicBezTo>
                      <a:pt x="69676" y="2121"/>
                      <a:pt x="65729" y="0"/>
                      <a:pt x="615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2367;p67">
                <a:extLst>
                  <a:ext uri="{FF2B5EF4-FFF2-40B4-BE49-F238E27FC236}">
                    <a16:creationId xmlns:a16="http://schemas.microsoft.com/office/drawing/2014/main" id="{19D87144-CFB6-652B-37DE-517C721FB1A0}"/>
                  </a:ext>
                </a:extLst>
              </p:cNvPr>
              <p:cNvSpPr/>
              <p:nvPr/>
            </p:nvSpPr>
            <p:spPr>
              <a:xfrm>
                <a:off x="5348825" y="2758825"/>
                <a:ext cx="630400" cy="2698500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07940" extrusionOk="0">
                    <a:moveTo>
                      <a:pt x="1" y="0"/>
                    </a:moveTo>
                    <a:cubicBezTo>
                      <a:pt x="6981" y="0"/>
                      <a:pt x="12625" y="5643"/>
                      <a:pt x="12625" y="12591"/>
                    </a:cubicBezTo>
                    <a:lnTo>
                      <a:pt x="12625" y="95348"/>
                    </a:lnTo>
                    <a:cubicBezTo>
                      <a:pt x="12625" y="102296"/>
                      <a:pt x="6981" y="107939"/>
                      <a:pt x="1" y="107939"/>
                    </a:cubicBezTo>
                    <a:lnTo>
                      <a:pt x="12625" y="107939"/>
                    </a:lnTo>
                    <a:cubicBezTo>
                      <a:pt x="19573" y="107939"/>
                      <a:pt x="25216" y="102296"/>
                      <a:pt x="25216" y="9534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2368;p67">
                <a:extLst>
                  <a:ext uri="{FF2B5EF4-FFF2-40B4-BE49-F238E27FC236}">
                    <a16:creationId xmlns:a16="http://schemas.microsoft.com/office/drawing/2014/main" id="{99C2AEC1-54ED-F9F2-B4C1-4C41E1EF23A0}"/>
                  </a:ext>
                </a:extLst>
              </p:cNvPr>
              <p:cNvSpPr/>
              <p:nvPr/>
            </p:nvSpPr>
            <p:spPr>
              <a:xfrm>
                <a:off x="2870525" y="3178800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2369;p67">
                <a:extLst>
                  <a:ext uri="{FF2B5EF4-FFF2-40B4-BE49-F238E27FC236}">
                    <a16:creationId xmlns:a16="http://schemas.microsoft.com/office/drawing/2014/main" id="{4D638F78-BFD0-0930-44CE-976A3FBD5425}"/>
                  </a:ext>
                </a:extLst>
              </p:cNvPr>
              <p:cNvSpPr/>
              <p:nvPr/>
            </p:nvSpPr>
            <p:spPr>
              <a:xfrm>
                <a:off x="3642800" y="3178800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63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785"/>
                      <a:pt x="1" y="73786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2370;p67">
                <a:extLst>
                  <a:ext uri="{FF2B5EF4-FFF2-40B4-BE49-F238E27FC236}">
                    <a16:creationId xmlns:a16="http://schemas.microsoft.com/office/drawing/2014/main" id="{1B07ACCF-ADFA-A114-4278-DAF277687AC2}"/>
                  </a:ext>
                </a:extLst>
              </p:cNvPr>
              <p:cNvSpPr/>
              <p:nvPr/>
            </p:nvSpPr>
            <p:spPr>
              <a:xfrm>
                <a:off x="3186125" y="3493575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6995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09"/>
                      <a:pt x="1" y="20779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79"/>
                    </a:lnTo>
                    <a:cubicBezTo>
                      <a:pt x="49126" y="19409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5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2371;p67">
                <a:extLst>
                  <a:ext uri="{FF2B5EF4-FFF2-40B4-BE49-F238E27FC236}">
                    <a16:creationId xmlns:a16="http://schemas.microsoft.com/office/drawing/2014/main" id="{ACED829B-2A9B-E579-19E8-E05A9E6BE4FA}"/>
                  </a:ext>
                </a:extLst>
              </p:cNvPr>
              <p:cNvSpPr/>
              <p:nvPr/>
            </p:nvSpPr>
            <p:spPr>
              <a:xfrm>
                <a:off x="2713150" y="710275"/>
                <a:ext cx="21741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86965" h="1598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1777"/>
                    </a:lnTo>
                    <a:cubicBezTo>
                      <a:pt x="0" y="14093"/>
                      <a:pt x="1892" y="15985"/>
                      <a:pt x="4208" y="15985"/>
                    </a:cubicBezTo>
                    <a:lnTo>
                      <a:pt x="82757" y="15985"/>
                    </a:lnTo>
                    <a:cubicBezTo>
                      <a:pt x="85073" y="15985"/>
                      <a:pt x="86965" y="14093"/>
                      <a:pt x="86965" y="11777"/>
                    </a:cubicBezTo>
                    <a:lnTo>
                      <a:pt x="86965" y="4209"/>
                    </a:lnTo>
                    <a:cubicBezTo>
                      <a:pt x="86965" y="1893"/>
                      <a:pt x="85073" y="1"/>
                      <a:pt x="82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2372;p67">
                <a:extLst>
                  <a:ext uri="{FF2B5EF4-FFF2-40B4-BE49-F238E27FC236}">
                    <a16:creationId xmlns:a16="http://schemas.microsoft.com/office/drawing/2014/main" id="{DFBE66B6-E09E-6A84-43AB-B587EB08DF26}"/>
                  </a:ext>
                </a:extLst>
              </p:cNvPr>
              <p:cNvSpPr/>
              <p:nvPr/>
            </p:nvSpPr>
            <p:spPr>
              <a:xfrm>
                <a:off x="2634850" y="1503775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32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32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2373;p67">
                <a:extLst>
                  <a:ext uri="{FF2B5EF4-FFF2-40B4-BE49-F238E27FC236}">
                    <a16:creationId xmlns:a16="http://schemas.microsoft.com/office/drawing/2014/main" id="{0C1AB2A9-3FA9-A368-1B7A-6F6DCC7D4A0F}"/>
                  </a:ext>
                </a:extLst>
              </p:cNvPr>
              <p:cNvSpPr/>
              <p:nvPr/>
            </p:nvSpPr>
            <p:spPr>
              <a:xfrm>
                <a:off x="2634850" y="1818550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64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64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2" name="Google Shape;2374;p67">
            <a:extLst>
              <a:ext uri="{FF2B5EF4-FFF2-40B4-BE49-F238E27FC236}">
                <a16:creationId xmlns:a16="http://schemas.microsoft.com/office/drawing/2014/main" id="{A1E15FF5-D9A2-0BE5-5D3C-F5C8C37C007E}"/>
              </a:ext>
            </a:extLst>
          </p:cNvPr>
          <p:cNvGrpSpPr/>
          <p:nvPr/>
        </p:nvGrpSpPr>
        <p:grpSpPr>
          <a:xfrm>
            <a:off x="161004" y="2087900"/>
            <a:ext cx="548857" cy="548946"/>
            <a:chOff x="1450775" y="1729324"/>
            <a:chExt cx="961389" cy="961377"/>
          </a:xfrm>
        </p:grpSpPr>
        <p:grpSp>
          <p:nvGrpSpPr>
            <p:cNvPr id="4153" name="Google Shape;2375;p67">
              <a:extLst>
                <a:ext uri="{FF2B5EF4-FFF2-40B4-BE49-F238E27FC236}">
                  <a16:creationId xmlns:a16="http://schemas.microsoft.com/office/drawing/2014/main" id="{85D9338C-591B-5DE7-62FB-054585CD94E9}"/>
                </a:ext>
              </a:extLst>
            </p:cNvPr>
            <p:cNvGrpSpPr/>
            <p:nvPr/>
          </p:nvGrpSpPr>
          <p:grpSpPr>
            <a:xfrm>
              <a:off x="1450788" y="1729324"/>
              <a:ext cx="961377" cy="961377"/>
              <a:chOff x="1190625" y="238125"/>
              <a:chExt cx="5219200" cy="5219200"/>
            </a:xfrm>
          </p:grpSpPr>
          <p:sp>
            <p:nvSpPr>
              <p:cNvPr id="4175" name="Google Shape;2376;p67">
                <a:extLst>
                  <a:ext uri="{FF2B5EF4-FFF2-40B4-BE49-F238E27FC236}">
                    <a16:creationId xmlns:a16="http://schemas.microsoft.com/office/drawing/2014/main" id="{DC33B222-EB1E-45A5-FAF8-588D551034FF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2377;p67">
                <a:extLst>
                  <a:ext uri="{FF2B5EF4-FFF2-40B4-BE49-F238E27FC236}">
                    <a16:creationId xmlns:a16="http://schemas.microsoft.com/office/drawing/2014/main" id="{5CB4597F-83DB-F8FC-6D95-19C93586870D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2378;p67">
                <a:extLst>
                  <a:ext uri="{FF2B5EF4-FFF2-40B4-BE49-F238E27FC236}">
                    <a16:creationId xmlns:a16="http://schemas.microsoft.com/office/drawing/2014/main" id="{FB790403-EFA2-DBEB-67D5-BD4AE7F87984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2379;p67">
                <a:extLst>
                  <a:ext uri="{FF2B5EF4-FFF2-40B4-BE49-F238E27FC236}">
                    <a16:creationId xmlns:a16="http://schemas.microsoft.com/office/drawing/2014/main" id="{DDAD6FE8-9BDF-22C3-C1E6-60FEE4CCEA86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2380;p67">
                <a:extLst>
                  <a:ext uri="{FF2B5EF4-FFF2-40B4-BE49-F238E27FC236}">
                    <a16:creationId xmlns:a16="http://schemas.microsoft.com/office/drawing/2014/main" id="{0B4BEA18-682E-7E47-F00B-18CF91B3C232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2381;p67">
                <a:extLst>
                  <a:ext uri="{FF2B5EF4-FFF2-40B4-BE49-F238E27FC236}">
                    <a16:creationId xmlns:a16="http://schemas.microsoft.com/office/drawing/2014/main" id="{22AF53FA-6A3E-0826-3106-D6618A35157D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2382;p67">
                <a:extLst>
                  <a:ext uri="{FF2B5EF4-FFF2-40B4-BE49-F238E27FC236}">
                    <a16:creationId xmlns:a16="http://schemas.microsoft.com/office/drawing/2014/main" id="{9CDA2554-76CD-102A-1066-7AF33DABE7C8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2383;p67">
                <a:extLst>
                  <a:ext uri="{FF2B5EF4-FFF2-40B4-BE49-F238E27FC236}">
                    <a16:creationId xmlns:a16="http://schemas.microsoft.com/office/drawing/2014/main" id="{0E78ABCA-5E3B-8492-A692-CD50F7284E35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2384;p67">
                <a:extLst>
                  <a:ext uri="{FF2B5EF4-FFF2-40B4-BE49-F238E27FC236}">
                    <a16:creationId xmlns:a16="http://schemas.microsoft.com/office/drawing/2014/main" id="{823A0935-5573-A2FF-04A9-0F6A8769AE42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2385;p67">
                <a:extLst>
                  <a:ext uri="{FF2B5EF4-FFF2-40B4-BE49-F238E27FC236}">
                    <a16:creationId xmlns:a16="http://schemas.microsoft.com/office/drawing/2014/main" id="{437AA927-14E8-4C72-5972-916915F13525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2386;p67">
                <a:extLst>
                  <a:ext uri="{FF2B5EF4-FFF2-40B4-BE49-F238E27FC236}">
                    <a16:creationId xmlns:a16="http://schemas.microsoft.com/office/drawing/2014/main" id="{B18AC8A4-9256-6544-9998-BA2066B04D5E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2387;p67">
                <a:extLst>
                  <a:ext uri="{FF2B5EF4-FFF2-40B4-BE49-F238E27FC236}">
                    <a16:creationId xmlns:a16="http://schemas.microsoft.com/office/drawing/2014/main" id="{81C04211-752D-2A9E-7F5A-E9719502240E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2388;p67">
                <a:extLst>
                  <a:ext uri="{FF2B5EF4-FFF2-40B4-BE49-F238E27FC236}">
                    <a16:creationId xmlns:a16="http://schemas.microsoft.com/office/drawing/2014/main" id="{8FEB4305-6778-CDD0-0D3C-A541E7C83C43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2389;p67">
                <a:extLst>
                  <a:ext uri="{FF2B5EF4-FFF2-40B4-BE49-F238E27FC236}">
                    <a16:creationId xmlns:a16="http://schemas.microsoft.com/office/drawing/2014/main" id="{E969FB5C-4449-BBF1-B08F-E85817EA72C1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2390;p67">
                <a:extLst>
                  <a:ext uri="{FF2B5EF4-FFF2-40B4-BE49-F238E27FC236}">
                    <a16:creationId xmlns:a16="http://schemas.microsoft.com/office/drawing/2014/main" id="{0A0C4248-D974-E480-3A0C-935FD431AA0A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2391;p67">
                <a:extLst>
                  <a:ext uri="{FF2B5EF4-FFF2-40B4-BE49-F238E27FC236}">
                    <a16:creationId xmlns:a16="http://schemas.microsoft.com/office/drawing/2014/main" id="{B54248CF-AADF-4EEE-1618-16A42CA6319F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2392;p67">
                <a:extLst>
                  <a:ext uri="{FF2B5EF4-FFF2-40B4-BE49-F238E27FC236}">
                    <a16:creationId xmlns:a16="http://schemas.microsoft.com/office/drawing/2014/main" id="{7C348374-7372-8EAA-9CD3-1080F7618A60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2393;p67">
                <a:extLst>
                  <a:ext uri="{FF2B5EF4-FFF2-40B4-BE49-F238E27FC236}">
                    <a16:creationId xmlns:a16="http://schemas.microsoft.com/office/drawing/2014/main" id="{4980154F-953A-1E5D-C20A-D2B9A4F43242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2394;p67">
                <a:extLst>
                  <a:ext uri="{FF2B5EF4-FFF2-40B4-BE49-F238E27FC236}">
                    <a16:creationId xmlns:a16="http://schemas.microsoft.com/office/drawing/2014/main" id="{836AD18B-4E49-FB95-FD6B-C496621278D6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2395;p67">
                <a:extLst>
                  <a:ext uri="{FF2B5EF4-FFF2-40B4-BE49-F238E27FC236}">
                    <a16:creationId xmlns:a16="http://schemas.microsoft.com/office/drawing/2014/main" id="{14A9407A-40C6-FC71-3605-40461C16EF8D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54" name="Google Shape;2396;p67">
              <a:extLst>
                <a:ext uri="{FF2B5EF4-FFF2-40B4-BE49-F238E27FC236}">
                  <a16:creationId xmlns:a16="http://schemas.microsoft.com/office/drawing/2014/main" id="{CE3D4C46-C3AE-6FF8-5CBC-B697744EE10F}"/>
                </a:ext>
              </a:extLst>
            </p:cNvPr>
            <p:cNvGrpSpPr/>
            <p:nvPr/>
          </p:nvGrpSpPr>
          <p:grpSpPr>
            <a:xfrm>
              <a:off x="1450775" y="1729324"/>
              <a:ext cx="961377" cy="961377"/>
              <a:chOff x="1190625" y="238125"/>
              <a:chExt cx="5219200" cy="5219200"/>
            </a:xfrm>
          </p:grpSpPr>
          <p:sp>
            <p:nvSpPr>
              <p:cNvPr id="4155" name="Google Shape;2397;p67">
                <a:extLst>
                  <a:ext uri="{FF2B5EF4-FFF2-40B4-BE49-F238E27FC236}">
                    <a16:creationId xmlns:a16="http://schemas.microsoft.com/office/drawing/2014/main" id="{67825C13-7FF4-263E-50AF-6E860DAF16FA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2398;p67">
                <a:extLst>
                  <a:ext uri="{FF2B5EF4-FFF2-40B4-BE49-F238E27FC236}">
                    <a16:creationId xmlns:a16="http://schemas.microsoft.com/office/drawing/2014/main" id="{C064681A-7B28-273A-DBE5-48F69BF33C93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2399;p67">
                <a:extLst>
                  <a:ext uri="{FF2B5EF4-FFF2-40B4-BE49-F238E27FC236}">
                    <a16:creationId xmlns:a16="http://schemas.microsoft.com/office/drawing/2014/main" id="{8CB11C04-7DC6-ED1D-61F2-825824F0467B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2400;p67">
                <a:extLst>
                  <a:ext uri="{FF2B5EF4-FFF2-40B4-BE49-F238E27FC236}">
                    <a16:creationId xmlns:a16="http://schemas.microsoft.com/office/drawing/2014/main" id="{E5503B8A-A930-C1BC-1C73-B3B8106AA6D3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2401;p67">
                <a:extLst>
                  <a:ext uri="{FF2B5EF4-FFF2-40B4-BE49-F238E27FC236}">
                    <a16:creationId xmlns:a16="http://schemas.microsoft.com/office/drawing/2014/main" id="{DC317425-721F-EA9E-C932-CEE5A2C69D34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rgbClr val="F7F6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2402;p67">
                <a:extLst>
                  <a:ext uri="{FF2B5EF4-FFF2-40B4-BE49-F238E27FC236}">
                    <a16:creationId xmlns:a16="http://schemas.microsoft.com/office/drawing/2014/main" id="{F9BE468E-E8B6-7A96-3553-C0D36D585102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2403;p67">
                <a:extLst>
                  <a:ext uri="{FF2B5EF4-FFF2-40B4-BE49-F238E27FC236}">
                    <a16:creationId xmlns:a16="http://schemas.microsoft.com/office/drawing/2014/main" id="{C6EDC90E-B778-F61A-9C91-BF20B782CEBF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2404;p67">
                <a:extLst>
                  <a:ext uri="{FF2B5EF4-FFF2-40B4-BE49-F238E27FC236}">
                    <a16:creationId xmlns:a16="http://schemas.microsoft.com/office/drawing/2014/main" id="{F5C8BE73-D1C2-DE51-59E9-66755189DB12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2405;p67">
                <a:extLst>
                  <a:ext uri="{FF2B5EF4-FFF2-40B4-BE49-F238E27FC236}">
                    <a16:creationId xmlns:a16="http://schemas.microsoft.com/office/drawing/2014/main" id="{B7DCC3A4-49BD-C2D8-555B-B53A06B79589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2406;p67">
                <a:extLst>
                  <a:ext uri="{FF2B5EF4-FFF2-40B4-BE49-F238E27FC236}">
                    <a16:creationId xmlns:a16="http://schemas.microsoft.com/office/drawing/2014/main" id="{A1ACB190-14A4-238F-1A2F-28B4F6B32880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2407;p67">
                <a:extLst>
                  <a:ext uri="{FF2B5EF4-FFF2-40B4-BE49-F238E27FC236}">
                    <a16:creationId xmlns:a16="http://schemas.microsoft.com/office/drawing/2014/main" id="{C11FFC8F-D91A-EA2B-1D9B-51D493FD0158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2408;p67">
                <a:extLst>
                  <a:ext uri="{FF2B5EF4-FFF2-40B4-BE49-F238E27FC236}">
                    <a16:creationId xmlns:a16="http://schemas.microsoft.com/office/drawing/2014/main" id="{23E86070-5132-75F0-A10F-EDDCBFD7673E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2409;p67">
                <a:extLst>
                  <a:ext uri="{FF2B5EF4-FFF2-40B4-BE49-F238E27FC236}">
                    <a16:creationId xmlns:a16="http://schemas.microsoft.com/office/drawing/2014/main" id="{BD67DF53-4F53-6EDC-0B89-C8F2766F679F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2410;p67">
                <a:extLst>
                  <a:ext uri="{FF2B5EF4-FFF2-40B4-BE49-F238E27FC236}">
                    <a16:creationId xmlns:a16="http://schemas.microsoft.com/office/drawing/2014/main" id="{82A0B704-77AD-5B44-DD3C-5230D5C03836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2411;p67">
                <a:extLst>
                  <a:ext uri="{FF2B5EF4-FFF2-40B4-BE49-F238E27FC236}">
                    <a16:creationId xmlns:a16="http://schemas.microsoft.com/office/drawing/2014/main" id="{E2F11F7F-239A-2BAB-A57C-00E34DFF620F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2412;p67">
                <a:extLst>
                  <a:ext uri="{FF2B5EF4-FFF2-40B4-BE49-F238E27FC236}">
                    <a16:creationId xmlns:a16="http://schemas.microsoft.com/office/drawing/2014/main" id="{B3062DB6-E980-EAF4-24EB-6D4C7F461150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17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2413;p67">
                <a:extLst>
                  <a:ext uri="{FF2B5EF4-FFF2-40B4-BE49-F238E27FC236}">
                    <a16:creationId xmlns:a16="http://schemas.microsoft.com/office/drawing/2014/main" id="{9E0447A9-0BAC-9345-B7A6-EAA77DB509F0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2414;p67">
                <a:extLst>
                  <a:ext uri="{FF2B5EF4-FFF2-40B4-BE49-F238E27FC236}">
                    <a16:creationId xmlns:a16="http://schemas.microsoft.com/office/drawing/2014/main" id="{39131B77-E55B-8495-B63A-1C384F941653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2415;p67">
                <a:extLst>
                  <a:ext uri="{FF2B5EF4-FFF2-40B4-BE49-F238E27FC236}">
                    <a16:creationId xmlns:a16="http://schemas.microsoft.com/office/drawing/2014/main" id="{071A33CB-69C8-50A0-FB19-54E40356E91D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2416;p67">
                <a:extLst>
                  <a:ext uri="{FF2B5EF4-FFF2-40B4-BE49-F238E27FC236}">
                    <a16:creationId xmlns:a16="http://schemas.microsoft.com/office/drawing/2014/main" id="{4433338E-E08A-DC9F-1866-DCDE957FF572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95" name="Google Shape;1838;p59">
            <a:extLst>
              <a:ext uri="{FF2B5EF4-FFF2-40B4-BE49-F238E27FC236}">
                <a16:creationId xmlns:a16="http://schemas.microsoft.com/office/drawing/2014/main" id="{723DC51F-32EA-6120-E009-AA4AC8F35150}"/>
              </a:ext>
            </a:extLst>
          </p:cNvPr>
          <p:cNvSpPr txBox="1">
            <a:spLocks/>
          </p:cNvSpPr>
          <p:nvPr/>
        </p:nvSpPr>
        <p:spPr>
          <a:xfrm>
            <a:off x="9681948" y="369519"/>
            <a:ext cx="213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/>
              <a:t>Homepage</a:t>
            </a:r>
          </a:p>
        </p:txBody>
      </p:sp>
      <p:pic>
        <p:nvPicPr>
          <p:cNvPr id="4197" name="Picture 4196">
            <a:extLst>
              <a:ext uri="{FF2B5EF4-FFF2-40B4-BE49-F238E27FC236}">
                <a16:creationId xmlns:a16="http://schemas.microsoft.com/office/drawing/2014/main" id="{D5A3191B-1465-72C0-14EF-E702630D1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57730" y="1781407"/>
            <a:ext cx="5029636" cy="28226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67">
          <a:extLst>
            <a:ext uri="{FF2B5EF4-FFF2-40B4-BE49-F238E27FC236}">
              <a16:creationId xmlns:a16="http://schemas.microsoft.com/office/drawing/2014/main" id="{FA5A5016-73DA-675E-83C3-01CC89F0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920;p62">
            <a:extLst>
              <a:ext uri="{FF2B5EF4-FFF2-40B4-BE49-F238E27FC236}">
                <a16:creationId xmlns:a16="http://schemas.microsoft.com/office/drawing/2014/main" id="{E86D3AEA-694E-B35F-2C86-5D2353470433}"/>
              </a:ext>
            </a:extLst>
          </p:cNvPr>
          <p:cNvCxnSpPr>
            <a:cxnSpLocks/>
          </p:cNvCxnSpPr>
          <p:nvPr/>
        </p:nvCxnSpPr>
        <p:spPr>
          <a:xfrm rot="5400000">
            <a:off x="3703426" y="1441936"/>
            <a:ext cx="2749504" cy="920764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2F6E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F8FDAF7-D528-AB3A-5173-3FB1EE4D3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" y="1235191"/>
            <a:ext cx="4244160" cy="15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A577062-5824-D7AC-732F-3F4808B33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785" y="1411443"/>
            <a:ext cx="4244160" cy="117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D13C46A8-726B-6B90-A844-43165F5EC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59" y="3277070"/>
            <a:ext cx="3897357" cy="108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8" name="Google Shape;2268;p66">
            <a:extLst>
              <a:ext uri="{FF2B5EF4-FFF2-40B4-BE49-F238E27FC236}">
                <a16:creationId xmlns:a16="http://schemas.microsoft.com/office/drawing/2014/main" id="{B577F5D1-73A1-EF48-F98A-41C2D990B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1808" y="-4508969"/>
            <a:ext cx="50091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bg2"/>
                </a:solidFill>
              </a:rPr>
              <a:t>Blood Bank Management</a:t>
            </a:r>
            <a:endParaRPr dirty="0">
              <a:solidFill>
                <a:schemeClr val="bg2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E6D9D6B-1EB2-EFD5-851D-C57CE89265E6}"/>
              </a:ext>
            </a:extLst>
          </p:cNvPr>
          <p:cNvGrpSpPr/>
          <p:nvPr/>
        </p:nvGrpSpPr>
        <p:grpSpPr>
          <a:xfrm>
            <a:off x="303770" y="-3936731"/>
            <a:ext cx="7281756" cy="4479356"/>
            <a:chOff x="270344" y="323850"/>
            <a:chExt cx="7834947" cy="4819650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7BCBFAE4-55C1-C955-2237-7025EBFB06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471" y="1415463"/>
              <a:ext cx="7015258" cy="3728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Google Shape;1915;p62">
              <a:extLst>
                <a:ext uri="{FF2B5EF4-FFF2-40B4-BE49-F238E27FC236}">
                  <a16:creationId xmlns:a16="http://schemas.microsoft.com/office/drawing/2014/main" id="{13A7D19C-2CB8-A083-BFA9-9E07DAF87AA1}"/>
                </a:ext>
              </a:extLst>
            </p:cNvPr>
            <p:cNvSpPr txBox="1">
              <a:spLocks/>
            </p:cNvSpPr>
            <p:nvPr/>
          </p:nvSpPr>
          <p:spPr>
            <a:xfrm>
              <a:off x="270344" y="323850"/>
              <a:ext cx="866692" cy="916552"/>
            </a:xfrm>
            <a:prstGeom prst="rect">
              <a:avLst/>
            </a:prstGeom>
            <a:solidFill>
              <a:srgbClr val="E33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blood units</a:t>
              </a:r>
            </a:p>
          </p:txBody>
        </p:sp>
        <p:cxnSp>
          <p:nvCxnSpPr>
            <p:cNvPr id="16" name="Google Shape;1920;p62">
              <a:extLst>
                <a:ext uri="{FF2B5EF4-FFF2-40B4-BE49-F238E27FC236}">
                  <a16:creationId xmlns:a16="http://schemas.microsoft.com/office/drawing/2014/main" id="{EE75AEF3-6757-D5C8-0310-89A20B4B5168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rot="16200000" flipH="1">
              <a:off x="522024" y="1422068"/>
              <a:ext cx="796678" cy="433346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E3303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" name="Google Shape;1915;p62">
              <a:extLst>
                <a:ext uri="{FF2B5EF4-FFF2-40B4-BE49-F238E27FC236}">
                  <a16:creationId xmlns:a16="http://schemas.microsoft.com/office/drawing/2014/main" id="{69E5BC89-F83B-A893-8482-2DE5A0515BE6}"/>
                </a:ext>
              </a:extLst>
            </p:cNvPr>
            <p:cNvSpPr txBox="1">
              <a:spLocks/>
            </p:cNvSpPr>
            <p:nvPr/>
          </p:nvSpPr>
          <p:spPr>
            <a:xfrm>
              <a:off x="3392722" y="547052"/>
              <a:ext cx="1290596" cy="572700"/>
            </a:xfrm>
            <a:prstGeom prst="rect">
              <a:avLst/>
            </a:prstGeom>
            <a:solidFill>
              <a:srgbClr val="F366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requests</a:t>
              </a:r>
            </a:p>
          </p:txBody>
        </p:sp>
        <p:cxnSp>
          <p:nvCxnSpPr>
            <p:cNvPr id="43" name="Google Shape;1920;p62">
              <a:extLst>
                <a:ext uri="{FF2B5EF4-FFF2-40B4-BE49-F238E27FC236}">
                  <a16:creationId xmlns:a16="http://schemas.microsoft.com/office/drawing/2014/main" id="{214332D1-3D96-F01B-BD6D-AEF33E5B5435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rot="5400000">
              <a:off x="3373245" y="1372307"/>
              <a:ext cx="917331" cy="412221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3661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Google Shape;1915;p62">
              <a:extLst>
                <a:ext uri="{FF2B5EF4-FFF2-40B4-BE49-F238E27FC236}">
                  <a16:creationId xmlns:a16="http://schemas.microsoft.com/office/drawing/2014/main" id="{7EC0F57B-C7B4-F473-8EB5-53D459DB8C5E}"/>
                </a:ext>
              </a:extLst>
            </p:cNvPr>
            <p:cNvSpPr txBox="1">
              <a:spLocks/>
            </p:cNvSpPr>
            <p:nvPr/>
          </p:nvSpPr>
          <p:spPr>
            <a:xfrm>
              <a:off x="4916396" y="537514"/>
              <a:ext cx="1290596" cy="572700"/>
            </a:xfrm>
            <a:prstGeom prst="rect">
              <a:avLst/>
            </a:prstGeom>
            <a:solidFill>
              <a:srgbClr val="1BB5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donors</a:t>
              </a:r>
            </a:p>
          </p:txBody>
        </p:sp>
        <p:cxnSp>
          <p:nvCxnSpPr>
            <p:cNvPr id="50" name="Google Shape;1920;p62">
              <a:extLst>
                <a:ext uri="{FF2B5EF4-FFF2-40B4-BE49-F238E27FC236}">
                  <a16:creationId xmlns:a16="http://schemas.microsoft.com/office/drawing/2014/main" id="{98F99404-4FEA-5776-DE19-10A8FDA46BBA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rot="16200000" flipH="1">
              <a:off x="5290375" y="1381532"/>
              <a:ext cx="926867" cy="384229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1BB55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1915;p62">
              <a:extLst>
                <a:ext uri="{FF2B5EF4-FFF2-40B4-BE49-F238E27FC236}">
                  <a16:creationId xmlns:a16="http://schemas.microsoft.com/office/drawing/2014/main" id="{CD397F5E-A731-057B-3A51-454AAC23CA21}"/>
                </a:ext>
              </a:extLst>
            </p:cNvPr>
            <p:cNvSpPr txBox="1">
              <a:spLocks/>
            </p:cNvSpPr>
            <p:nvPr/>
          </p:nvSpPr>
          <p:spPr>
            <a:xfrm>
              <a:off x="6814695" y="497152"/>
              <a:ext cx="1290596" cy="572700"/>
            </a:xfrm>
            <a:prstGeom prst="rect">
              <a:avLst/>
            </a:prstGeom>
            <a:solidFill>
              <a:srgbClr val="2F6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events</a:t>
              </a:r>
            </a:p>
          </p:txBody>
        </p:sp>
        <p:cxnSp>
          <p:nvCxnSpPr>
            <p:cNvPr id="61" name="Google Shape;1920;p62">
              <a:extLst>
                <a:ext uri="{FF2B5EF4-FFF2-40B4-BE49-F238E27FC236}">
                  <a16:creationId xmlns:a16="http://schemas.microsoft.com/office/drawing/2014/main" id="{181C0082-B139-E51D-92EB-44EC50EEC6FA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rot="5400000">
              <a:off x="6789067" y="1366154"/>
              <a:ext cx="967229" cy="374624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2F6E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8" name="Google Shape;1920;p62">
            <a:extLst>
              <a:ext uri="{FF2B5EF4-FFF2-40B4-BE49-F238E27FC236}">
                <a16:creationId xmlns:a16="http://schemas.microsoft.com/office/drawing/2014/main" id="{0933A15C-389E-9463-C7B2-D9F933A15B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12870" y="662460"/>
            <a:ext cx="740428" cy="40274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E3303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920;p62">
            <a:extLst>
              <a:ext uri="{FF2B5EF4-FFF2-40B4-BE49-F238E27FC236}">
                <a16:creationId xmlns:a16="http://schemas.microsoft.com/office/drawing/2014/main" id="{634FD314-4AF5-4CBA-309A-885499F8AC4F}"/>
              </a:ext>
            </a:extLst>
          </p:cNvPr>
          <p:cNvCxnSpPr>
            <a:cxnSpLocks/>
            <a:stCxn id="4098" idx="2"/>
          </p:cNvCxnSpPr>
          <p:nvPr/>
        </p:nvCxnSpPr>
        <p:spPr>
          <a:xfrm rot="16200000" flipH="1">
            <a:off x="4183387" y="654530"/>
            <a:ext cx="868818" cy="645008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3661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2299;p67">
            <a:extLst>
              <a:ext uri="{FF2B5EF4-FFF2-40B4-BE49-F238E27FC236}">
                <a16:creationId xmlns:a16="http://schemas.microsoft.com/office/drawing/2014/main" id="{F5E4633E-D45A-48E8-B44B-F7EFF53690DB}"/>
              </a:ext>
            </a:extLst>
          </p:cNvPr>
          <p:cNvGrpSpPr/>
          <p:nvPr/>
        </p:nvGrpSpPr>
        <p:grpSpPr>
          <a:xfrm rot="14394595">
            <a:off x="7220917" y="2976074"/>
            <a:ext cx="1305282" cy="1920702"/>
            <a:chOff x="683075" y="3212800"/>
            <a:chExt cx="949525" cy="1220600"/>
          </a:xfrm>
        </p:grpSpPr>
        <p:sp>
          <p:nvSpPr>
            <p:cNvPr id="21" name="Google Shape;2300;p67">
              <a:extLst>
                <a:ext uri="{FF2B5EF4-FFF2-40B4-BE49-F238E27FC236}">
                  <a16:creationId xmlns:a16="http://schemas.microsoft.com/office/drawing/2014/main" id="{40FC7885-E312-DE4B-A53A-1DAB5538AA28}"/>
                </a:ext>
              </a:extLst>
            </p:cNvPr>
            <p:cNvSpPr/>
            <p:nvPr/>
          </p:nvSpPr>
          <p:spPr>
            <a:xfrm>
              <a:off x="683075" y="3212800"/>
              <a:ext cx="949525" cy="1220600"/>
            </a:xfrm>
            <a:custGeom>
              <a:avLst/>
              <a:gdLst/>
              <a:ahLst/>
              <a:cxnLst/>
              <a:rect l="l" t="t" r="r" b="b"/>
              <a:pathLst>
                <a:path w="37981" h="48824" extrusionOk="0">
                  <a:moveTo>
                    <a:pt x="24923" y="0"/>
                  </a:moveTo>
                  <a:cubicBezTo>
                    <a:pt x="24727" y="0"/>
                    <a:pt x="24528" y="25"/>
                    <a:pt x="24330" y="76"/>
                  </a:cubicBezTo>
                  <a:lnTo>
                    <a:pt x="1954" y="6232"/>
                  </a:lnTo>
                  <a:cubicBezTo>
                    <a:pt x="723" y="6580"/>
                    <a:pt x="0" y="7838"/>
                    <a:pt x="348" y="9070"/>
                  </a:cubicBezTo>
                  <a:lnTo>
                    <a:pt x="3453" y="20365"/>
                  </a:lnTo>
                  <a:lnTo>
                    <a:pt x="4792" y="25209"/>
                  </a:lnTo>
                  <a:lnTo>
                    <a:pt x="10814" y="47130"/>
                  </a:lnTo>
                  <a:cubicBezTo>
                    <a:pt x="11080" y="48152"/>
                    <a:pt x="12011" y="48823"/>
                    <a:pt x="13023" y="48823"/>
                  </a:cubicBezTo>
                  <a:cubicBezTo>
                    <a:pt x="13231" y="48823"/>
                    <a:pt x="13442" y="48795"/>
                    <a:pt x="13651" y="48736"/>
                  </a:cubicBezTo>
                  <a:lnTo>
                    <a:pt x="36027" y="42580"/>
                  </a:lnTo>
                  <a:cubicBezTo>
                    <a:pt x="37258" y="42259"/>
                    <a:pt x="37981" y="40974"/>
                    <a:pt x="37633" y="39770"/>
                  </a:cubicBezTo>
                  <a:lnTo>
                    <a:pt x="31397" y="17019"/>
                  </a:lnTo>
                  <a:lnTo>
                    <a:pt x="30192" y="12656"/>
                  </a:lnTo>
                  <a:lnTo>
                    <a:pt x="27168" y="1682"/>
                  </a:lnTo>
                  <a:cubicBezTo>
                    <a:pt x="26876" y="672"/>
                    <a:pt x="25943" y="0"/>
                    <a:pt x="24923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301;p67">
              <a:extLst>
                <a:ext uri="{FF2B5EF4-FFF2-40B4-BE49-F238E27FC236}">
                  <a16:creationId xmlns:a16="http://schemas.microsoft.com/office/drawing/2014/main" id="{40907E12-1C2E-D979-EE5A-C9A0FA6D5D90}"/>
                </a:ext>
              </a:extLst>
            </p:cNvPr>
            <p:cNvGrpSpPr/>
            <p:nvPr/>
          </p:nvGrpSpPr>
          <p:grpSpPr>
            <a:xfrm>
              <a:off x="683075" y="3212800"/>
              <a:ext cx="949525" cy="1220600"/>
              <a:chOff x="4385450" y="1255000"/>
              <a:chExt cx="949525" cy="1220600"/>
            </a:xfrm>
          </p:grpSpPr>
          <p:sp>
            <p:nvSpPr>
              <p:cNvPr id="23" name="Google Shape;2302;p67">
                <a:extLst>
                  <a:ext uri="{FF2B5EF4-FFF2-40B4-BE49-F238E27FC236}">
                    <a16:creationId xmlns:a16="http://schemas.microsoft.com/office/drawing/2014/main" id="{A6A87B12-12EA-BBF9-5C41-C1AA9936AC20}"/>
                  </a:ext>
                </a:extLst>
              </p:cNvPr>
              <p:cNvSpPr/>
              <p:nvPr/>
            </p:nvSpPr>
            <p:spPr>
              <a:xfrm>
                <a:off x="4385450" y="1255000"/>
                <a:ext cx="949525" cy="1220600"/>
              </a:xfrm>
              <a:custGeom>
                <a:avLst/>
                <a:gdLst/>
                <a:ahLst/>
                <a:cxnLst/>
                <a:rect l="l" t="t" r="r" b="b"/>
                <a:pathLst>
                  <a:path w="37981" h="48824" extrusionOk="0">
                    <a:moveTo>
                      <a:pt x="24923" y="0"/>
                    </a:moveTo>
                    <a:cubicBezTo>
                      <a:pt x="24727" y="0"/>
                      <a:pt x="24528" y="25"/>
                      <a:pt x="24330" y="76"/>
                    </a:cubicBezTo>
                    <a:lnTo>
                      <a:pt x="1954" y="6232"/>
                    </a:lnTo>
                    <a:cubicBezTo>
                      <a:pt x="723" y="6580"/>
                      <a:pt x="0" y="7838"/>
                      <a:pt x="348" y="9070"/>
                    </a:cubicBezTo>
                    <a:lnTo>
                      <a:pt x="3453" y="20365"/>
                    </a:lnTo>
                    <a:lnTo>
                      <a:pt x="4792" y="25209"/>
                    </a:lnTo>
                    <a:lnTo>
                      <a:pt x="10814" y="47130"/>
                    </a:lnTo>
                    <a:cubicBezTo>
                      <a:pt x="11080" y="48152"/>
                      <a:pt x="12011" y="48823"/>
                      <a:pt x="13023" y="48823"/>
                    </a:cubicBezTo>
                    <a:cubicBezTo>
                      <a:pt x="13231" y="48823"/>
                      <a:pt x="13442" y="48795"/>
                      <a:pt x="13651" y="48736"/>
                    </a:cubicBezTo>
                    <a:lnTo>
                      <a:pt x="36027" y="42580"/>
                    </a:lnTo>
                    <a:cubicBezTo>
                      <a:pt x="37258" y="42259"/>
                      <a:pt x="37981" y="40974"/>
                      <a:pt x="37633" y="39770"/>
                    </a:cubicBezTo>
                    <a:lnTo>
                      <a:pt x="31397" y="17019"/>
                    </a:lnTo>
                    <a:lnTo>
                      <a:pt x="30192" y="12656"/>
                    </a:lnTo>
                    <a:lnTo>
                      <a:pt x="27168" y="1682"/>
                    </a:lnTo>
                    <a:cubicBezTo>
                      <a:pt x="26876" y="672"/>
                      <a:pt x="25943" y="0"/>
                      <a:pt x="24923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303;p67">
                <a:extLst>
                  <a:ext uri="{FF2B5EF4-FFF2-40B4-BE49-F238E27FC236}">
                    <a16:creationId xmlns:a16="http://schemas.microsoft.com/office/drawing/2014/main" id="{0741C502-9BD8-3B24-507B-E453A48172FE}"/>
                  </a:ext>
                </a:extLst>
              </p:cNvPr>
              <p:cNvSpPr/>
              <p:nvPr/>
            </p:nvSpPr>
            <p:spPr>
              <a:xfrm>
                <a:off x="4712650" y="1372000"/>
                <a:ext cx="313850" cy="997025"/>
              </a:xfrm>
              <a:custGeom>
                <a:avLst/>
                <a:gdLst/>
                <a:ahLst/>
                <a:cxnLst/>
                <a:rect l="l" t="t" r="r" b="b"/>
                <a:pathLst>
                  <a:path w="12554" h="39881" fill="none" extrusionOk="0">
                    <a:moveTo>
                      <a:pt x="11724" y="39720"/>
                    </a:moveTo>
                    <a:lnTo>
                      <a:pt x="11724" y="39720"/>
                    </a:lnTo>
                    <a:cubicBezTo>
                      <a:pt x="11189" y="39881"/>
                      <a:pt x="10654" y="39559"/>
                      <a:pt x="10493" y="39051"/>
                    </a:cubicBezTo>
                    <a:lnTo>
                      <a:pt x="135" y="1365"/>
                    </a:lnTo>
                    <a:cubicBezTo>
                      <a:pt x="1" y="857"/>
                      <a:pt x="322" y="294"/>
                      <a:pt x="831" y="161"/>
                    </a:cubicBezTo>
                    <a:lnTo>
                      <a:pt x="831" y="161"/>
                    </a:lnTo>
                    <a:cubicBezTo>
                      <a:pt x="1366" y="0"/>
                      <a:pt x="1901" y="321"/>
                      <a:pt x="2062" y="857"/>
                    </a:cubicBezTo>
                    <a:lnTo>
                      <a:pt x="12393" y="38516"/>
                    </a:lnTo>
                    <a:cubicBezTo>
                      <a:pt x="12554" y="39051"/>
                      <a:pt x="12233" y="39586"/>
                      <a:pt x="11724" y="39720"/>
                    </a:cubicBezTo>
                    <a:close/>
                  </a:path>
                </a:pathLst>
              </a:custGeom>
              <a:noFill/>
              <a:ln w="4025" cap="flat" cmpd="sng">
                <a:solidFill>
                  <a:srgbClr val="FAEDDC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304;p67">
                <a:extLst>
                  <a:ext uri="{FF2B5EF4-FFF2-40B4-BE49-F238E27FC236}">
                    <a16:creationId xmlns:a16="http://schemas.microsoft.com/office/drawing/2014/main" id="{3577EF46-51C1-7BA4-9B4C-CE364E6C7DA5}"/>
                  </a:ext>
                </a:extLst>
              </p:cNvPr>
              <p:cNvSpPr/>
              <p:nvPr/>
            </p:nvSpPr>
            <p:spPr>
              <a:xfrm>
                <a:off x="4505225" y="148115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03" y="0"/>
                    </a:moveTo>
                    <a:cubicBezTo>
                      <a:pt x="3044" y="0"/>
                      <a:pt x="2780" y="34"/>
                      <a:pt x="2516" y="104"/>
                    </a:cubicBezTo>
                    <a:cubicBezTo>
                      <a:pt x="937" y="532"/>
                      <a:pt x="1" y="2192"/>
                      <a:pt x="429" y="3771"/>
                    </a:cubicBezTo>
                    <a:cubicBezTo>
                      <a:pt x="806" y="5102"/>
                      <a:pt x="1992" y="5973"/>
                      <a:pt x="3302" y="5973"/>
                    </a:cubicBezTo>
                    <a:cubicBezTo>
                      <a:pt x="3572" y="5973"/>
                      <a:pt x="3848" y="5936"/>
                      <a:pt x="4122" y="5858"/>
                    </a:cubicBezTo>
                    <a:cubicBezTo>
                      <a:pt x="5702" y="5430"/>
                      <a:pt x="6638" y="3798"/>
                      <a:pt x="6210" y="2192"/>
                    </a:cubicBezTo>
                    <a:cubicBezTo>
                      <a:pt x="5830" y="871"/>
                      <a:pt x="4626" y="0"/>
                      <a:pt x="3303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305;p67">
                <a:extLst>
                  <a:ext uri="{FF2B5EF4-FFF2-40B4-BE49-F238E27FC236}">
                    <a16:creationId xmlns:a16="http://schemas.microsoft.com/office/drawing/2014/main" id="{A7A6CD7F-A14A-DD27-23EE-60D32077A1EC}"/>
                  </a:ext>
                </a:extLst>
              </p:cNvPr>
              <p:cNvSpPr/>
              <p:nvPr/>
            </p:nvSpPr>
            <p:spPr>
              <a:xfrm>
                <a:off x="4495850" y="147485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37" y="0"/>
                    </a:moveTo>
                    <a:cubicBezTo>
                      <a:pt x="3067" y="0"/>
                      <a:pt x="2791" y="37"/>
                      <a:pt x="2517" y="115"/>
                    </a:cubicBezTo>
                    <a:cubicBezTo>
                      <a:pt x="938" y="543"/>
                      <a:pt x="1" y="2176"/>
                      <a:pt x="429" y="3782"/>
                    </a:cubicBezTo>
                    <a:cubicBezTo>
                      <a:pt x="787" y="5102"/>
                      <a:pt x="2006" y="5973"/>
                      <a:pt x="3318" y="5973"/>
                    </a:cubicBezTo>
                    <a:cubicBezTo>
                      <a:pt x="3576" y="5973"/>
                      <a:pt x="3837" y="5940"/>
                      <a:pt x="4096" y="5870"/>
                    </a:cubicBezTo>
                    <a:cubicBezTo>
                      <a:pt x="5702" y="5441"/>
                      <a:pt x="6639" y="3782"/>
                      <a:pt x="6184" y="2203"/>
                    </a:cubicBezTo>
                    <a:cubicBezTo>
                      <a:pt x="5829" y="871"/>
                      <a:pt x="4646" y="0"/>
                      <a:pt x="333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306;p67">
                <a:extLst>
                  <a:ext uri="{FF2B5EF4-FFF2-40B4-BE49-F238E27FC236}">
                    <a16:creationId xmlns:a16="http://schemas.microsoft.com/office/drawing/2014/main" id="{09C89E92-F023-1D55-59FA-8630F5FEA140}"/>
                  </a:ext>
                </a:extLst>
              </p:cNvPr>
              <p:cNvSpPr/>
              <p:nvPr/>
            </p:nvSpPr>
            <p:spPr>
              <a:xfrm>
                <a:off x="4565450" y="1701000"/>
                <a:ext cx="16597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5" extrusionOk="0">
                    <a:moveTo>
                      <a:pt x="3354" y="1"/>
                    </a:moveTo>
                    <a:cubicBezTo>
                      <a:pt x="3086" y="1"/>
                      <a:pt x="2813" y="38"/>
                      <a:pt x="2543" y="116"/>
                    </a:cubicBezTo>
                    <a:cubicBezTo>
                      <a:pt x="937" y="544"/>
                      <a:pt x="0" y="2177"/>
                      <a:pt x="455" y="3783"/>
                    </a:cubicBezTo>
                    <a:cubicBezTo>
                      <a:pt x="813" y="5103"/>
                      <a:pt x="2032" y="5974"/>
                      <a:pt x="3345" y="5974"/>
                    </a:cubicBezTo>
                    <a:cubicBezTo>
                      <a:pt x="3602" y="5974"/>
                      <a:pt x="3863" y="5941"/>
                      <a:pt x="4122" y="5870"/>
                    </a:cubicBezTo>
                    <a:cubicBezTo>
                      <a:pt x="5702" y="5442"/>
                      <a:pt x="6638" y="3783"/>
                      <a:pt x="6210" y="2203"/>
                    </a:cubicBezTo>
                    <a:cubicBezTo>
                      <a:pt x="5855" y="872"/>
                      <a:pt x="4654" y="1"/>
                      <a:pt x="335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307;p67">
                <a:extLst>
                  <a:ext uri="{FF2B5EF4-FFF2-40B4-BE49-F238E27FC236}">
                    <a16:creationId xmlns:a16="http://schemas.microsoft.com/office/drawing/2014/main" id="{5EA76155-D42C-0310-01CE-12294FDA1A1C}"/>
                  </a:ext>
                </a:extLst>
              </p:cNvPr>
              <p:cNvSpPr/>
              <p:nvPr/>
            </p:nvSpPr>
            <p:spPr>
              <a:xfrm>
                <a:off x="4556075" y="169460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4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7" y="559"/>
                      <a:pt x="1" y="2192"/>
                      <a:pt x="429" y="3771"/>
                    </a:cubicBezTo>
                    <a:cubicBezTo>
                      <a:pt x="809" y="5114"/>
                      <a:pt x="2014" y="5989"/>
                      <a:pt x="3337" y="5989"/>
                    </a:cubicBezTo>
                    <a:cubicBezTo>
                      <a:pt x="3596" y="5989"/>
                      <a:pt x="3860" y="5956"/>
                      <a:pt x="4123" y="5885"/>
                    </a:cubicBezTo>
                    <a:cubicBezTo>
                      <a:pt x="5702" y="5430"/>
                      <a:pt x="6639" y="3798"/>
                      <a:pt x="6210" y="2192"/>
                    </a:cubicBezTo>
                    <a:cubicBezTo>
                      <a:pt x="5830" y="872"/>
                      <a:pt x="4626" y="0"/>
                      <a:pt x="330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308;p67">
                <a:extLst>
                  <a:ext uri="{FF2B5EF4-FFF2-40B4-BE49-F238E27FC236}">
                    <a16:creationId xmlns:a16="http://schemas.microsoft.com/office/drawing/2014/main" id="{3A6DF3E5-6FB4-E2C6-D6A2-78BF036099C5}"/>
                  </a:ext>
                </a:extLst>
              </p:cNvPr>
              <p:cNvSpPr/>
              <p:nvPr/>
            </p:nvSpPr>
            <p:spPr>
              <a:xfrm>
                <a:off x="4627675" y="19261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3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7" y="559"/>
                      <a:pt x="1" y="2192"/>
                      <a:pt x="429" y="3798"/>
                    </a:cubicBezTo>
                    <a:cubicBezTo>
                      <a:pt x="809" y="5118"/>
                      <a:pt x="2013" y="5989"/>
                      <a:pt x="3336" y="5989"/>
                    </a:cubicBezTo>
                    <a:cubicBezTo>
                      <a:pt x="3595" y="5989"/>
                      <a:pt x="3859" y="5956"/>
                      <a:pt x="4123" y="5885"/>
                    </a:cubicBezTo>
                    <a:cubicBezTo>
                      <a:pt x="5702" y="5430"/>
                      <a:pt x="6639" y="3798"/>
                      <a:pt x="6210" y="2192"/>
                    </a:cubicBezTo>
                    <a:cubicBezTo>
                      <a:pt x="5830" y="871"/>
                      <a:pt x="4626" y="0"/>
                      <a:pt x="3303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309;p67">
                <a:extLst>
                  <a:ext uri="{FF2B5EF4-FFF2-40B4-BE49-F238E27FC236}">
                    <a16:creationId xmlns:a16="http://schemas.microsoft.com/office/drawing/2014/main" id="{74465841-069F-84A6-8134-8A3A64D20077}"/>
                  </a:ext>
                </a:extLst>
              </p:cNvPr>
              <p:cNvSpPr/>
              <p:nvPr/>
            </p:nvSpPr>
            <p:spPr>
              <a:xfrm>
                <a:off x="4618300" y="192010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04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8" y="532"/>
                      <a:pt x="1" y="2192"/>
                      <a:pt x="429" y="3771"/>
                    </a:cubicBezTo>
                    <a:cubicBezTo>
                      <a:pt x="784" y="5102"/>
                      <a:pt x="1985" y="5974"/>
                      <a:pt x="3285" y="5974"/>
                    </a:cubicBezTo>
                    <a:cubicBezTo>
                      <a:pt x="3553" y="5974"/>
                      <a:pt x="3826" y="5936"/>
                      <a:pt x="4096" y="5859"/>
                    </a:cubicBezTo>
                    <a:cubicBezTo>
                      <a:pt x="5702" y="5430"/>
                      <a:pt x="6639" y="3798"/>
                      <a:pt x="6184" y="2192"/>
                    </a:cubicBezTo>
                    <a:cubicBezTo>
                      <a:pt x="5826" y="872"/>
                      <a:pt x="4626" y="0"/>
                      <a:pt x="330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310;p67">
                <a:extLst>
                  <a:ext uri="{FF2B5EF4-FFF2-40B4-BE49-F238E27FC236}">
                    <a16:creationId xmlns:a16="http://schemas.microsoft.com/office/drawing/2014/main" id="{E957845A-FA66-EA62-671C-8FA5053E50A5}"/>
                  </a:ext>
                </a:extLst>
              </p:cNvPr>
              <p:cNvSpPr/>
              <p:nvPr/>
            </p:nvSpPr>
            <p:spPr>
              <a:xfrm>
                <a:off x="4693925" y="2168075"/>
                <a:ext cx="165975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6" extrusionOk="0">
                    <a:moveTo>
                      <a:pt x="3354" y="0"/>
                    </a:moveTo>
                    <a:cubicBezTo>
                      <a:pt x="3086" y="0"/>
                      <a:pt x="2813" y="37"/>
                      <a:pt x="2543" y="115"/>
                    </a:cubicBezTo>
                    <a:cubicBezTo>
                      <a:pt x="937" y="543"/>
                      <a:pt x="0" y="2203"/>
                      <a:pt x="455" y="3782"/>
                    </a:cubicBezTo>
                    <a:cubicBezTo>
                      <a:pt x="812" y="5120"/>
                      <a:pt x="2006" y="5975"/>
                      <a:pt x="3323" y="5975"/>
                    </a:cubicBezTo>
                    <a:cubicBezTo>
                      <a:pt x="3586" y="5975"/>
                      <a:pt x="3855" y="5941"/>
                      <a:pt x="4122" y="5870"/>
                    </a:cubicBezTo>
                    <a:cubicBezTo>
                      <a:pt x="5702" y="5441"/>
                      <a:pt x="6638" y="3782"/>
                      <a:pt x="6210" y="2203"/>
                    </a:cubicBezTo>
                    <a:cubicBezTo>
                      <a:pt x="5855" y="872"/>
                      <a:pt x="4654" y="0"/>
                      <a:pt x="3354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311;p67">
                <a:extLst>
                  <a:ext uri="{FF2B5EF4-FFF2-40B4-BE49-F238E27FC236}">
                    <a16:creationId xmlns:a16="http://schemas.microsoft.com/office/drawing/2014/main" id="{5F47AB97-C4E7-3EE6-818E-298DEA1AD3BD}"/>
                  </a:ext>
                </a:extLst>
              </p:cNvPr>
              <p:cNvSpPr/>
              <p:nvPr/>
            </p:nvSpPr>
            <p:spPr>
              <a:xfrm>
                <a:off x="4684550" y="216165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2" y="1"/>
                    </a:moveTo>
                    <a:cubicBezTo>
                      <a:pt x="3043" y="1"/>
                      <a:pt x="2780" y="34"/>
                      <a:pt x="2517" y="104"/>
                    </a:cubicBezTo>
                    <a:cubicBezTo>
                      <a:pt x="938" y="559"/>
                      <a:pt x="1" y="2192"/>
                      <a:pt x="429" y="3798"/>
                    </a:cubicBezTo>
                    <a:cubicBezTo>
                      <a:pt x="809" y="5118"/>
                      <a:pt x="2013" y="5990"/>
                      <a:pt x="3336" y="5990"/>
                    </a:cubicBezTo>
                    <a:cubicBezTo>
                      <a:pt x="3595" y="5990"/>
                      <a:pt x="3859" y="5956"/>
                      <a:pt x="4123" y="5886"/>
                    </a:cubicBezTo>
                    <a:cubicBezTo>
                      <a:pt x="5702" y="5431"/>
                      <a:pt x="6639" y="3798"/>
                      <a:pt x="6210" y="2219"/>
                    </a:cubicBezTo>
                    <a:cubicBezTo>
                      <a:pt x="5830" y="876"/>
                      <a:pt x="4626" y="1"/>
                      <a:pt x="330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312;p67">
                <a:extLst>
                  <a:ext uri="{FF2B5EF4-FFF2-40B4-BE49-F238E27FC236}">
                    <a16:creationId xmlns:a16="http://schemas.microsoft.com/office/drawing/2014/main" id="{24556DC3-FF20-3DAA-EF1E-35F09BDB5219}"/>
                  </a:ext>
                </a:extLst>
              </p:cNvPr>
              <p:cNvSpPr/>
              <p:nvPr/>
            </p:nvSpPr>
            <p:spPr>
              <a:xfrm>
                <a:off x="4865900" y="1381825"/>
                <a:ext cx="16662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974" extrusionOk="0">
                    <a:moveTo>
                      <a:pt x="3354" y="1"/>
                    </a:moveTo>
                    <a:cubicBezTo>
                      <a:pt x="3086" y="1"/>
                      <a:pt x="2813" y="38"/>
                      <a:pt x="2543" y="116"/>
                    </a:cubicBezTo>
                    <a:cubicBezTo>
                      <a:pt x="937" y="544"/>
                      <a:pt x="0" y="2203"/>
                      <a:pt x="455" y="3782"/>
                    </a:cubicBezTo>
                    <a:cubicBezTo>
                      <a:pt x="813" y="5103"/>
                      <a:pt x="2032" y="5974"/>
                      <a:pt x="3345" y="5974"/>
                    </a:cubicBezTo>
                    <a:cubicBezTo>
                      <a:pt x="3602" y="5974"/>
                      <a:pt x="3863" y="5940"/>
                      <a:pt x="4122" y="5870"/>
                    </a:cubicBezTo>
                    <a:cubicBezTo>
                      <a:pt x="5728" y="5442"/>
                      <a:pt x="6665" y="3782"/>
                      <a:pt x="6210" y="2203"/>
                    </a:cubicBezTo>
                    <a:cubicBezTo>
                      <a:pt x="5855" y="872"/>
                      <a:pt x="4654" y="1"/>
                      <a:pt x="335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313;p67">
                <a:extLst>
                  <a:ext uri="{FF2B5EF4-FFF2-40B4-BE49-F238E27FC236}">
                    <a16:creationId xmlns:a16="http://schemas.microsoft.com/office/drawing/2014/main" id="{2BF7FC51-D1E6-1FA7-89D9-9BD31478B338}"/>
                  </a:ext>
                </a:extLst>
              </p:cNvPr>
              <p:cNvSpPr/>
              <p:nvPr/>
            </p:nvSpPr>
            <p:spPr>
              <a:xfrm>
                <a:off x="4856525" y="13754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59"/>
                      <a:pt x="0" y="2192"/>
                      <a:pt x="429" y="3798"/>
                    </a:cubicBezTo>
                    <a:cubicBezTo>
                      <a:pt x="809" y="5118"/>
                      <a:pt x="2013" y="5989"/>
                      <a:pt x="3336" y="5989"/>
                    </a:cubicBezTo>
                    <a:cubicBezTo>
                      <a:pt x="3595" y="5989"/>
                      <a:pt x="3859" y="5956"/>
                      <a:pt x="4122" y="5885"/>
                    </a:cubicBezTo>
                    <a:cubicBezTo>
                      <a:pt x="5702" y="5430"/>
                      <a:pt x="6638" y="3798"/>
                      <a:pt x="6210" y="2192"/>
                    </a:cubicBezTo>
                    <a:cubicBezTo>
                      <a:pt x="5852" y="871"/>
                      <a:pt x="4634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314;p67">
                <a:extLst>
                  <a:ext uri="{FF2B5EF4-FFF2-40B4-BE49-F238E27FC236}">
                    <a16:creationId xmlns:a16="http://schemas.microsoft.com/office/drawing/2014/main" id="{7E592CA4-ECD9-7FCD-4006-452E84CA1A62}"/>
                  </a:ext>
                </a:extLst>
              </p:cNvPr>
              <p:cNvSpPr/>
              <p:nvPr/>
            </p:nvSpPr>
            <p:spPr>
              <a:xfrm>
                <a:off x="4926775" y="160157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4" y="1"/>
                    </a:moveTo>
                    <a:cubicBezTo>
                      <a:pt x="3044" y="1"/>
                      <a:pt x="2780" y="34"/>
                      <a:pt x="2517" y="105"/>
                    </a:cubicBezTo>
                    <a:cubicBezTo>
                      <a:pt x="938" y="560"/>
                      <a:pt x="1" y="2192"/>
                      <a:pt x="429" y="3798"/>
                    </a:cubicBezTo>
                    <a:cubicBezTo>
                      <a:pt x="787" y="5119"/>
                      <a:pt x="2006" y="5990"/>
                      <a:pt x="3318" y="5990"/>
                    </a:cubicBezTo>
                    <a:cubicBezTo>
                      <a:pt x="3576" y="5990"/>
                      <a:pt x="3837" y="5956"/>
                      <a:pt x="4096" y="5886"/>
                    </a:cubicBezTo>
                    <a:cubicBezTo>
                      <a:pt x="5702" y="5431"/>
                      <a:pt x="6639" y="3798"/>
                      <a:pt x="6210" y="2192"/>
                    </a:cubicBezTo>
                    <a:cubicBezTo>
                      <a:pt x="5830" y="872"/>
                      <a:pt x="4627" y="1"/>
                      <a:pt x="330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315;p67">
                <a:extLst>
                  <a:ext uri="{FF2B5EF4-FFF2-40B4-BE49-F238E27FC236}">
                    <a16:creationId xmlns:a16="http://schemas.microsoft.com/office/drawing/2014/main" id="{F54E4CA8-36EE-9242-95F6-F0F0BD9F906E}"/>
                  </a:ext>
                </a:extLst>
              </p:cNvPr>
              <p:cNvSpPr/>
              <p:nvPr/>
            </p:nvSpPr>
            <p:spPr>
              <a:xfrm>
                <a:off x="4916750" y="1595575"/>
                <a:ext cx="166650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5974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32"/>
                      <a:pt x="0" y="2192"/>
                      <a:pt x="455" y="3771"/>
                    </a:cubicBezTo>
                    <a:cubicBezTo>
                      <a:pt x="810" y="5102"/>
                      <a:pt x="2011" y="5973"/>
                      <a:pt x="3311" y="5973"/>
                    </a:cubicBezTo>
                    <a:cubicBezTo>
                      <a:pt x="3580" y="5973"/>
                      <a:pt x="3852" y="5936"/>
                      <a:pt x="4122" y="5858"/>
                    </a:cubicBezTo>
                    <a:cubicBezTo>
                      <a:pt x="5728" y="5430"/>
                      <a:pt x="6665" y="3797"/>
                      <a:pt x="6210" y="2192"/>
                    </a:cubicBezTo>
                    <a:cubicBezTo>
                      <a:pt x="5852" y="871"/>
                      <a:pt x="4633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316;p67">
                <a:extLst>
                  <a:ext uri="{FF2B5EF4-FFF2-40B4-BE49-F238E27FC236}">
                    <a16:creationId xmlns:a16="http://schemas.microsoft.com/office/drawing/2014/main" id="{161DE485-7C86-7EAD-CD94-D1C1EE726DE9}"/>
                  </a:ext>
                </a:extLst>
              </p:cNvPr>
              <p:cNvSpPr/>
              <p:nvPr/>
            </p:nvSpPr>
            <p:spPr>
              <a:xfrm>
                <a:off x="4988350" y="1827075"/>
                <a:ext cx="16597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5" extrusionOk="0">
                    <a:moveTo>
                      <a:pt x="3321" y="1"/>
                    </a:moveTo>
                    <a:cubicBezTo>
                      <a:pt x="3063" y="1"/>
                      <a:pt x="2802" y="34"/>
                      <a:pt x="2543" y="105"/>
                    </a:cubicBezTo>
                    <a:cubicBezTo>
                      <a:pt x="937" y="533"/>
                      <a:pt x="0" y="2192"/>
                      <a:pt x="455" y="3772"/>
                    </a:cubicBezTo>
                    <a:cubicBezTo>
                      <a:pt x="810" y="5103"/>
                      <a:pt x="1993" y="5974"/>
                      <a:pt x="3302" y="5974"/>
                    </a:cubicBezTo>
                    <a:cubicBezTo>
                      <a:pt x="3572" y="5974"/>
                      <a:pt x="3848" y="5937"/>
                      <a:pt x="4122" y="5859"/>
                    </a:cubicBezTo>
                    <a:cubicBezTo>
                      <a:pt x="5701" y="5431"/>
                      <a:pt x="6638" y="3798"/>
                      <a:pt x="6210" y="2192"/>
                    </a:cubicBezTo>
                    <a:cubicBezTo>
                      <a:pt x="5852" y="872"/>
                      <a:pt x="4633" y="1"/>
                      <a:pt x="3321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317;p67">
                <a:extLst>
                  <a:ext uri="{FF2B5EF4-FFF2-40B4-BE49-F238E27FC236}">
                    <a16:creationId xmlns:a16="http://schemas.microsoft.com/office/drawing/2014/main" id="{5E871A55-FA67-1F38-BFC2-2828BFD4FF90}"/>
                  </a:ext>
                </a:extLst>
              </p:cNvPr>
              <p:cNvSpPr/>
              <p:nvPr/>
            </p:nvSpPr>
            <p:spPr>
              <a:xfrm>
                <a:off x="4978975" y="1820775"/>
                <a:ext cx="165975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6" extrusionOk="0">
                    <a:moveTo>
                      <a:pt x="3337" y="1"/>
                    </a:moveTo>
                    <a:cubicBezTo>
                      <a:pt x="3067" y="1"/>
                      <a:pt x="2791" y="38"/>
                      <a:pt x="2517" y="116"/>
                    </a:cubicBezTo>
                    <a:cubicBezTo>
                      <a:pt x="937" y="544"/>
                      <a:pt x="1" y="2203"/>
                      <a:pt x="429" y="3783"/>
                    </a:cubicBezTo>
                    <a:cubicBezTo>
                      <a:pt x="808" y="5121"/>
                      <a:pt x="2005" y="5976"/>
                      <a:pt x="3323" y="5976"/>
                    </a:cubicBezTo>
                    <a:cubicBezTo>
                      <a:pt x="3586" y="5976"/>
                      <a:pt x="3855" y="5942"/>
                      <a:pt x="4122" y="5870"/>
                    </a:cubicBezTo>
                    <a:cubicBezTo>
                      <a:pt x="5702" y="5442"/>
                      <a:pt x="6638" y="3783"/>
                      <a:pt x="6210" y="2203"/>
                    </a:cubicBezTo>
                    <a:cubicBezTo>
                      <a:pt x="5833" y="872"/>
                      <a:pt x="4647" y="1"/>
                      <a:pt x="333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318;p67">
                <a:extLst>
                  <a:ext uri="{FF2B5EF4-FFF2-40B4-BE49-F238E27FC236}">
                    <a16:creationId xmlns:a16="http://schemas.microsoft.com/office/drawing/2014/main" id="{740972A2-8182-9829-4D9B-1D8B135522F6}"/>
                  </a:ext>
                </a:extLst>
              </p:cNvPr>
              <p:cNvSpPr/>
              <p:nvPr/>
            </p:nvSpPr>
            <p:spPr>
              <a:xfrm>
                <a:off x="5055250" y="206865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2" y="0"/>
                    </a:moveTo>
                    <a:cubicBezTo>
                      <a:pt x="3043" y="0"/>
                      <a:pt x="2780" y="34"/>
                      <a:pt x="2517" y="104"/>
                    </a:cubicBezTo>
                    <a:cubicBezTo>
                      <a:pt x="938" y="559"/>
                      <a:pt x="1" y="2192"/>
                      <a:pt x="429" y="3798"/>
                    </a:cubicBezTo>
                    <a:cubicBezTo>
                      <a:pt x="787" y="5118"/>
                      <a:pt x="2006" y="5989"/>
                      <a:pt x="3318" y="5989"/>
                    </a:cubicBezTo>
                    <a:cubicBezTo>
                      <a:pt x="3576" y="5989"/>
                      <a:pt x="3837" y="5956"/>
                      <a:pt x="4096" y="5885"/>
                    </a:cubicBezTo>
                    <a:cubicBezTo>
                      <a:pt x="5702" y="5457"/>
                      <a:pt x="6639" y="3798"/>
                      <a:pt x="6184" y="2218"/>
                    </a:cubicBezTo>
                    <a:cubicBezTo>
                      <a:pt x="5826" y="875"/>
                      <a:pt x="4625" y="0"/>
                      <a:pt x="3302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319;p67">
                <a:extLst>
                  <a:ext uri="{FF2B5EF4-FFF2-40B4-BE49-F238E27FC236}">
                    <a16:creationId xmlns:a16="http://schemas.microsoft.com/office/drawing/2014/main" id="{F199CC33-1DAB-C0EE-2D52-5235FC043477}"/>
                  </a:ext>
                </a:extLst>
              </p:cNvPr>
              <p:cNvSpPr/>
              <p:nvPr/>
            </p:nvSpPr>
            <p:spPr>
              <a:xfrm>
                <a:off x="5045225" y="20626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59"/>
                      <a:pt x="0" y="2192"/>
                      <a:pt x="455" y="3771"/>
                    </a:cubicBezTo>
                    <a:cubicBezTo>
                      <a:pt x="814" y="5114"/>
                      <a:pt x="2014" y="5989"/>
                      <a:pt x="3337" y="5989"/>
                    </a:cubicBezTo>
                    <a:cubicBezTo>
                      <a:pt x="3596" y="5989"/>
                      <a:pt x="3859" y="5956"/>
                      <a:pt x="4122" y="5885"/>
                    </a:cubicBezTo>
                    <a:cubicBezTo>
                      <a:pt x="5701" y="5430"/>
                      <a:pt x="6638" y="3798"/>
                      <a:pt x="6210" y="2192"/>
                    </a:cubicBezTo>
                    <a:cubicBezTo>
                      <a:pt x="5852" y="872"/>
                      <a:pt x="4633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" name="Google Shape;2326;p67">
            <a:extLst>
              <a:ext uri="{FF2B5EF4-FFF2-40B4-BE49-F238E27FC236}">
                <a16:creationId xmlns:a16="http://schemas.microsoft.com/office/drawing/2014/main" id="{D0CA6CFB-3A2E-9356-12A8-2B269DEE55AB}"/>
              </a:ext>
            </a:extLst>
          </p:cNvPr>
          <p:cNvGrpSpPr/>
          <p:nvPr/>
        </p:nvGrpSpPr>
        <p:grpSpPr>
          <a:xfrm rot="19890050">
            <a:off x="890286" y="3634165"/>
            <a:ext cx="810993" cy="976230"/>
            <a:chOff x="4163703" y="1626505"/>
            <a:chExt cx="809700" cy="1064195"/>
          </a:xfrm>
        </p:grpSpPr>
        <p:grpSp>
          <p:nvGrpSpPr>
            <p:cNvPr id="44" name="Google Shape;2327;p67">
              <a:extLst>
                <a:ext uri="{FF2B5EF4-FFF2-40B4-BE49-F238E27FC236}">
                  <a16:creationId xmlns:a16="http://schemas.microsoft.com/office/drawing/2014/main" id="{A92A6DB6-2474-E617-55BB-14FADE6C8A1C}"/>
                </a:ext>
              </a:extLst>
            </p:cNvPr>
            <p:cNvGrpSpPr/>
            <p:nvPr/>
          </p:nvGrpSpPr>
          <p:grpSpPr>
            <a:xfrm>
              <a:off x="4170603" y="1626505"/>
              <a:ext cx="802800" cy="1064195"/>
              <a:chOff x="1831600" y="238125"/>
              <a:chExt cx="3937225" cy="5219200"/>
            </a:xfrm>
          </p:grpSpPr>
          <p:sp>
            <p:nvSpPr>
              <p:cNvPr id="59" name="Google Shape;2328;p67">
                <a:extLst>
                  <a:ext uri="{FF2B5EF4-FFF2-40B4-BE49-F238E27FC236}">
                    <a16:creationId xmlns:a16="http://schemas.microsoft.com/office/drawing/2014/main" id="{4793D031-060C-E897-1C78-BAFDCCFA321B}"/>
                  </a:ext>
                </a:extLst>
              </p:cNvPr>
              <p:cNvSpPr/>
              <p:nvPr/>
            </p:nvSpPr>
            <p:spPr>
              <a:xfrm>
                <a:off x="1831600" y="238125"/>
                <a:ext cx="39372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157489" y="183552"/>
                    </a:lnTo>
                    <a:lnTo>
                      <a:pt x="157489" y="6296"/>
                    </a:lnTo>
                    <a:cubicBezTo>
                      <a:pt x="157489" y="2805"/>
                      <a:pt x="154684" y="0"/>
                      <a:pt x="1511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329;p67">
                <a:extLst>
                  <a:ext uri="{FF2B5EF4-FFF2-40B4-BE49-F238E27FC236}">
                    <a16:creationId xmlns:a16="http://schemas.microsoft.com/office/drawing/2014/main" id="{5AF6F0DB-341B-966D-DD1E-7B6795B4EFA6}"/>
                  </a:ext>
                </a:extLst>
              </p:cNvPr>
              <p:cNvSpPr/>
              <p:nvPr/>
            </p:nvSpPr>
            <p:spPr>
              <a:xfrm>
                <a:off x="5296650" y="238125"/>
                <a:ext cx="472175" cy="4588800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183552" extrusionOk="0">
                    <a:moveTo>
                      <a:pt x="0" y="0"/>
                    </a:moveTo>
                    <a:cubicBezTo>
                      <a:pt x="3490" y="0"/>
                      <a:pt x="6296" y="2805"/>
                      <a:pt x="6296" y="6296"/>
                    </a:cubicBezTo>
                    <a:lnTo>
                      <a:pt x="6296" y="183552"/>
                    </a:lnTo>
                    <a:lnTo>
                      <a:pt x="18887" y="183552"/>
                    </a:lnTo>
                    <a:lnTo>
                      <a:pt x="18887" y="6296"/>
                    </a:lnTo>
                    <a:cubicBezTo>
                      <a:pt x="18887" y="2805"/>
                      <a:pt x="16082" y="0"/>
                      <a:pt x="125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330;p67">
                <a:extLst>
                  <a:ext uri="{FF2B5EF4-FFF2-40B4-BE49-F238E27FC236}">
                    <a16:creationId xmlns:a16="http://schemas.microsoft.com/office/drawing/2014/main" id="{ED818206-1DE9-1DEB-197F-4B33FE7FA5E6}"/>
                  </a:ext>
                </a:extLst>
              </p:cNvPr>
              <p:cNvSpPr/>
              <p:nvPr/>
            </p:nvSpPr>
            <p:spPr>
              <a:xfrm>
                <a:off x="1831600" y="238125"/>
                <a:ext cx="6899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27597" y="193795"/>
                    </a:lnTo>
                    <a:lnTo>
                      <a:pt x="27597" y="180388"/>
                    </a:lnTo>
                    <a:lnTo>
                      <a:pt x="2759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331;p67">
                <a:extLst>
                  <a:ext uri="{FF2B5EF4-FFF2-40B4-BE49-F238E27FC236}">
                    <a16:creationId xmlns:a16="http://schemas.microsoft.com/office/drawing/2014/main" id="{C95D9E2C-A693-E030-12C6-2D434E4709DE}"/>
                  </a:ext>
                </a:extLst>
              </p:cNvPr>
              <p:cNvSpPr/>
              <p:nvPr/>
            </p:nvSpPr>
            <p:spPr>
              <a:xfrm>
                <a:off x="1831600" y="4747800"/>
                <a:ext cx="393722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28381" extrusionOk="0">
                    <a:moveTo>
                      <a:pt x="14157" y="1"/>
                    </a:moveTo>
                    <a:cubicBezTo>
                      <a:pt x="6328" y="1"/>
                      <a:pt x="0" y="6362"/>
                      <a:pt x="0" y="14190"/>
                    </a:cubicBezTo>
                    <a:cubicBezTo>
                      <a:pt x="0" y="22019"/>
                      <a:pt x="6328" y="28380"/>
                      <a:pt x="14157" y="28380"/>
                    </a:cubicBezTo>
                    <a:lnTo>
                      <a:pt x="151193" y="28380"/>
                    </a:lnTo>
                    <a:cubicBezTo>
                      <a:pt x="154684" y="28380"/>
                      <a:pt x="157489" y="25575"/>
                      <a:pt x="157489" y="22084"/>
                    </a:cubicBezTo>
                    <a:lnTo>
                      <a:pt x="157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332;p67">
                <a:extLst>
                  <a:ext uri="{FF2B5EF4-FFF2-40B4-BE49-F238E27FC236}">
                    <a16:creationId xmlns:a16="http://schemas.microsoft.com/office/drawing/2014/main" id="{07C33D9E-960F-A6B4-DC26-8F979B12C705}"/>
                  </a:ext>
                </a:extLst>
              </p:cNvPr>
              <p:cNvSpPr/>
              <p:nvPr/>
            </p:nvSpPr>
            <p:spPr>
              <a:xfrm>
                <a:off x="5296650" y="4747800"/>
                <a:ext cx="47217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28381" extrusionOk="0">
                    <a:moveTo>
                      <a:pt x="6296" y="1"/>
                    </a:moveTo>
                    <a:lnTo>
                      <a:pt x="6296" y="22084"/>
                    </a:lnTo>
                    <a:cubicBezTo>
                      <a:pt x="6296" y="25575"/>
                      <a:pt x="3490" y="28380"/>
                      <a:pt x="0" y="28380"/>
                    </a:cubicBezTo>
                    <a:lnTo>
                      <a:pt x="12591" y="28380"/>
                    </a:lnTo>
                    <a:cubicBezTo>
                      <a:pt x="16082" y="28380"/>
                      <a:pt x="18887" y="25575"/>
                      <a:pt x="18887" y="22084"/>
                    </a:cubicBezTo>
                    <a:lnTo>
                      <a:pt x="1888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333;p67">
                <a:extLst>
                  <a:ext uri="{FF2B5EF4-FFF2-40B4-BE49-F238E27FC236}">
                    <a16:creationId xmlns:a16="http://schemas.microsoft.com/office/drawing/2014/main" id="{925B56BA-83EB-E131-3AE5-1B949FC0B74D}"/>
                  </a:ext>
                </a:extLst>
              </p:cNvPr>
              <p:cNvSpPr/>
              <p:nvPr/>
            </p:nvSpPr>
            <p:spPr>
              <a:xfrm>
                <a:off x="2915400" y="3107025"/>
                <a:ext cx="2460375" cy="158225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329" extrusionOk="0">
                    <a:moveTo>
                      <a:pt x="3132" y="1"/>
                    </a:moveTo>
                    <a:cubicBezTo>
                      <a:pt x="1403" y="1"/>
                      <a:pt x="0" y="1436"/>
                      <a:pt x="0" y="3165"/>
                    </a:cubicBezTo>
                    <a:cubicBezTo>
                      <a:pt x="0" y="4894"/>
                      <a:pt x="1403" y="6329"/>
                      <a:pt x="3132" y="6329"/>
                    </a:cubicBezTo>
                    <a:lnTo>
                      <a:pt x="95250" y="6329"/>
                    </a:lnTo>
                    <a:cubicBezTo>
                      <a:pt x="96979" y="6329"/>
                      <a:pt x="98414" y="4894"/>
                      <a:pt x="98414" y="3165"/>
                    </a:cubicBezTo>
                    <a:cubicBezTo>
                      <a:pt x="98414" y="1436"/>
                      <a:pt x="96979" y="1"/>
                      <a:pt x="95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334;p67">
                <a:extLst>
                  <a:ext uri="{FF2B5EF4-FFF2-40B4-BE49-F238E27FC236}">
                    <a16:creationId xmlns:a16="http://schemas.microsoft.com/office/drawing/2014/main" id="{91B9B20B-56FF-9D9A-8B1B-5F2DAEE22BB1}"/>
                  </a:ext>
                </a:extLst>
              </p:cNvPr>
              <p:cNvSpPr/>
              <p:nvPr/>
            </p:nvSpPr>
            <p:spPr>
              <a:xfrm>
                <a:off x="2915400" y="3580025"/>
                <a:ext cx="2460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296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95250" y="6296"/>
                    </a:lnTo>
                    <a:cubicBezTo>
                      <a:pt x="96979" y="6296"/>
                      <a:pt x="98414" y="4893"/>
                      <a:pt x="98414" y="3132"/>
                    </a:cubicBezTo>
                    <a:cubicBezTo>
                      <a:pt x="98414" y="1403"/>
                      <a:pt x="96979" y="0"/>
                      <a:pt x="952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335;p67">
                <a:extLst>
                  <a:ext uri="{FF2B5EF4-FFF2-40B4-BE49-F238E27FC236}">
                    <a16:creationId xmlns:a16="http://schemas.microsoft.com/office/drawing/2014/main" id="{583A5585-8C1F-D1FB-7879-8EAACB91ADDB}"/>
                  </a:ext>
                </a:extLst>
              </p:cNvPr>
              <p:cNvSpPr/>
              <p:nvPr/>
            </p:nvSpPr>
            <p:spPr>
              <a:xfrm>
                <a:off x="2915400" y="4052200"/>
                <a:ext cx="1987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79495" h="6296" extrusionOk="0">
                    <a:moveTo>
                      <a:pt x="3132" y="0"/>
                    </a:moveTo>
                    <a:cubicBezTo>
                      <a:pt x="1403" y="0"/>
                      <a:pt x="0" y="1435"/>
                      <a:pt x="0" y="3164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76363" y="6296"/>
                    </a:lnTo>
                    <a:cubicBezTo>
                      <a:pt x="78092" y="6296"/>
                      <a:pt x="79495" y="4893"/>
                      <a:pt x="79495" y="3164"/>
                    </a:cubicBezTo>
                    <a:cubicBezTo>
                      <a:pt x="79495" y="1435"/>
                      <a:pt x="78092" y="0"/>
                      <a:pt x="763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336;p67">
                <a:extLst>
                  <a:ext uri="{FF2B5EF4-FFF2-40B4-BE49-F238E27FC236}">
                    <a16:creationId xmlns:a16="http://schemas.microsoft.com/office/drawing/2014/main" id="{EA91AED4-06D4-AEF0-CC20-500347F3B623}"/>
                  </a:ext>
                </a:extLst>
              </p:cNvPr>
              <p:cNvSpPr/>
              <p:nvPr/>
            </p:nvSpPr>
            <p:spPr>
              <a:xfrm>
                <a:off x="3216300" y="854625"/>
                <a:ext cx="185855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42" h="74342" extrusionOk="0">
                    <a:moveTo>
                      <a:pt x="37155" y="1"/>
                    </a:moveTo>
                    <a:cubicBezTo>
                      <a:pt x="16637" y="1"/>
                      <a:pt x="1" y="16637"/>
                      <a:pt x="1" y="37187"/>
                    </a:cubicBezTo>
                    <a:cubicBezTo>
                      <a:pt x="1" y="57705"/>
                      <a:pt x="16637" y="74341"/>
                      <a:pt x="37155" y="74341"/>
                    </a:cubicBezTo>
                    <a:cubicBezTo>
                      <a:pt x="57705" y="74341"/>
                      <a:pt x="74341" y="57705"/>
                      <a:pt x="74341" y="37187"/>
                    </a:cubicBezTo>
                    <a:cubicBezTo>
                      <a:pt x="74341" y="16637"/>
                      <a:pt x="57705" y="1"/>
                      <a:pt x="37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337;p67">
                <a:extLst>
                  <a:ext uri="{FF2B5EF4-FFF2-40B4-BE49-F238E27FC236}">
                    <a16:creationId xmlns:a16="http://schemas.microsoft.com/office/drawing/2014/main" id="{21B0E179-C398-87EF-B052-3760B4B1A61B}"/>
                  </a:ext>
                </a:extLst>
              </p:cNvPr>
              <p:cNvSpPr/>
              <p:nvPr/>
            </p:nvSpPr>
            <p:spPr>
              <a:xfrm>
                <a:off x="3987775" y="854625"/>
                <a:ext cx="10870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3" h="74342" extrusionOk="0">
                    <a:moveTo>
                      <a:pt x="6296" y="1"/>
                    </a:moveTo>
                    <a:cubicBezTo>
                      <a:pt x="4143" y="1"/>
                      <a:pt x="2055" y="196"/>
                      <a:pt x="0" y="555"/>
                    </a:cubicBezTo>
                    <a:cubicBezTo>
                      <a:pt x="17517" y="3556"/>
                      <a:pt x="30891" y="18822"/>
                      <a:pt x="30891" y="37187"/>
                    </a:cubicBezTo>
                    <a:cubicBezTo>
                      <a:pt x="30891" y="55520"/>
                      <a:pt x="17517" y="70818"/>
                      <a:pt x="0" y="73819"/>
                    </a:cubicBezTo>
                    <a:cubicBezTo>
                      <a:pt x="2055" y="74178"/>
                      <a:pt x="4143" y="74341"/>
                      <a:pt x="6296" y="74341"/>
                    </a:cubicBezTo>
                    <a:cubicBezTo>
                      <a:pt x="26814" y="74341"/>
                      <a:pt x="43482" y="57673"/>
                      <a:pt x="43482" y="37187"/>
                    </a:cubicBezTo>
                    <a:cubicBezTo>
                      <a:pt x="43482" y="16669"/>
                      <a:pt x="26814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338;p67">
                <a:extLst>
                  <a:ext uri="{FF2B5EF4-FFF2-40B4-BE49-F238E27FC236}">
                    <a16:creationId xmlns:a16="http://schemas.microsoft.com/office/drawing/2014/main" id="{BC58F375-69C4-0ED3-4045-48DCA4B507DE}"/>
                  </a:ext>
                </a:extLst>
              </p:cNvPr>
              <p:cNvSpPr/>
              <p:nvPr/>
            </p:nvSpPr>
            <p:spPr>
              <a:xfrm>
                <a:off x="3531100" y="1170225"/>
                <a:ext cx="12289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49127" extrusionOk="0">
                    <a:moveTo>
                      <a:pt x="20779" y="1"/>
                    </a:moveTo>
                    <a:cubicBezTo>
                      <a:pt x="19409" y="1"/>
                      <a:pt x="18267" y="1110"/>
                      <a:pt x="18267" y="2512"/>
                    </a:cubicBezTo>
                    <a:lnTo>
                      <a:pt x="18267" y="16995"/>
                    </a:lnTo>
                    <a:cubicBezTo>
                      <a:pt x="18267" y="17680"/>
                      <a:pt x="17713" y="18268"/>
                      <a:pt x="16995" y="18268"/>
                    </a:cubicBezTo>
                    <a:lnTo>
                      <a:pt x="2512" y="18268"/>
                    </a:lnTo>
                    <a:cubicBezTo>
                      <a:pt x="1142" y="18268"/>
                      <a:pt x="0" y="19377"/>
                      <a:pt x="0" y="20779"/>
                    </a:cubicBezTo>
                    <a:lnTo>
                      <a:pt x="0" y="28347"/>
                    </a:lnTo>
                    <a:cubicBezTo>
                      <a:pt x="0" y="29717"/>
                      <a:pt x="1142" y="30859"/>
                      <a:pt x="2512" y="30859"/>
                    </a:cubicBezTo>
                    <a:lnTo>
                      <a:pt x="16995" y="30859"/>
                    </a:lnTo>
                    <a:cubicBezTo>
                      <a:pt x="17713" y="30859"/>
                      <a:pt x="18267" y="31413"/>
                      <a:pt x="18267" y="32131"/>
                    </a:cubicBezTo>
                    <a:lnTo>
                      <a:pt x="18267" y="46614"/>
                    </a:lnTo>
                    <a:cubicBezTo>
                      <a:pt x="18267" y="48017"/>
                      <a:pt x="19409" y="49126"/>
                      <a:pt x="20779" y="49126"/>
                    </a:cubicBezTo>
                    <a:lnTo>
                      <a:pt x="28347" y="49126"/>
                    </a:lnTo>
                    <a:cubicBezTo>
                      <a:pt x="29749" y="49126"/>
                      <a:pt x="30858" y="48017"/>
                      <a:pt x="30858" y="46614"/>
                    </a:cubicBezTo>
                    <a:lnTo>
                      <a:pt x="30858" y="32131"/>
                    </a:lnTo>
                    <a:cubicBezTo>
                      <a:pt x="30858" y="31413"/>
                      <a:pt x="31446" y="30859"/>
                      <a:pt x="32131" y="30859"/>
                    </a:cubicBezTo>
                    <a:lnTo>
                      <a:pt x="46614" y="30859"/>
                    </a:lnTo>
                    <a:cubicBezTo>
                      <a:pt x="48016" y="30859"/>
                      <a:pt x="49158" y="29717"/>
                      <a:pt x="49158" y="28347"/>
                    </a:cubicBezTo>
                    <a:lnTo>
                      <a:pt x="49158" y="20779"/>
                    </a:lnTo>
                    <a:cubicBezTo>
                      <a:pt x="49158" y="19377"/>
                      <a:pt x="48016" y="18268"/>
                      <a:pt x="46614" y="18268"/>
                    </a:cubicBezTo>
                    <a:lnTo>
                      <a:pt x="32131" y="18268"/>
                    </a:lnTo>
                    <a:cubicBezTo>
                      <a:pt x="31446" y="18268"/>
                      <a:pt x="30858" y="17680"/>
                      <a:pt x="30858" y="16995"/>
                    </a:cubicBezTo>
                    <a:lnTo>
                      <a:pt x="30858" y="2512"/>
                    </a:lnTo>
                    <a:cubicBezTo>
                      <a:pt x="30858" y="1110"/>
                      <a:pt x="29749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" name="Google Shape;2339;p67">
              <a:extLst>
                <a:ext uri="{FF2B5EF4-FFF2-40B4-BE49-F238E27FC236}">
                  <a16:creationId xmlns:a16="http://schemas.microsoft.com/office/drawing/2014/main" id="{3267CC81-0A0C-B0DE-D534-86ABBA66F0ED}"/>
                </a:ext>
              </a:extLst>
            </p:cNvPr>
            <p:cNvGrpSpPr/>
            <p:nvPr/>
          </p:nvGrpSpPr>
          <p:grpSpPr>
            <a:xfrm>
              <a:off x="4163703" y="1626505"/>
              <a:ext cx="802800" cy="1064195"/>
              <a:chOff x="1831600" y="238125"/>
              <a:chExt cx="3937225" cy="5219200"/>
            </a:xfrm>
          </p:grpSpPr>
          <p:sp>
            <p:nvSpPr>
              <p:cNvPr id="46" name="Google Shape;2340;p67">
                <a:extLst>
                  <a:ext uri="{FF2B5EF4-FFF2-40B4-BE49-F238E27FC236}">
                    <a16:creationId xmlns:a16="http://schemas.microsoft.com/office/drawing/2014/main" id="{F6C07282-5044-9D12-B97A-5B69BAFADB2D}"/>
                  </a:ext>
                </a:extLst>
              </p:cNvPr>
              <p:cNvSpPr/>
              <p:nvPr/>
            </p:nvSpPr>
            <p:spPr>
              <a:xfrm>
                <a:off x="1831600" y="238125"/>
                <a:ext cx="39372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157489" y="183552"/>
                    </a:lnTo>
                    <a:lnTo>
                      <a:pt x="157489" y="6296"/>
                    </a:lnTo>
                    <a:cubicBezTo>
                      <a:pt x="157489" y="2805"/>
                      <a:pt x="154684" y="0"/>
                      <a:pt x="151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341;p67">
                <a:extLst>
                  <a:ext uri="{FF2B5EF4-FFF2-40B4-BE49-F238E27FC236}">
                    <a16:creationId xmlns:a16="http://schemas.microsoft.com/office/drawing/2014/main" id="{4954E634-E83C-A72E-B971-739315BEA7AB}"/>
                  </a:ext>
                </a:extLst>
              </p:cNvPr>
              <p:cNvSpPr/>
              <p:nvPr/>
            </p:nvSpPr>
            <p:spPr>
              <a:xfrm>
                <a:off x="5296650" y="238125"/>
                <a:ext cx="472175" cy="4588800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183552" extrusionOk="0">
                    <a:moveTo>
                      <a:pt x="0" y="0"/>
                    </a:moveTo>
                    <a:cubicBezTo>
                      <a:pt x="3490" y="0"/>
                      <a:pt x="6296" y="2805"/>
                      <a:pt x="6296" y="6296"/>
                    </a:cubicBezTo>
                    <a:lnTo>
                      <a:pt x="6296" y="183552"/>
                    </a:lnTo>
                    <a:lnTo>
                      <a:pt x="18887" y="183552"/>
                    </a:lnTo>
                    <a:lnTo>
                      <a:pt x="18887" y="6296"/>
                    </a:lnTo>
                    <a:cubicBezTo>
                      <a:pt x="18887" y="2805"/>
                      <a:pt x="16082" y="0"/>
                      <a:pt x="125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342;p67">
                <a:extLst>
                  <a:ext uri="{FF2B5EF4-FFF2-40B4-BE49-F238E27FC236}">
                    <a16:creationId xmlns:a16="http://schemas.microsoft.com/office/drawing/2014/main" id="{D3DE5020-0B37-05E0-49D9-EFB55957B67C}"/>
                  </a:ext>
                </a:extLst>
              </p:cNvPr>
              <p:cNvSpPr/>
              <p:nvPr/>
            </p:nvSpPr>
            <p:spPr>
              <a:xfrm>
                <a:off x="1831600" y="238125"/>
                <a:ext cx="6899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27597" y="193795"/>
                    </a:lnTo>
                    <a:lnTo>
                      <a:pt x="27597" y="180388"/>
                    </a:lnTo>
                    <a:lnTo>
                      <a:pt x="275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343;p67">
                <a:extLst>
                  <a:ext uri="{FF2B5EF4-FFF2-40B4-BE49-F238E27FC236}">
                    <a16:creationId xmlns:a16="http://schemas.microsoft.com/office/drawing/2014/main" id="{AD42FE31-E801-8B9E-5638-6E419D5FAE91}"/>
                  </a:ext>
                </a:extLst>
              </p:cNvPr>
              <p:cNvSpPr/>
              <p:nvPr/>
            </p:nvSpPr>
            <p:spPr>
              <a:xfrm>
                <a:off x="1831600" y="4747800"/>
                <a:ext cx="393722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28381" extrusionOk="0">
                    <a:moveTo>
                      <a:pt x="14157" y="1"/>
                    </a:moveTo>
                    <a:cubicBezTo>
                      <a:pt x="6328" y="1"/>
                      <a:pt x="0" y="6362"/>
                      <a:pt x="0" y="14190"/>
                    </a:cubicBezTo>
                    <a:cubicBezTo>
                      <a:pt x="0" y="22019"/>
                      <a:pt x="6328" y="28380"/>
                      <a:pt x="14157" y="28380"/>
                    </a:cubicBezTo>
                    <a:lnTo>
                      <a:pt x="151193" y="28380"/>
                    </a:lnTo>
                    <a:cubicBezTo>
                      <a:pt x="154684" y="28380"/>
                      <a:pt x="157489" y="25575"/>
                      <a:pt x="157489" y="22084"/>
                    </a:cubicBezTo>
                    <a:lnTo>
                      <a:pt x="157489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344;p67">
                <a:extLst>
                  <a:ext uri="{FF2B5EF4-FFF2-40B4-BE49-F238E27FC236}">
                    <a16:creationId xmlns:a16="http://schemas.microsoft.com/office/drawing/2014/main" id="{7526CA54-4A41-B735-C8D9-9DD70A7D0236}"/>
                  </a:ext>
                </a:extLst>
              </p:cNvPr>
              <p:cNvSpPr/>
              <p:nvPr/>
            </p:nvSpPr>
            <p:spPr>
              <a:xfrm>
                <a:off x="5296650" y="4747800"/>
                <a:ext cx="47217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28381" extrusionOk="0">
                    <a:moveTo>
                      <a:pt x="6296" y="1"/>
                    </a:moveTo>
                    <a:lnTo>
                      <a:pt x="6296" y="22084"/>
                    </a:lnTo>
                    <a:cubicBezTo>
                      <a:pt x="6296" y="25575"/>
                      <a:pt x="3490" y="28380"/>
                      <a:pt x="0" y="28380"/>
                    </a:cubicBezTo>
                    <a:lnTo>
                      <a:pt x="12591" y="28380"/>
                    </a:lnTo>
                    <a:cubicBezTo>
                      <a:pt x="16082" y="28380"/>
                      <a:pt x="18887" y="25575"/>
                      <a:pt x="18887" y="22084"/>
                    </a:cubicBezTo>
                    <a:lnTo>
                      <a:pt x="188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345;p67">
                <a:extLst>
                  <a:ext uri="{FF2B5EF4-FFF2-40B4-BE49-F238E27FC236}">
                    <a16:creationId xmlns:a16="http://schemas.microsoft.com/office/drawing/2014/main" id="{7C0940E5-8160-A48A-A415-2C60ED12719A}"/>
                  </a:ext>
                </a:extLst>
              </p:cNvPr>
              <p:cNvSpPr/>
              <p:nvPr/>
            </p:nvSpPr>
            <p:spPr>
              <a:xfrm>
                <a:off x="2915400" y="3107025"/>
                <a:ext cx="2460375" cy="158225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329" extrusionOk="0">
                    <a:moveTo>
                      <a:pt x="3132" y="1"/>
                    </a:moveTo>
                    <a:cubicBezTo>
                      <a:pt x="1403" y="1"/>
                      <a:pt x="0" y="1436"/>
                      <a:pt x="0" y="3165"/>
                    </a:cubicBezTo>
                    <a:cubicBezTo>
                      <a:pt x="0" y="4894"/>
                      <a:pt x="1403" y="6329"/>
                      <a:pt x="3132" y="6329"/>
                    </a:cubicBezTo>
                    <a:lnTo>
                      <a:pt x="95250" y="6329"/>
                    </a:lnTo>
                    <a:cubicBezTo>
                      <a:pt x="96979" y="6329"/>
                      <a:pt x="98414" y="4894"/>
                      <a:pt x="98414" y="3165"/>
                    </a:cubicBezTo>
                    <a:cubicBezTo>
                      <a:pt x="98414" y="1436"/>
                      <a:pt x="96979" y="1"/>
                      <a:pt x="95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346;p67">
                <a:extLst>
                  <a:ext uri="{FF2B5EF4-FFF2-40B4-BE49-F238E27FC236}">
                    <a16:creationId xmlns:a16="http://schemas.microsoft.com/office/drawing/2014/main" id="{F0FFA52E-0117-0E6E-AFC0-CC9741CC9F0F}"/>
                  </a:ext>
                </a:extLst>
              </p:cNvPr>
              <p:cNvSpPr/>
              <p:nvPr/>
            </p:nvSpPr>
            <p:spPr>
              <a:xfrm>
                <a:off x="2915400" y="3580025"/>
                <a:ext cx="2460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296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95250" y="6296"/>
                    </a:lnTo>
                    <a:cubicBezTo>
                      <a:pt x="96979" y="6296"/>
                      <a:pt x="98414" y="4893"/>
                      <a:pt x="98414" y="3132"/>
                    </a:cubicBezTo>
                    <a:cubicBezTo>
                      <a:pt x="98414" y="1403"/>
                      <a:pt x="96979" y="0"/>
                      <a:pt x="952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347;p67">
                <a:extLst>
                  <a:ext uri="{FF2B5EF4-FFF2-40B4-BE49-F238E27FC236}">
                    <a16:creationId xmlns:a16="http://schemas.microsoft.com/office/drawing/2014/main" id="{379A37F0-EEEB-9DAB-EDC1-8067D5285C94}"/>
                  </a:ext>
                </a:extLst>
              </p:cNvPr>
              <p:cNvSpPr/>
              <p:nvPr/>
            </p:nvSpPr>
            <p:spPr>
              <a:xfrm>
                <a:off x="2915400" y="4052200"/>
                <a:ext cx="1987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79495" h="6296" extrusionOk="0">
                    <a:moveTo>
                      <a:pt x="3132" y="0"/>
                    </a:moveTo>
                    <a:cubicBezTo>
                      <a:pt x="1403" y="0"/>
                      <a:pt x="0" y="1435"/>
                      <a:pt x="0" y="3164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76363" y="6296"/>
                    </a:lnTo>
                    <a:cubicBezTo>
                      <a:pt x="78092" y="6296"/>
                      <a:pt x="79495" y="4893"/>
                      <a:pt x="79495" y="3164"/>
                    </a:cubicBezTo>
                    <a:cubicBezTo>
                      <a:pt x="79495" y="1435"/>
                      <a:pt x="78092" y="0"/>
                      <a:pt x="763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348;p67">
                <a:extLst>
                  <a:ext uri="{FF2B5EF4-FFF2-40B4-BE49-F238E27FC236}">
                    <a16:creationId xmlns:a16="http://schemas.microsoft.com/office/drawing/2014/main" id="{6931E4AA-8648-8E74-7A09-37EEA46FD325}"/>
                  </a:ext>
                </a:extLst>
              </p:cNvPr>
              <p:cNvSpPr/>
              <p:nvPr/>
            </p:nvSpPr>
            <p:spPr>
              <a:xfrm>
                <a:off x="3216300" y="854625"/>
                <a:ext cx="185855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42" h="74342" extrusionOk="0">
                    <a:moveTo>
                      <a:pt x="37155" y="1"/>
                    </a:moveTo>
                    <a:cubicBezTo>
                      <a:pt x="16637" y="1"/>
                      <a:pt x="1" y="16637"/>
                      <a:pt x="1" y="37187"/>
                    </a:cubicBezTo>
                    <a:cubicBezTo>
                      <a:pt x="1" y="57705"/>
                      <a:pt x="16637" y="74341"/>
                      <a:pt x="37155" y="74341"/>
                    </a:cubicBezTo>
                    <a:cubicBezTo>
                      <a:pt x="57705" y="74341"/>
                      <a:pt x="74341" y="57705"/>
                      <a:pt x="74341" y="37187"/>
                    </a:cubicBezTo>
                    <a:cubicBezTo>
                      <a:pt x="74341" y="16637"/>
                      <a:pt x="57705" y="1"/>
                      <a:pt x="37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349;p67">
                <a:extLst>
                  <a:ext uri="{FF2B5EF4-FFF2-40B4-BE49-F238E27FC236}">
                    <a16:creationId xmlns:a16="http://schemas.microsoft.com/office/drawing/2014/main" id="{0A6C7175-D78A-A7FE-6873-63811BA20104}"/>
                  </a:ext>
                </a:extLst>
              </p:cNvPr>
              <p:cNvSpPr/>
              <p:nvPr/>
            </p:nvSpPr>
            <p:spPr>
              <a:xfrm>
                <a:off x="3987775" y="854625"/>
                <a:ext cx="10870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3" h="74342" extrusionOk="0">
                    <a:moveTo>
                      <a:pt x="6296" y="1"/>
                    </a:moveTo>
                    <a:cubicBezTo>
                      <a:pt x="4143" y="1"/>
                      <a:pt x="2055" y="196"/>
                      <a:pt x="0" y="555"/>
                    </a:cubicBezTo>
                    <a:cubicBezTo>
                      <a:pt x="17517" y="3556"/>
                      <a:pt x="30891" y="18822"/>
                      <a:pt x="30891" y="37187"/>
                    </a:cubicBezTo>
                    <a:cubicBezTo>
                      <a:pt x="30891" y="55520"/>
                      <a:pt x="17517" y="70818"/>
                      <a:pt x="0" y="73819"/>
                    </a:cubicBezTo>
                    <a:cubicBezTo>
                      <a:pt x="2055" y="74178"/>
                      <a:pt x="4143" y="74341"/>
                      <a:pt x="6296" y="74341"/>
                    </a:cubicBezTo>
                    <a:cubicBezTo>
                      <a:pt x="26814" y="74341"/>
                      <a:pt x="43482" y="57673"/>
                      <a:pt x="43482" y="37187"/>
                    </a:cubicBezTo>
                    <a:cubicBezTo>
                      <a:pt x="43482" y="16669"/>
                      <a:pt x="26814" y="1"/>
                      <a:pt x="6296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350;p67">
                <a:extLst>
                  <a:ext uri="{FF2B5EF4-FFF2-40B4-BE49-F238E27FC236}">
                    <a16:creationId xmlns:a16="http://schemas.microsoft.com/office/drawing/2014/main" id="{484F3791-799D-6BFC-F5E3-555D8A265731}"/>
                  </a:ext>
                </a:extLst>
              </p:cNvPr>
              <p:cNvSpPr/>
              <p:nvPr/>
            </p:nvSpPr>
            <p:spPr>
              <a:xfrm>
                <a:off x="3531100" y="1170225"/>
                <a:ext cx="12289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49127" extrusionOk="0">
                    <a:moveTo>
                      <a:pt x="20779" y="1"/>
                    </a:moveTo>
                    <a:cubicBezTo>
                      <a:pt x="19409" y="1"/>
                      <a:pt x="18267" y="1110"/>
                      <a:pt x="18267" y="2512"/>
                    </a:cubicBezTo>
                    <a:lnTo>
                      <a:pt x="18267" y="16995"/>
                    </a:lnTo>
                    <a:cubicBezTo>
                      <a:pt x="18267" y="17680"/>
                      <a:pt x="17713" y="18268"/>
                      <a:pt x="16995" y="18268"/>
                    </a:cubicBezTo>
                    <a:lnTo>
                      <a:pt x="2512" y="18268"/>
                    </a:lnTo>
                    <a:cubicBezTo>
                      <a:pt x="1142" y="18268"/>
                      <a:pt x="0" y="19377"/>
                      <a:pt x="0" y="20779"/>
                    </a:cubicBezTo>
                    <a:lnTo>
                      <a:pt x="0" y="28347"/>
                    </a:lnTo>
                    <a:cubicBezTo>
                      <a:pt x="0" y="29717"/>
                      <a:pt x="1142" y="30859"/>
                      <a:pt x="2512" y="30859"/>
                    </a:cubicBezTo>
                    <a:lnTo>
                      <a:pt x="16995" y="30859"/>
                    </a:lnTo>
                    <a:cubicBezTo>
                      <a:pt x="17713" y="30859"/>
                      <a:pt x="18267" y="31413"/>
                      <a:pt x="18267" y="32131"/>
                    </a:cubicBezTo>
                    <a:lnTo>
                      <a:pt x="18267" y="46614"/>
                    </a:lnTo>
                    <a:cubicBezTo>
                      <a:pt x="18267" y="48017"/>
                      <a:pt x="19409" y="49126"/>
                      <a:pt x="20779" y="49126"/>
                    </a:cubicBezTo>
                    <a:lnTo>
                      <a:pt x="28347" y="49126"/>
                    </a:lnTo>
                    <a:cubicBezTo>
                      <a:pt x="29749" y="49126"/>
                      <a:pt x="30858" y="48017"/>
                      <a:pt x="30858" y="46614"/>
                    </a:cubicBezTo>
                    <a:lnTo>
                      <a:pt x="30858" y="32131"/>
                    </a:lnTo>
                    <a:cubicBezTo>
                      <a:pt x="30858" y="31413"/>
                      <a:pt x="31446" y="30859"/>
                      <a:pt x="32131" y="30859"/>
                    </a:cubicBezTo>
                    <a:lnTo>
                      <a:pt x="46614" y="30859"/>
                    </a:lnTo>
                    <a:cubicBezTo>
                      <a:pt x="48016" y="30859"/>
                      <a:pt x="49158" y="29717"/>
                      <a:pt x="49158" y="28347"/>
                    </a:cubicBezTo>
                    <a:lnTo>
                      <a:pt x="49158" y="20779"/>
                    </a:lnTo>
                    <a:cubicBezTo>
                      <a:pt x="49158" y="19377"/>
                      <a:pt x="48016" y="18268"/>
                      <a:pt x="46614" y="18268"/>
                    </a:cubicBezTo>
                    <a:lnTo>
                      <a:pt x="32131" y="18268"/>
                    </a:lnTo>
                    <a:cubicBezTo>
                      <a:pt x="31446" y="18268"/>
                      <a:pt x="30858" y="17680"/>
                      <a:pt x="30858" y="16995"/>
                    </a:cubicBezTo>
                    <a:lnTo>
                      <a:pt x="30858" y="2512"/>
                    </a:lnTo>
                    <a:cubicBezTo>
                      <a:pt x="30858" y="1110"/>
                      <a:pt x="29749" y="1"/>
                      <a:pt x="28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15" name="Google Shape;2288;p66">
            <a:extLst>
              <a:ext uri="{FF2B5EF4-FFF2-40B4-BE49-F238E27FC236}">
                <a16:creationId xmlns:a16="http://schemas.microsoft.com/office/drawing/2014/main" id="{9FA8A08C-719C-D648-9F03-FF494A26103E}"/>
              </a:ext>
            </a:extLst>
          </p:cNvPr>
          <p:cNvGrpSpPr/>
          <p:nvPr/>
        </p:nvGrpSpPr>
        <p:grpSpPr>
          <a:xfrm>
            <a:off x="9525642" y="-1055457"/>
            <a:ext cx="298779" cy="271441"/>
            <a:chOff x="7226942" y="963843"/>
            <a:chExt cx="298779" cy="271441"/>
          </a:xfrm>
        </p:grpSpPr>
        <p:sp>
          <p:nvSpPr>
            <p:cNvPr id="4116" name="Google Shape;2289;p66">
              <a:extLst>
                <a:ext uri="{FF2B5EF4-FFF2-40B4-BE49-F238E27FC236}">
                  <a16:creationId xmlns:a16="http://schemas.microsoft.com/office/drawing/2014/main" id="{0F21A194-83A9-D03C-B35C-C7851FEAEBEA}"/>
                </a:ext>
              </a:extLst>
            </p:cNvPr>
            <p:cNvSpPr/>
            <p:nvPr/>
          </p:nvSpPr>
          <p:spPr>
            <a:xfrm>
              <a:off x="7226942" y="963843"/>
              <a:ext cx="298779" cy="271441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7" name="Google Shape;2290;p66">
              <a:extLst>
                <a:ext uri="{FF2B5EF4-FFF2-40B4-BE49-F238E27FC236}">
                  <a16:creationId xmlns:a16="http://schemas.microsoft.com/office/drawing/2014/main" id="{671B1381-2D7E-2F40-D82A-DBE55EFB14CB}"/>
                </a:ext>
              </a:extLst>
            </p:cNvPr>
            <p:cNvGrpSpPr/>
            <p:nvPr/>
          </p:nvGrpSpPr>
          <p:grpSpPr>
            <a:xfrm>
              <a:off x="7226942" y="963843"/>
              <a:ext cx="298779" cy="271441"/>
              <a:chOff x="3898325" y="2683650"/>
              <a:chExt cx="246925" cy="224350"/>
            </a:xfrm>
          </p:grpSpPr>
          <p:sp>
            <p:nvSpPr>
              <p:cNvPr id="4118" name="Google Shape;2291;p66">
                <a:extLst>
                  <a:ext uri="{FF2B5EF4-FFF2-40B4-BE49-F238E27FC236}">
                    <a16:creationId xmlns:a16="http://schemas.microsoft.com/office/drawing/2014/main" id="{3CFBAA02-0435-3403-2425-89E50C3DA531}"/>
                  </a:ext>
                </a:extLst>
              </p:cNvPr>
              <p:cNvSpPr/>
              <p:nvPr/>
            </p:nvSpPr>
            <p:spPr>
              <a:xfrm>
                <a:off x="3898325" y="2683650"/>
                <a:ext cx="246925" cy="224350"/>
              </a:xfrm>
              <a:custGeom>
                <a:avLst/>
                <a:gdLst/>
                <a:ahLst/>
                <a:cxnLst/>
                <a:rect l="l" t="t" r="r" b="b"/>
                <a:pathLst>
                  <a:path w="9877" h="8974" extrusionOk="0">
                    <a:moveTo>
                      <a:pt x="4911" y="0"/>
                    </a:moveTo>
                    <a:cubicBezTo>
                      <a:pt x="2890" y="0"/>
                      <a:pt x="1064" y="1393"/>
                      <a:pt x="562" y="3447"/>
                    </a:cubicBezTo>
                    <a:cubicBezTo>
                      <a:pt x="0" y="5856"/>
                      <a:pt x="1472" y="8265"/>
                      <a:pt x="3881" y="8854"/>
                    </a:cubicBezTo>
                    <a:cubicBezTo>
                      <a:pt x="4227" y="8935"/>
                      <a:pt x="4574" y="8973"/>
                      <a:pt x="4916" y="8973"/>
                    </a:cubicBezTo>
                    <a:cubicBezTo>
                      <a:pt x="6951" y="8973"/>
                      <a:pt x="8806" y="7598"/>
                      <a:pt x="9288" y="5535"/>
                    </a:cubicBezTo>
                    <a:cubicBezTo>
                      <a:pt x="9877" y="3126"/>
                      <a:pt x="8378" y="690"/>
                      <a:pt x="5969" y="128"/>
                    </a:cubicBezTo>
                    <a:cubicBezTo>
                      <a:pt x="5614" y="42"/>
                      <a:pt x="5260" y="0"/>
                      <a:pt x="491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2292;p66">
                <a:extLst>
                  <a:ext uri="{FF2B5EF4-FFF2-40B4-BE49-F238E27FC236}">
                    <a16:creationId xmlns:a16="http://schemas.microsoft.com/office/drawing/2014/main" id="{06B7AB61-65D4-4688-7BCA-2DEA08A8F81D}"/>
                  </a:ext>
                </a:extLst>
              </p:cNvPr>
              <p:cNvSpPr/>
              <p:nvPr/>
            </p:nvSpPr>
            <p:spPr>
              <a:xfrm>
                <a:off x="4007375" y="2730350"/>
                <a:ext cx="31475" cy="12982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5193" extrusionOk="0">
                    <a:moveTo>
                      <a:pt x="1045" y="0"/>
                    </a:moveTo>
                    <a:lnTo>
                      <a:pt x="1" y="54"/>
                    </a:lnTo>
                    <a:lnTo>
                      <a:pt x="242" y="5193"/>
                    </a:lnTo>
                    <a:lnTo>
                      <a:pt x="1259" y="5139"/>
                    </a:lnTo>
                    <a:lnTo>
                      <a:pt x="1045" y="0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2293;p66">
                <a:extLst>
                  <a:ext uri="{FF2B5EF4-FFF2-40B4-BE49-F238E27FC236}">
                    <a16:creationId xmlns:a16="http://schemas.microsoft.com/office/drawing/2014/main" id="{21B073C4-BE01-E995-ECEE-F720DDC05463}"/>
                  </a:ext>
                </a:extLst>
              </p:cNvPr>
              <p:cNvSpPr/>
              <p:nvPr/>
            </p:nvSpPr>
            <p:spPr>
              <a:xfrm>
                <a:off x="3958525" y="2779850"/>
                <a:ext cx="12917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5167" h="1259" extrusionOk="0">
                    <a:moveTo>
                      <a:pt x="5113" y="1"/>
                    </a:moveTo>
                    <a:lnTo>
                      <a:pt x="1" y="215"/>
                    </a:lnTo>
                    <a:lnTo>
                      <a:pt x="28" y="1259"/>
                    </a:lnTo>
                    <a:lnTo>
                      <a:pt x="5167" y="1018"/>
                    </a:lnTo>
                    <a:lnTo>
                      <a:pt x="5113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21" name="Google Shape;2351;p67">
            <a:extLst>
              <a:ext uri="{FF2B5EF4-FFF2-40B4-BE49-F238E27FC236}">
                <a16:creationId xmlns:a16="http://schemas.microsoft.com/office/drawing/2014/main" id="{84FD6D86-6E49-EDBA-E985-40A1C1DB6635}"/>
              </a:ext>
            </a:extLst>
          </p:cNvPr>
          <p:cNvGrpSpPr/>
          <p:nvPr/>
        </p:nvGrpSpPr>
        <p:grpSpPr>
          <a:xfrm rot="1523282">
            <a:off x="10383419" y="1702767"/>
            <a:ext cx="1390817" cy="1432656"/>
            <a:chOff x="6797343" y="1729324"/>
            <a:chExt cx="802748" cy="961377"/>
          </a:xfrm>
        </p:grpSpPr>
        <p:grpSp>
          <p:nvGrpSpPr>
            <p:cNvPr id="4122" name="Google Shape;2352;p67">
              <a:extLst>
                <a:ext uri="{FF2B5EF4-FFF2-40B4-BE49-F238E27FC236}">
                  <a16:creationId xmlns:a16="http://schemas.microsoft.com/office/drawing/2014/main" id="{D4F27DD9-66BB-500B-9E1B-FE4D9B916ABA}"/>
                </a:ext>
              </a:extLst>
            </p:cNvPr>
            <p:cNvGrpSpPr/>
            <p:nvPr/>
          </p:nvGrpSpPr>
          <p:grpSpPr>
            <a:xfrm>
              <a:off x="6797343" y="1729324"/>
              <a:ext cx="802748" cy="961377"/>
              <a:chOff x="1621200" y="238125"/>
              <a:chExt cx="4358025" cy="5219200"/>
            </a:xfrm>
          </p:grpSpPr>
          <p:sp>
            <p:nvSpPr>
              <p:cNvPr id="4134" name="Google Shape;2353;p67">
                <a:extLst>
                  <a:ext uri="{FF2B5EF4-FFF2-40B4-BE49-F238E27FC236}">
                    <a16:creationId xmlns:a16="http://schemas.microsoft.com/office/drawing/2014/main" id="{08166BA4-9862-9C22-DDF7-E28EBD82FD46}"/>
                  </a:ext>
                </a:extLst>
              </p:cNvPr>
              <p:cNvSpPr/>
              <p:nvPr/>
            </p:nvSpPr>
            <p:spPr>
              <a:xfrm>
                <a:off x="2096625" y="238125"/>
                <a:ext cx="3407175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136287" h="173603" extrusionOk="0">
                    <a:moveTo>
                      <a:pt x="12592" y="0"/>
                    </a:moveTo>
                    <a:cubicBezTo>
                      <a:pt x="5644" y="0"/>
                      <a:pt x="1" y="5643"/>
                      <a:pt x="1" y="12591"/>
                    </a:cubicBezTo>
                    <a:lnTo>
                      <a:pt x="1" y="161012"/>
                    </a:lnTo>
                    <a:cubicBezTo>
                      <a:pt x="1" y="167960"/>
                      <a:pt x="5644" y="173603"/>
                      <a:pt x="12592" y="173603"/>
                    </a:cubicBezTo>
                    <a:lnTo>
                      <a:pt x="123695" y="173603"/>
                    </a:lnTo>
                    <a:cubicBezTo>
                      <a:pt x="130643" y="173603"/>
                      <a:pt x="136286" y="167960"/>
                      <a:pt x="136286" y="161012"/>
                    </a:cubicBezTo>
                    <a:lnTo>
                      <a:pt x="136286" y="12591"/>
                    </a:lnTo>
                    <a:cubicBezTo>
                      <a:pt x="136286" y="5643"/>
                      <a:pt x="130643" y="0"/>
                      <a:pt x="1236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2354;p67">
                <a:extLst>
                  <a:ext uri="{FF2B5EF4-FFF2-40B4-BE49-F238E27FC236}">
                    <a16:creationId xmlns:a16="http://schemas.microsoft.com/office/drawing/2014/main" id="{CD47BD92-F903-5876-B5F4-32AA67E8E6DF}"/>
                  </a:ext>
                </a:extLst>
              </p:cNvPr>
              <p:cNvSpPr/>
              <p:nvPr/>
            </p:nvSpPr>
            <p:spPr>
              <a:xfrm>
                <a:off x="4873400" y="238125"/>
                <a:ext cx="630400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73603" extrusionOk="0">
                    <a:moveTo>
                      <a:pt x="0" y="0"/>
                    </a:moveTo>
                    <a:cubicBezTo>
                      <a:pt x="6981" y="0"/>
                      <a:pt x="12624" y="5643"/>
                      <a:pt x="12624" y="12591"/>
                    </a:cubicBezTo>
                    <a:lnTo>
                      <a:pt x="12624" y="161012"/>
                    </a:lnTo>
                    <a:cubicBezTo>
                      <a:pt x="12624" y="167960"/>
                      <a:pt x="6981" y="173603"/>
                      <a:pt x="0" y="173603"/>
                    </a:cubicBezTo>
                    <a:lnTo>
                      <a:pt x="12624" y="173603"/>
                    </a:lnTo>
                    <a:cubicBezTo>
                      <a:pt x="19572" y="173603"/>
                      <a:pt x="25215" y="167960"/>
                      <a:pt x="25215" y="161012"/>
                    </a:cubicBezTo>
                    <a:lnTo>
                      <a:pt x="25215" y="12591"/>
                    </a:lnTo>
                    <a:cubicBezTo>
                      <a:pt x="25215" y="5643"/>
                      <a:pt x="19572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2355;p67">
                <a:extLst>
                  <a:ext uri="{FF2B5EF4-FFF2-40B4-BE49-F238E27FC236}">
                    <a16:creationId xmlns:a16="http://schemas.microsoft.com/office/drawing/2014/main" id="{9263DCAA-F67D-E08C-4A61-5CC089819FFA}"/>
                  </a:ext>
                </a:extLst>
              </p:cNvPr>
              <p:cNvSpPr/>
              <p:nvPr/>
            </p:nvSpPr>
            <p:spPr>
              <a:xfrm>
                <a:off x="1621200" y="2285825"/>
                <a:ext cx="4358025" cy="3171500"/>
              </a:xfrm>
              <a:custGeom>
                <a:avLst/>
                <a:gdLst/>
                <a:ahLst/>
                <a:cxnLst/>
                <a:rect l="l" t="t" r="r" b="b"/>
                <a:pathLst>
                  <a:path w="174321" h="126860" extrusionOk="0">
                    <a:moveTo>
                      <a:pt x="12592" y="0"/>
                    </a:moveTo>
                    <a:cubicBezTo>
                      <a:pt x="5644" y="0"/>
                      <a:pt x="0" y="5644"/>
                      <a:pt x="0" y="12592"/>
                    </a:cubicBezTo>
                    <a:lnTo>
                      <a:pt x="0" y="114268"/>
                    </a:lnTo>
                    <a:cubicBezTo>
                      <a:pt x="0" y="121216"/>
                      <a:pt x="5644" y="126859"/>
                      <a:pt x="12592" y="126859"/>
                    </a:cubicBezTo>
                    <a:lnTo>
                      <a:pt x="161730" y="126859"/>
                    </a:lnTo>
                    <a:cubicBezTo>
                      <a:pt x="168678" y="126859"/>
                      <a:pt x="174321" y="121216"/>
                      <a:pt x="174321" y="114268"/>
                    </a:cubicBezTo>
                    <a:lnTo>
                      <a:pt x="174321" y="31511"/>
                    </a:lnTo>
                    <a:cubicBezTo>
                      <a:pt x="174321" y="24563"/>
                      <a:pt x="168678" y="18920"/>
                      <a:pt x="161730" y="18920"/>
                    </a:cubicBezTo>
                    <a:lnTo>
                      <a:pt x="87617" y="18920"/>
                    </a:lnTo>
                    <a:cubicBezTo>
                      <a:pt x="83377" y="18920"/>
                      <a:pt x="79462" y="16800"/>
                      <a:pt x="77114" y="13309"/>
                    </a:cubicBezTo>
                    <a:lnTo>
                      <a:pt x="71992" y="5611"/>
                    </a:lnTo>
                    <a:cubicBezTo>
                      <a:pt x="69676" y="2121"/>
                      <a:pt x="65729" y="0"/>
                      <a:pt x="615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2356;p67">
                <a:extLst>
                  <a:ext uri="{FF2B5EF4-FFF2-40B4-BE49-F238E27FC236}">
                    <a16:creationId xmlns:a16="http://schemas.microsoft.com/office/drawing/2014/main" id="{9BEC11DB-C173-CFFF-1C78-DAF7198B2AE8}"/>
                  </a:ext>
                </a:extLst>
              </p:cNvPr>
              <p:cNvSpPr/>
              <p:nvPr/>
            </p:nvSpPr>
            <p:spPr>
              <a:xfrm>
                <a:off x="5348825" y="2758825"/>
                <a:ext cx="630400" cy="2698500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07940" extrusionOk="0">
                    <a:moveTo>
                      <a:pt x="1" y="0"/>
                    </a:moveTo>
                    <a:cubicBezTo>
                      <a:pt x="6981" y="0"/>
                      <a:pt x="12625" y="5643"/>
                      <a:pt x="12625" y="12591"/>
                    </a:cubicBezTo>
                    <a:lnTo>
                      <a:pt x="12625" y="95348"/>
                    </a:lnTo>
                    <a:cubicBezTo>
                      <a:pt x="12625" y="102296"/>
                      <a:pt x="6981" y="107939"/>
                      <a:pt x="1" y="107939"/>
                    </a:cubicBezTo>
                    <a:lnTo>
                      <a:pt x="12625" y="107939"/>
                    </a:lnTo>
                    <a:cubicBezTo>
                      <a:pt x="19573" y="107939"/>
                      <a:pt x="25216" y="102296"/>
                      <a:pt x="25216" y="9534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2357;p67">
                <a:extLst>
                  <a:ext uri="{FF2B5EF4-FFF2-40B4-BE49-F238E27FC236}">
                    <a16:creationId xmlns:a16="http://schemas.microsoft.com/office/drawing/2014/main" id="{BE3C37EF-B164-1377-7BE2-88F9EF3E55A9}"/>
                  </a:ext>
                </a:extLst>
              </p:cNvPr>
              <p:cNvSpPr/>
              <p:nvPr/>
            </p:nvSpPr>
            <p:spPr>
              <a:xfrm>
                <a:off x="2870525" y="3178800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2358;p67">
                <a:extLst>
                  <a:ext uri="{FF2B5EF4-FFF2-40B4-BE49-F238E27FC236}">
                    <a16:creationId xmlns:a16="http://schemas.microsoft.com/office/drawing/2014/main" id="{C25D3275-6F3E-FE9A-D7F1-286D3F660334}"/>
                  </a:ext>
                </a:extLst>
              </p:cNvPr>
              <p:cNvSpPr/>
              <p:nvPr/>
            </p:nvSpPr>
            <p:spPr>
              <a:xfrm>
                <a:off x="3642800" y="3178800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63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785"/>
                      <a:pt x="1" y="73786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2359;p67">
                <a:extLst>
                  <a:ext uri="{FF2B5EF4-FFF2-40B4-BE49-F238E27FC236}">
                    <a16:creationId xmlns:a16="http://schemas.microsoft.com/office/drawing/2014/main" id="{59C0B312-003D-182A-1CD5-99B7BF83F561}"/>
                  </a:ext>
                </a:extLst>
              </p:cNvPr>
              <p:cNvSpPr/>
              <p:nvPr/>
            </p:nvSpPr>
            <p:spPr>
              <a:xfrm>
                <a:off x="3186125" y="3493575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6995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09"/>
                      <a:pt x="1" y="20779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79"/>
                    </a:lnTo>
                    <a:cubicBezTo>
                      <a:pt x="49126" y="19409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5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2360;p67">
                <a:extLst>
                  <a:ext uri="{FF2B5EF4-FFF2-40B4-BE49-F238E27FC236}">
                    <a16:creationId xmlns:a16="http://schemas.microsoft.com/office/drawing/2014/main" id="{F5956726-FAF4-C07F-8847-46FD670700D0}"/>
                  </a:ext>
                </a:extLst>
              </p:cNvPr>
              <p:cNvSpPr/>
              <p:nvPr/>
            </p:nvSpPr>
            <p:spPr>
              <a:xfrm>
                <a:off x="2713150" y="710275"/>
                <a:ext cx="21741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86965" h="1598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1777"/>
                    </a:lnTo>
                    <a:cubicBezTo>
                      <a:pt x="0" y="14093"/>
                      <a:pt x="1892" y="15985"/>
                      <a:pt x="4208" y="15985"/>
                    </a:cubicBezTo>
                    <a:lnTo>
                      <a:pt x="82757" y="15985"/>
                    </a:lnTo>
                    <a:cubicBezTo>
                      <a:pt x="85073" y="15985"/>
                      <a:pt x="86965" y="14093"/>
                      <a:pt x="86965" y="11777"/>
                    </a:cubicBezTo>
                    <a:lnTo>
                      <a:pt x="86965" y="4209"/>
                    </a:lnTo>
                    <a:cubicBezTo>
                      <a:pt x="86965" y="1893"/>
                      <a:pt x="85073" y="1"/>
                      <a:pt x="82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2361;p67">
                <a:extLst>
                  <a:ext uri="{FF2B5EF4-FFF2-40B4-BE49-F238E27FC236}">
                    <a16:creationId xmlns:a16="http://schemas.microsoft.com/office/drawing/2014/main" id="{0F8B48B6-C99B-6060-14A3-CE46950A107A}"/>
                  </a:ext>
                </a:extLst>
              </p:cNvPr>
              <p:cNvSpPr/>
              <p:nvPr/>
            </p:nvSpPr>
            <p:spPr>
              <a:xfrm>
                <a:off x="2634850" y="1503775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32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32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2362;p67">
                <a:extLst>
                  <a:ext uri="{FF2B5EF4-FFF2-40B4-BE49-F238E27FC236}">
                    <a16:creationId xmlns:a16="http://schemas.microsoft.com/office/drawing/2014/main" id="{3B818AF0-2FCA-64B5-BEF1-12D2915C02BF}"/>
                  </a:ext>
                </a:extLst>
              </p:cNvPr>
              <p:cNvSpPr/>
              <p:nvPr/>
            </p:nvSpPr>
            <p:spPr>
              <a:xfrm>
                <a:off x="2634850" y="1818550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64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64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23" name="Google Shape;2363;p67">
              <a:extLst>
                <a:ext uri="{FF2B5EF4-FFF2-40B4-BE49-F238E27FC236}">
                  <a16:creationId xmlns:a16="http://schemas.microsoft.com/office/drawing/2014/main" id="{9D2B2345-BDA7-5AE9-24A1-027979544B08}"/>
                </a:ext>
              </a:extLst>
            </p:cNvPr>
            <p:cNvGrpSpPr/>
            <p:nvPr/>
          </p:nvGrpSpPr>
          <p:grpSpPr>
            <a:xfrm>
              <a:off x="6797343" y="1729324"/>
              <a:ext cx="802748" cy="961377"/>
              <a:chOff x="1621200" y="238125"/>
              <a:chExt cx="4358025" cy="5219200"/>
            </a:xfrm>
          </p:grpSpPr>
          <p:sp>
            <p:nvSpPr>
              <p:cNvPr id="4124" name="Google Shape;2364;p67">
                <a:extLst>
                  <a:ext uri="{FF2B5EF4-FFF2-40B4-BE49-F238E27FC236}">
                    <a16:creationId xmlns:a16="http://schemas.microsoft.com/office/drawing/2014/main" id="{FC525415-B8A8-D586-11AE-60285378622D}"/>
                  </a:ext>
                </a:extLst>
              </p:cNvPr>
              <p:cNvSpPr/>
              <p:nvPr/>
            </p:nvSpPr>
            <p:spPr>
              <a:xfrm>
                <a:off x="2096625" y="238125"/>
                <a:ext cx="3407175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136287" h="173603" extrusionOk="0">
                    <a:moveTo>
                      <a:pt x="12592" y="0"/>
                    </a:moveTo>
                    <a:cubicBezTo>
                      <a:pt x="5644" y="0"/>
                      <a:pt x="1" y="5643"/>
                      <a:pt x="1" y="12591"/>
                    </a:cubicBezTo>
                    <a:lnTo>
                      <a:pt x="1" y="161012"/>
                    </a:lnTo>
                    <a:cubicBezTo>
                      <a:pt x="1" y="167960"/>
                      <a:pt x="5644" y="173603"/>
                      <a:pt x="12592" y="173603"/>
                    </a:cubicBezTo>
                    <a:lnTo>
                      <a:pt x="123695" y="173603"/>
                    </a:lnTo>
                    <a:cubicBezTo>
                      <a:pt x="130643" y="173603"/>
                      <a:pt x="136286" y="167960"/>
                      <a:pt x="136286" y="161012"/>
                    </a:cubicBezTo>
                    <a:lnTo>
                      <a:pt x="136286" y="12591"/>
                    </a:lnTo>
                    <a:cubicBezTo>
                      <a:pt x="136286" y="5643"/>
                      <a:pt x="130643" y="0"/>
                      <a:pt x="123695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2365;p67">
                <a:extLst>
                  <a:ext uri="{FF2B5EF4-FFF2-40B4-BE49-F238E27FC236}">
                    <a16:creationId xmlns:a16="http://schemas.microsoft.com/office/drawing/2014/main" id="{E08DC0FE-F94B-C713-C8C9-7C602C98C231}"/>
                  </a:ext>
                </a:extLst>
              </p:cNvPr>
              <p:cNvSpPr/>
              <p:nvPr/>
            </p:nvSpPr>
            <p:spPr>
              <a:xfrm>
                <a:off x="4873400" y="238125"/>
                <a:ext cx="630400" cy="4340075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73603" extrusionOk="0">
                    <a:moveTo>
                      <a:pt x="0" y="0"/>
                    </a:moveTo>
                    <a:cubicBezTo>
                      <a:pt x="6981" y="0"/>
                      <a:pt x="12624" y="5643"/>
                      <a:pt x="12624" y="12591"/>
                    </a:cubicBezTo>
                    <a:lnTo>
                      <a:pt x="12624" y="161012"/>
                    </a:lnTo>
                    <a:cubicBezTo>
                      <a:pt x="12624" y="167960"/>
                      <a:pt x="6981" y="173603"/>
                      <a:pt x="0" y="173603"/>
                    </a:cubicBezTo>
                    <a:lnTo>
                      <a:pt x="12624" y="173603"/>
                    </a:lnTo>
                    <a:cubicBezTo>
                      <a:pt x="19572" y="173603"/>
                      <a:pt x="25215" y="167960"/>
                      <a:pt x="25215" y="161012"/>
                    </a:cubicBezTo>
                    <a:lnTo>
                      <a:pt x="25215" y="12591"/>
                    </a:lnTo>
                    <a:cubicBezTo>
                      <a:pt x="25215" y="5643"/>
                      <a:pt x="19572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2366;p67">
                <a:extLst>
                  <a:ext uri="{FF2B5EF4-FFF2-40B4-BE49-F238E27FC236}">
                    <a16:creationId xmlns:a16="http://schemas.microsoft.com/office/drawing/2014/main" id="{7EAFA128-0E36-BA85-D555-76A2470F62EB}"/>
                  </a:ext>
                </a:extLst>
              </p:cNvPr>
              <p:cNvSpPr/>
              <p:nvPr/>
            </p:nvSpPr>
            <p:spPr>
              <a:xfrm>
                <a:off x="1621200" y="2285825"/>
                <a:ext cx="4358025" cy="3171500"/>
              </a:xfrm>
              <a:custGeom>
                <a:avLst/>
                <a:gdLst/>
                <a:ahLst/>
                <a:cxnLst/>
                <a:rect l="l" t="t" r="r" b="b"/>
                <a:pathLst>
                  <a:path w="174321" h="126860" extrusionOk="0">
                    <a:moveTo>
                      <a:pt x="12592" y="0"/>
                    </a:moveTo>
                    <a:cubicBezTo>
                      <a:pt x="5644" y="0"/>
                      <a:pt x="0" y="5644"/>
                      <a:pt x="0" y="12592"/>
                    </a:cubicBezTo>
                    <a:lnTo>
                      <a:pt x="0" y="114268"/>
                    </a:lnTo>
                    <a:cubicBezTo>
                      <a:pt x="0" y="121216"/>
                      <a:pt x="5644" y="126859"/>
                      <a:pt x="12592" y="126859"/>
                    </a:cubicBezTo>
                    <a:lnTo>
                      <a:pt x="161730" y="126859"/>
                    </a:lnTo>
                    <a:cubicBezTo>
                      <a:pt x="168678" y="126859"/>
                      <a:pt x="174321" y="121216"/>
                      <a:pt x="174321" y="114268"/>
                    </a:cubicBezTo>
                    <a:lnTo>
                      <a:pt x="174321" y="31511"/>
                    </a:lnTo>
                    <a:cubicBezTo>
                      <a:pt x="174321" y="24563"/>
                      <a:pt x="168678" y="18920"/>
                      <a:pt x="161730" y="18920"/>
                    </a:cubicBezTo>
                    <a:lnTo>
                      <a:pt x="87617" y="18920"/>
                    </a:lnTo>
                    <a:cubicBezTo>
                      <a:pt x="83377" y="18920"/>
                      <a:pt x="79462" y="16800"/>
                      <a:pt x="77114" y="13309"/>
                    </a:cubicBezTo>
                    <a:lnTo>
                      <a:pt x="71992" y="5611"/>
                    </a:lnTo>
                    <a:cubicBezTo>
                      <a:pt x="69676" y="2121"/>
                      <a:pt x="65729" y="0"/>
                      <a:pt x="615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2367;p67">
                <a:extLst>
                  <a:ext uri="{FF2B5EF4-FFF2-40B4-BE49-F238E27FC236}">
                    <a16:creationId xmlns:a16="http://schemas.microsoft.com/office/drawing/2014/main" id="{842476B7-11A7-AD69-74AC-19937432A9C5}"/>
                  </a:ext>
                </a:extLst>
              </p:cNvPr>
              <p:cNvSpPr/>
              <p:nvPr/>
            </p:nvSpPr>
            <p:spPr>
              <a:xfrm>
                <a:off x="5348825" y="2758825"/>
                <a:ext cx="630400" cy="2698500"/>
              </a:xfrm>
              <a:custGeom>
                <a:avLst/>
                <a:gdLst/>
                <a:ahLst/>
                <a:cxnLst/>
                <a:rect l="l" t="t" r="r" b="b"/>
                <a:pathLst>
                  <a:path w="25216" h="107940" extrusionOk="0">
                    <a:moveTo>
                      <a:pt x="1" y="0"/>
                    </a:moveTo>
                    <a:cubicBezTo>
                      <a:pt x="6981" y="0"/>
                      <a:pt x="12625" y="5643"/>
                      <a:pt x="12625" y="12591"/>
                    </a:cubicBezTo>
                    <a:lnTo>
                      <a:pt x="12625" y="95348"/>
                    </a:lnTo>
                    <a:cubicBezTo>
                      <a:pt x="12625" y="102296"/>
                      <a:pt x="6981" y="107939"/>
                      <a:pt x="1" y="107939"/>
                    </a:cubicBezTo>
                    <a:lnTo>
                      <a:pt x="12625" y="107939"/>
                    </a:lnTo>
                    <a:cubicBezTo>
                      <a:pt x="19573" y="107939"/>
                      <a:pt x="25216" y="102296"/>
                      <a:pt x="25216" y="9534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2368;p67">
                <a:extLst>
                  <a:ext uri="{FF2B5EF4-FFF2-40B4-BE49-F238E27FC236}">
                    <a16:creationId xmlns:a16="http://schemas.microsoft.com/office/drawing/2014/main" id="{566C787A-466D-EEE6-B1DD-1541A9BBF028}"/>
                  </a:ext>
                </a:extLst>
              </p:cNvPr>
              <p:cNvSpPr/>
              <p:nvPr/>
            </p:nvSpPr>
            <p:spPr>
              <a:xfrm>
                <a:off x="2870525" y="3178800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2369;p67">
                <a:extLst>
                  <a:ext uri="{FF2B5EF4-FFF2-40B4-BE49-F238E27FC236}">
                    <a16:creationId xmlns:a16="http://schemas.microsoft.com/office/drawing/2014/main" id="{39D553EE-EFF5-B10E-2375-6FCE36D2A1C0}"/>
                  </a:ext>
                </a:extLst>
              </p:cNvPr>
              <p:cNvSpPr/>
              <p:nvPr/>
            </p:nvSpPr>
            <p:spPr>
              <a:xfrm>
                <a:off x="3642800" y="3178800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63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785"/>
                      <a:pt x="1" y="73786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0" name="Google Shape;2370;p67">
                <a:extLst>
                  <a:ext uri="{FF2B5EF4-FFF2-40B4-BE49-F238E27FC236}">
                    <a16:creationId xmlns:a16="http://schemas.microsoft.com/office/drawing/2014/main" id="{DF7AD284-5CC3-CC75-2ECD-12A356ECC6DA}"/>
                  </a:ext>
                </a:extLst>
              </p:cNvPr>
              <p:cNvSpPr/>
              <p:nvPr/>
            </p:nvSpPr>
            <p:spPr>
              <a:xfrm>
                <a:off x="3186125" y="3493575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6995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09"/>
                      <a:pt x="1" y="20779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79"/>
                    </a:lnTo>
                    <a:cubicBezTo>
                      <a:pt x="49126" y="19409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5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2371;p67">
                <a:extLst>
                  <a:ext uri="{FF2B5EF4-FFF2-40B4-BE49-F238E27FC236}">
                    <a16:creationId xmlns:a16="http://schemas.microsoft.com/office/drawing/2014/main" id="{FFBDC660-EA7C-4974-062A-793CAC49E8EA}"/>
                  </a:ext>
                </a:extLst>
              </p:cNvPr>
              <p:cNvSpPr/>
              <p:nvPr/>
            </p:nvSpPr>
            <p:spPr>
              <a:xfrm>
                <a:off x="2713150" y="710275"/>
                <a:ext cx="21741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86965" h="1598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1777"/>
                    </a:lnTo>
                    <a:cubicBezTo>
                      <a:pt x="0" y="14093"/>
                      <a:pt x="1892" y="15985"/>
                      <a:pt x="4208" y="15985"/>
                    </a:cubicBezTo>
                    <a:lnTo>
                      <a:pt x="82757" y="15985"/>
                    </a:lnTo>
                    <a:cubicBezTo>
                      <a:pt x="85073" y="15985"/>
                      <a:pt x="86965" y="14093"/>
                      <a:pt x="86965" y="11777"/>
                    </a:cubicBezTo>
                    <a:lnTo>
                      <a:pt x="86965" y="4209"/>
                    </a:lnTo>
                    <a:cubicBezTo>
                      <a:pt x="86965" y="1893"/>
                      <a:pt x="85073" y="1"/>
                      <a:pt x="82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2372;p67">
                <a:extLst>
                  <a:ext uri="{FF2B5EF4-FFF2-40B4-BE49-F238E27FC236}">
                    <a16:creationId xmlns:a16="http://schemas.microsoft.com/office/drawing/2014/main" id="{B14E08B8-C580-C6C8-A9EC-88F3B9580778}"/>
                  </a:ext>
                </a:extLst>
              </p:cNvPr>
              <p:cNvSpPr/>
              <p:nvPr/>
            </p:nvSpPr>
            <p:spPr>
              <a:xfrm>
                <a:off x="2634850" y="1503775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32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32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2373;p67">
                <a:extLst>
                  <a:ext uri="{FF2B5EF4-FFF2-40B4-BE49-F238E27FC236}">
                    <a16:creationId xmlns:a16="http://schemas.microsoft.com/office/drawing/2014/main" id="{90FCBD9D-71D5-38A7-8F91-8C6E2275DA56}"/>
                  </a:ext>
                </a:extLst>
              </p:cNvPr>
              <p:cNvSpPr/>
              <p:nvPr/>
            </p:nvSpPr>
            <p:spPr>
              <a:xfrm>
                <a:off x="2634850" y="1818550"/>
                <a:ext cx="233072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3229" h="6296" extrusionOk="0">
                    <a:moveTo>
                      <a:pt x="3132" y="0"/>
                    </a:moveTo>
                    <a:cubicBezTo>
                      <a:pt x="1403" y="0"/>
                      <a:pt x="1" y="1403"/>
                      <a:pt x="1" y="3164"/>
                    </a:cubicBezTo>
                    <a:cubicBezTo>
                      <a:pt x="1" y="4893"/>
                      <a:pt x="1403" y="6296"/>
                      <a:pt x="3132" y="6296"/>
                    </a:cubicBezTo>
                    <a:lnTo>
                      <a:pt x="90097" y="6296"/>
                    </a:lnTo>
                    <a:cubicBezTo>
                      <a:pt x="91826" y="6296"/>
                      <a:pt x="93228" y="4893"/>
                      <a:pt x="93228" y="3164"/>
                    </a:cubicBezTo>
                    <a:cubicBezTo>
                      <a:pt x="93228" y="1403"/>
                      <a:pt x="91826" y="0"/>
                      <a:pt x="9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4" name="Google Shape;2374;p67">
            <a:extLst>
              <a:ext uri="{FF2B5EF4-FFF2-40B4-BE49-F238E27FC236}">
                <a16:creationId xmlns:a16="http://schemas.microsoft.com/office/drawing/2014/main" id="{83C20EEF-1AED-17C6-EDC0-776F79923281}"/>
              </a:ext>
            </a:extLst>
          </p:cNvPr>
          <p:cNvGrpSpPr/>
          <p:nvPr/>
        </p:nvGrpSpPr>
        <p:grpSpPr>
          <a:xfrm rot="20379067">
            <a:off x="-548857" y="-1464257"/>
            <a:ext cx="548857" cy="548946"/>
            <a:chOff x="1450775" y="1729324"/>
            <a:chExt cx="961389" cy="961377"/>
          </a:xfrm>
        </p:grpSpPr>
        <p:grpSp>
          <p:nvGrpSpPr>
            <p:cNvPr id="4145" name="Google Shape;2375;p67">
              <a:extLst>
                <a:ext uri="{FF2B5EF4-FFF2-40B4-BE49-F238E27FC236}">
                  <a16:creationId xmlns:a16="http://schemas.microsoft.com/office/drawing/2014/main" id="{D7535E64-3C59-ECFE-31EE-B741961F4223}"/>
                </a:ext>
              </a:extLst>
            </p:cNvPr>
            <p:cNvGrpSpPr/>
            <p:nvPr/>
          </p:nvGrpSpPr>
          <p:grpSpPr>
            <a:xfrm>
              <a:off x="1450788" y="1729324"/>
              <a:ext cx="961377" cy="961377"/>
              <a:chOff x="1190625" y="238125"/>
              <a:chExt cx="5219200" cy="5219200"/>
            </a:xfrm>
          </p:grpSpPr>
          <p:sp>
            <p:nvSpPr>
              <p:cNvPr id="4167" name="Google Shape;2376;p67">
                <a:extLst>
                  <a:ext uri="{FF2B5EF4-FFF2-40B4-BE49-F238E27FC236}">
                    <a16:creationId xmlns:a16="http://schemas.microsoft.com/office/drawing/2014/main" id="{8CC7D9E7-B0CA-D0FE-0089-0D5ADC5935E3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2377;p67">
                <a:extLst>
                  <a:ext uri="{FF2B5EF4-FFF2-40B4-BE49-F238E27FC236}">
                    <a16:creationId xmlns:a16="http://schemas.microsoft.com/office/drawing/2014/main" id="{C66A37D4-A166-6D83-57AB-0C4DFFCA3841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2378;p67">
                <a:extLst>
                  <a:ext uri="{FF2B5EF4-FFF2-40B4-BE49-F238E27FC236}">
                    <a16:creationId xmlns:a16="http://schemas.microsoft.com/office/drawing/2014/main" id="{E4698C1B-FC36-A260-D5B4-12BCD92A5335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2379;p67">
                <a:extLst>
                  <a:ext uri="{FF2B5EF4-FFF2-40B4-BE49-F238E27FC236}">
                    <a16:creationId xmlns:a16="http://schemas.microsoft.com/office/drawing/2014/main" id="{F098BC40-1CC4-6F4F-1084-43A4BF9CE9DB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2380;p67">
                <a:extLst>
                  <a:ext uri="{FF2B5EF4-FFF2-40B4-BE49-F238E27FC236}">
                    <a16:creationId xmlns:a16="http://schemas.microsoft.com/office/drawing/2014/main" id="{E18FC2A1-ECFB-4883-8766-C6D0C855D741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2381;p67">
                <a:extLst>
                  <a:ext uri="{FF2B5EF4-FFF2-40B4-BE49-F238E27FC236}">
                    <a16:creationId xmlns:a16="http://schemas.microsoft.com/office/drawing/2014/main" id="{7AAFF955-B444-14E1-E9D0-67DF4A0EF58A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2382;p67">
                <a:extLst>
                  <a:ext uri="{FF2B5EF4-FFF2-40B4-BE49-F238E27FC236}">
                    <a16:creationId xmlns:a16="http://schemas.microsoft.com/office/drawing/2014/main" id="{ED1A02B2-3711-BAAA-F97D-4851B0F84509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2383;p67">
                <a:extLst>
                  <a:ext uri="{FF2B5EF4-FFF2-40B4-BE49-F238E27FC236}">
                    <a16:creationId xmlns:a16="http://schemas.microsoft.com/office/drawing/2014/main" id="{81F5E25E-D614-82C0-ECB3-E3581D5D6B51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2384;p67">
                <a:extLst>
                  <a:ext uri="{FF2B5EF4-FFF2-40B4-BE49-F238E27FC236}">
                    <a16:creationId xmlns:a16="http://schemas.microsoft.com/office/drawing/2014/main" id="{FDEA1E4F-AE35-4227-7F9C-6CBD7E8AC83E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2385;p67">
                <a:extLst>
                  <a:ext uri="{FF2B5EF4-FFF2-40B4-BE49-F238E27FC236}">
                    <a16:creationId xmlns:a16="http://schemas.microsoft.com/office/drawing/2014/main" id="{220AA00B-95A2-C17D-3A23-9B71AC56FA35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2386;p67">
                <a:extLst>
                  <a:ext uri="{FF2B5EF4-FFF2-40B4-BE49-F238E27FC236}">
                    <a16:creationId xmlns:a16="http://schemas.microsoft.com/office/drawing/2014/main" id="{FEC56658-D40B-86A5-012C-E5A419203D14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2387;p67">
                <a:extLst>
                  <a:ext uri="{FF2B5EF4-FFF2-40B4-BE49-F238E27FC236}">
                    <a16:creationId xmlns:a16="http://schemas.microsoft.com/office/drawing/2014/main" id="{1F9D13B4-A78C-BA05-8112-24C76A6036A3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2388;p67">
                <a:extLst>
                  <a:ext uri="{FF2B5EF4-FFF2-40B4-BE49-F238E27FC236}">
                    <a16:creationId xmlns:a16="http://schemas.microsoft.com/office/drawing/2014/main" id="{58C81028-0766-710A-73A8-C490B446680C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2389;p67">
                <a:extLst>
                  <a:ext uri="{FF2B5EF4-FFF2-40B4-BE49-F238E27FC236}">
                    <a16:creationId xmlns:a16="http://schemas.microsoft.com/office/drawing/2014/main" id="{B358701D-35CF-D896-B188-072277DB3B28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2390;p67">
                <a:extLst>
                  <a:ext uri="{FF2B5EF4-FFF2-40B4-BE49-F238E27FC236}">
                    <a16:creationId xmlns:a16="http://schemas.microsoft.com/office/drawing/2014/main" id="{071E9FFA-19A1-EE92-8FCF-13A0562FB0BA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2391;p67">
                <a:extLst>
                  <a:ext uri="{FF2B5EF4-FFF2-40B4-BE49-F238E27FC236}">
                    <a16:creationId xmlns:a16="http://schemas.microsoft.com/office/drawing/2014/main" id="{86ECB9FF-D3AF-9934-6BF2-EE205904AEFD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2392;p67">
                <a:extLst>
                  <a:ext uri="{FF2B5EF4-FFF2-40B4-BE49-F238E27FC236}">
                    <a16:creationId xmlns:a16="http://schemas.microsoft.com/office/drawing/2014/main" id="{F16F62D3-7913-9E7D-E461-C2A5EE3CB768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2393;p67">
                <a:extLst>
                  <a:ext uri="{FF2B5EF4-FFF2-40B4-BE49-F238E27FC236}">
                    <a16:creationId xmlns:a16="http://schemas.microsoft.com/office/drawing/2014/main" id="{A9A7A137-5AA1-AAFD-CDC6-B24E4A333A14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2394;p67">
                <a:extLst>
                  <a:ext uri="{FF2B5EF4-FFF2-40B4-BE49-F238E27FC236}">
                    <a16:creationId xmlns:a16="http://schemas.microsoft.com/office/drawing/2014/main" id="{44E65CBF-3B3B-C81C-0215-0421332B9C5E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2395;p67">
                <a:extLst>
                  <a:ext uri="{FF2B5EF4-FFF2-40B4-BE49-F238E27FC236}">
                    <a16:creationId xmlns:a16="http://schemas.microsoft.com/office/drawing/2014/main" id="{5F368BFF-55D5-3835-3A7D-C45857D12243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6" name="Google Shape;2396;p67">
              <a:extLst>
                <a:ext uri="{FF2B5EF4-FFF2-40B4-BE49-F238E27FC236}">
                  <a16:creationId xmlns:a16="http://schemas.microsoft.com/office/drawing/2014/main" id="{B7C67C95-64F4-F562-AA62-7461520DECA6}"/>
                </a:ext>
              </a:extLst>
            </p:cNvPr>
            <p:cNvGrpSpPr/>
            <p:nvPr/>
          </p:nvGrpSpPr>
          <p:grpSpPr>
            <a:xfrm>
              <a:off x="1450775" y="1729324"/>
              <a:ext cx="961377" cy="961377"/>
              <a:chOff x="1190625" y="238125"/>
              <a:chExt cx="5219200" cy="5219200"/>
            </a:xfrm>
          </p:grpSpPr>
          <p:sp>
            <p:nvSpPr>
              <p:cNvPr id="4147" name="Google Shape;2397;p67">
                <a:extLst>
                  <a:ext uri="{FF2B5EF4-FFF2-40B4-BE49-F238E27FC236}">
                    <a16:creationId xmlns:a16="http://schemas.microsoft.com/office/drawing/2014/main" id="{B437DCE5-63E0-C37A-6AF7-880C2B512FCA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2398;p67">
                <a:extLst>
                  <a:ext uri="{FF2B5EF4-FFF2-40B4-BE49-F238E27FC236}">
                    <a16:creationId xmlns:a16="http://schemas.microsoft.com/office/drawing/2014/main" id="{9BFD82EF-0196-6539-EBAF-C2323DB407D8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2399;p67">
                <a:extLst>
                  <a:ext uri="{FF2B5EF4-FFF2-40B4-BE49-F238E27FC236}">
                    <a16:creationId xmlns:a16="http://schemas.microsoft.com/office/drawing/2014/main" id="{12130749-0CF0-5D7D-012B-88B5C1B346AC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2400;p67">
                <a:extLst>
                  <a:ext uri="{FF2B5EF4-FFF2-40B4-BE49-F238E27FC236}">
                    <a16:creationId xmlns:a16="http://schemas.microsoft.com/office/drawing/2014/main" id="{13B41658-9464-CD3D-BE89-B87417124398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2401;p67">
                <a:extLst>
                  <a:ext uri="{FF2B5EF4-FFF2-40B4-BE49-F238E27FC236}">
                    <a16:creationId xmlns:a16="http://schemas.microsoft.com/office/drawing/2014/main" id="{94A7050C-EF90-9447-6CD2-6280810C81ED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rgbClr val="F7F6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2402;p67">
                <a:extLst>
                  <a:ext uri="{FF2B5EF4-FFF2-40B4-BE49-F238E27FC236}">
                    <a16:creationId xmlns:a16="http://schemas.microsoft.com/office/drawing/2014/main" id="{BB8F2A1B-1E24-85D4-63C3-C6787000B0AB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2403;p67">
                <a:extLst>
                  <a:ext uri="{FF2B5EF4-FFF2-40B4-BE49-F238E27FC236}">
                    <a16:creationId xmlns:a16="http://schemas.microsoft.com/office/drawing/2014/main" id="{78AD7B15-77A1-7632-4308-CF704F8EC7EF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2404;p67">
                <a:extLst>
                  <a:ext uri="{FF2B5EF4-FFF2-40B4-BE49-F238E27FC236}">
                    <a16:creationId xmlns:a16="http://schemas.microsoft.com/office/drawing/2014/main" id="{9A46FB4E-77C7-CEB4-A853-297EAEF53221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2405;p67">
                <a:extLst>
                  <a:ext uri="{FF2B5EF4-FFF2-40B4-BE49-F238E27FC236}">
                    <a16:creationId xmlns:a16="http://schemas.microsoft.com/office/drawing/2014/main" id="{5794E87A-3FB5-5276-3DCC-EE23AA6D297C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2406;p67">
                <a:extLst>
                  <a:ext uri="{FF2B5EF4-FFF2-40B4-BE49-F238E27FC236}">
                    <a16:creationId xmlns:a16="http://schemas.microsoft.com/office/drawing/2014/main" id="{EA16BD9F-DD01-734E-95DF-75D2CAC59006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2407;p67">
                <a:extLst>
                  <a:ext uri="{FF2B5EF4-FFF2-40B4-BE49-F238E27FC236}">
                    <a16:creationId xmlns:a16="http://schemas.microsoft.com/office/drawing/2014/main" id="{C140D5F2-DD65-BC9A-C0E7-37548167D06A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2408;p67">
                <a:extLst>
                  <a:ext uri="{FF2B5EF4-FFF2-40B4-BE49-F238E27FC236}">
                    <a16:creationId xmlns:a16="http://schemas.microsoft.com/office/drawing/2014/main" id="{0798E461-3740-05CB-7C6F-D36DE1C6CA13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2409;p67">
                <a:extLst>
                  <a:ext uri="{FF2B5EF4-FFF2-40B4-BE49-F238E27FC236}">
                    <a16:creationId xmlns:a16="http://schemas.microsoft.com/office/drawing/2014/main" id="{AAA97BBF-33D9-BF7D-2806-2668B06B4EB2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2410;p67">
                <a:extLst>
                  <a:ext uri="{FF2B5EF4-FFF2-40B4-BE49-F238E27FC236}">
                    <a16:creationId xmlns:a16="http://schemas.microsoft.com/office/drawing/2014/main" id="{FE5F8347-18AA-9DFD-876C-934F7F6D38CF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2411;p67">
                <a:extLst>
                  <a:ext uri="{FF2B5EF4-FFF2-40B4-BE49-F238E27FC236}">
                    <a16:creationId xmlns:a16="http://schemas.microsoft.com/office/drawing/2014/main" id="{DDB8DEC0-DE2A-287B-9181-8C134BAF9C6E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2412;p67">
                <a:extLst>
                  <a:ext uri="{FF2B5EF4-FFF2-40B4-BE49-F238E27FC236}">
                    <a16:creationId xmlns:a16="http://schemas.microsoft.com/office/drawing/2014/main" id="{E88E7C90-9F72-3453-2954-ACB920D155C1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17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2413;p67">
                <a:extLst>
                  <a:ext uri="{FF2B5EF4-FFF2-40B4-BE49-F238E27FC236}">
                    <a16:creationId xmlns:a16="http://schemas.microsoft.com/office/drawing/2014/main" id="{6166CD50-3ABB-7AA8-83EA-68F908FEC818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2414;p67">
                <a:extLst>
                  <a:ext uri="{FF2B5EF4-FFF2-40B4-BE49-F238E27FC236}">
                    <a16:creationId xmlns:a16="http://schemas.microsoft.com/office/drawing/2014/main" id="{A321E025-DD03-87DA-2C45-D6B5694E43B2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2415;p67">
                <a:extLst>
                  <a:ext uri="{FF2B5EF4-FFF2-40B4-BE49-F238E27FC236}">
                    <a16:creationId xmlns:a16="http://schemas.microsoft.com/office/drawing/2014/main" id="{A2BF5D7E-A56F-B7C4-8CAB-70F468E48845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2416;p67">
                <a:extLst>
                  <a:ext uri="{FF2B5EF4-FFF2-40B4-BE49-F238E27FC236}">
                    <a16:creationId xmlns:a16="http://schemas.microsoft.com/office/drawing/2014/main" id="{3D612F9A-491A-BA05-5A32-397A60FC5557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87" name="Google Shape;2268;p66">
            <a:extLst>
              <a:ext uri="{FF2B5EF4-FFF2-40B4-BE49-F238E27FC236}">
                <a16:creationId xmlns:a16="http://schemas.microsoft.com/office/drawing/2014/main" id="{1861106C-E012-844C-1097-98FF41B8BB56}"/>
              </a:ext>
            </a:extLst>
          </p:cNvPr>
          <p:cNvSpPr txBox="1">
            <a:spLocks/>
          </p:cNvSpPr>
          <p:nvPr/>
        </p:nvSpPr>
        <p:spPr>
          <a:xfrm>
            <a:off x="2054208" y="-4356569"/>
            <a:ext cx="500913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Blood Bank Management</a:t>
            </a:r>
          </a:p>
        </p:txBody>
      </p:sp>
      <p:sp>
        <p:nvSpPr>
          <p:cNvPr id="4190" name="Rectangle: Rounded Corners 4189">
            <a:extLst>
              <a:ext uri="{FF2B5EF4-FFF2-40B4-BE49-F238E27FC236}">
                <a16:creationId xmlns:a16="http://schemas.microsoft.com/office/drawing/2014/main" id="{5975FD9D-CFF6-97C7-83FD-658735E3F0A2}"/>
              </a:ext>
            </a:extLst>
          </p:cNvPr>
          <p:cNvSpPr/>
          <p:nvPr/>
        </p:nvSpPr>
        <p:spPr>
          <a:xfrm>
            <a:off x="18027638" y="7960392"/>
            <a:ext cx="6264613" cy="3054485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1" name="Google Shape;2564;p70">
            <a:extLst>
              <a:ext uri="{FF2B5EF4-FFF2-40B4-BE49-F238E27FC236}">
                <a16:creationId xmlns:a16="http://schemas.microsoft.com/office/drawing/2014/main" id="{5E3783D4-8565-B693-BEE7-1BCD2ED0B3AA}"/>
              </a:ext>
            </a:extLst>
          </p:cNvPr>
          <p:cNvSpPr txBox="1">
            <a:spLocks/>
          </p:cNvSpPr>
          <p:nvPr/>
        </p:nvSpPr>
        <p:spPr>
          <a:xfrm>
            <a:off x="10981911" y="3107951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 algn="r"/>
            <a:r>
              <a:rPr lang="en-US" dirty="0"/>
              <a:t>—SOMEONE FAMOUS</a:t>
            </a:r>
          </a:p>
        </p:txBody>
      </p:sp>
      <p:sp>
        <p:nvSpPr>
          <p:cNvPr id="4192" name="Google Shape;2565;p70">
            <a:extLst>
              <a:ext uri="{FF2B5EF4-FFF2-40B4-BE49-F238E27FC236}">
                <a16:creationId xmlns:a16="http://schemas.microsoft.com/office/drawing/2014/main" id="{D3CC1D3A-7677-45D8-B400-033BF592DDA5}"/>
              </a:ext>
            </a:extLst>
          </p:cNvPr>
          <p:cNvSpPr txBox="1">
            <a:spLocks/>
          </p:cNvSpPr>
          <p:nvPr/>
        </p:nvSpPr>
        <p:spPr>
          <a:xfrm>
            <a:off x="11256611" y="1503614"/>
            <a:ext cx="46188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dirty="0"/>
              <a:t>“This is a quote, words full of wisdom that someone important said and can make the reader get inspired.”</a:t>
            </a:r>
          </a:p>
        </p:txBody>
      </p:sp>
      <p:grpSp>
        <p:nvGrpSpPr>
          <p:cNvPr id="4193" name="Google Shape;2566;p70">
            <a:extLst>
              <a:ext uri="{FF2B5EF4-FFF2-40B4-BE49-F238E27FC236}">
                <a16:creationId xmlns:a16="http://schemas.microsoft.com/office/drawing/2014/main" id="{EE015441-32C5-48A6-C4A6-FDEC1F837D3D}"/>
              </a:ext>
            </a:extLst>
          </p:cNvPr>
          <p:cNvGrpSpPr/>
          <p:nvPr/>
        </p:nvGrpSpPr>
        <p:grpSpPr>
          <a:xfrm rot="19976777">
            <a:off x="-5335439" y="1077709"/>
            <a:ext cx="4066613" cy="3284319"/>
            <a:chOff x="5450725" y="891550"/>
            <a:chExt cx="1805375" cy="1458075"/>
          </a:xfrm>
        </p:grpSpPr>
        <p:sp>
          <p:nvSpPr>
            <p:cNvPr id="4194" name="Google Shape;2567;p70">
              <a:extLst>
                <a:ext uri="{FF2B5EF4-FFF2-40B4-BE49-F238E27FC236}">
                  <a16:creationId xmlns:a16="http://schemas.microsoft.com/office/drawing/2014/main" id="{5AC86194-483C-E669-CAB6-CE19A84B8F26}"/>
                </a:ext>
              </a:extLst>
            </p:cNvPr>
            <p:cNvSpPr/>
            <p:nvPr/>
          </p:nvSpPr>
          <p:spPr>
            <a:xfrm>
              <a:off x="5450725" y="891550"/>
              <a:ext cx="1805375" cy="1458075"/>
            </a:xfrm>
            <a:custGeom>
              <a:avLst/>
              <a:gdLst/>
              <a:ahLst/>
              <a:cxnLst/>
              <a:rect l="l" t="t" r="r" b="b"/>
              <a:pathLst>
                <a:path w="72215" h="58323" extrusionOk="0">
                  <a:moveTo>
                    <a:pt x="38115" y="0"/>
                  </a:moveTo>
                  <a:cubicBezTo>
                    <a:pt x="35706" y="0"/>
                    <a:pt x="33163" y="1660"/>
                    <a:pt x="31450" y="4283"/>
                  </a:cubicBezTo>
                  <a:cubicBezTo>
                    <a:pt x="31450" y="4310"/>
                    <a:pt x="31423" y="4336"/>
                    <a:pt x="31396" y="4363"/>
                  </a:cubicBezTo>
                  <a:lnTo>
                    <a:pt x="31129" y="3400"/>
                  </a:lnTo>
                  <a:cubicBezTo>
                    <a:pt x="30808" y="2302"/>
                    <a:pt x="30085" y="1392"/>
                    <a:pt x="29095" y="830"/>
                  </a:cubicBezTo>
                  <a:cubicBezTo>
                    <a:pt x="29041" y="830"/>
                    <a:pt x="29014" y="803"/>
                    <a:pt x="28988" y="803"/>
                  </a:cubicBezTo>
                  <a:lnTo>
                    <a:pt x="28880" y="723"/>
                  </a:lnTo>
                  <a:cubicBezTo>
                    <a:pt x="28292" y="455"/>
                    <a:pt x="27649" y="295"/>
                    <a:pt x="27007" y="295"/>
                  </a:cubicBezTo>
                  <a:lnTo>
                    <a:pt x="26712" y="295"/>
                  </a:lnTo>
                  <a:cubicBezTo>
                    <a:pt x="23126" y="536"/>
                    <a:pt x="14026" y="1553"/>
                    <a:pt x="7066" y="5701"/>
                  </a:cubicBezTo>
                  <a:cubicBezTo>
                    <a:pt x="5996" y="6344"/>
                    <a:pt x="5273" y="7388"/>
                    <a:pt x="5032" y="8565"/>
                  </a:cubicBezTo>
                  <a:cubicBezTo>
                    <a:pt x="5006" y="8672"/>
                    <a:pt x="5006" y="8753"/>
                    <a:pt x="4979" y="8833"/>
                  </a:cubicBezTo>
                  <a:cubicBezTo>
                    <a:pt x="4898" y="9395"/>
                    <a:pt x="4925" y="9930"/>
                    <a:pt x="5059" y="10439"/>
                  </a:cubicBezTo>
                  <a:lnTo>
                    <a:pt x="6826" y="17478"/>
                  </a:lnTo>
                  <a:cubicBezTo>
                    <a:pt x="6317" y="17291"/>
                    <a:pt x="5755" y="17157"/>
                    <a:pt x="5166" y="17157"/>
                  </a:cubicBezTo>
                  <a:cubicBezTo>
                    <a:pt x="2623" y="17157"/>
                    <a:pt x="562" y="19245"/>
                    <a:pt x="562" y="21788"/>
                  </a:cubicBezTo>
                  <a:cubicBezTo>
                    <a:pt x="562" y="24196"/>
                    <a:pt x="2409" y="26150"/>
                    <a:pt x="4765" y="26364"/>
                  </a:cubicBezTo>
                  <a:cubicBezTo>
                    <a:pt x="3212" y="27328"/>
                    <a:pt x="1874" y="28934"/>
                    <a:pt x="1071" y="30995"/>
                  </a:cubicBezTo>
                  <a:cubicBezTo>
                    <a:pt x="1017" y="31048"/>
                    <a:pt x="1017" y="31102"/>
                    <a:pt x="991" y="31182"/>
                  </a:cubicBezTo>
                  <a:cubicBezTo>
                    <a:pt x="54" y="33564"/>
                    <a:pt x="0" y="36161"/>
                    <a:pt x="857" y="38061"/>
                  </a:cubicBezTo>
                  <a:cubicBezTo>
                    <a:pt x="1419" y="39346"/>
                    <a:pt x="2329" y="40283"/>
                    <a:pt x="3480" y="40764"/>
                  </a:cubicBezTo>
                  <a:cubicBezTo>
                    <a:pt x="3721" y="40925"/>
                    <a:pt x="3988" y="41032"/>
                    <a:pt x="4256" y="41139"/>
                  </a:cubicBezTo>
                  <a:cubicBezTo>
                    <a:pt x="4658" y="41300"/>
                    <a:pt x="5113" y="41407"/>
                    <a:pt x="5541" y="41433"/>
                  </a:cubicBezTo>
                  <a:cubicBezTo>
                    <a:pt x="5541" y="41460"/>
                    <a:pt x="5541" y="41487"/>
                    <a:pt x="5541" y="41514"/>
                  </a:cubicBezTo>
                  <a:cubicBezTo>
                    <a:pt x="5246" y="42718"/>
                    <a:pt x="5916" y="43923"/>
                    <a:pt x="7040" y="44351"/>
                  </a:cubicBezTo>
                  <a:cubicBezTo>
                    <a:pt x="6986" y="44913"/>
                    <a:pt x="7120" y="45448"/>
                    <a:pt x="7388" y="45903"/>
                  </a:cubicBezTo>
                  <a:lnTo>
                    <a:pt x="6156" y="45903"/>
                  </a:lnTo>
                  <a:cubicBezTo>
                    <a:pt x="3828" y="45903"/>
                    <a:pt x="1927" y="47804"/>
                    <a:pt x="1927" y="50132"/>
                  </a:cubicBezTo>
                  <a:lnTo>
                    <a:pt x="1927" y="52033"/>
                  </a:lnTo>
                  <a:cubicBezTo>
                    <a:pt x="1927" y="54361"/>
                    <a:pt x="3828" y="56262"/>
                    <a:pt x="6156" y="56262"/>
                  </a:cubicBezTo>
                  <a:lnTo>
                    <a:pt x="15498" y="56262"/>
                  </a:lnTo>
                  <a:cubicBezTo>
                    <a:pt x="15979" y="57145"/>
                    <a:pt x="16809" y="57760"/>
                    <a:pt x="17853" y="57975"/>
                  </a:cubicBezTo>
                  <a:cubicBezTo>
                    <a:pt x="18094" y="58028"/>
                    <a:pt x="18388" y="58082"/>
                    <a:pt x="18763" y="58135"/>
                  </a:cubicBezTo>
                  <a:cubicBezTo>
                    <a:pt x="19753" y="58269"/>
                    <a:pt x="20824" y="58322"/>
                    <a:pt x="21948" y="58322"/>
                  </a:cubicBezTo>
                  <a:cubicBezTo>
                    <a:pt x="23206" y="58322"/>
                    <a:pt x="24544" y="58242"/>
                    <a:pt x="25936" y="58082"/>
                  </a:cubicBezTo>
                  <a:cubicBezTo>
                    <a:pt x="27810" y="57841"/>
                    <a:pt x="29844" y="57466"/>
                    <a:pt x="31932" y="56904"/>
                  </a:cubicBezTo>
                  <a:cubicBezTo>
                    <a:pt x="31985" y="56904"/>
                    <a:pt x="32066" y="56877"/>
                    <a:pt x="32119" y="56850"/>
                  </a:cubicBezTo>
                  <a:lnTo>
                    <a:pt x="32521" y="56743"/>
                  </a:lnTo>
                  <a:cubicBezTo>
                    <a:pt x="32547" y="56743"/>
                    <a:pt x="32601" y="56717"/>
                    <a:pt x="32654" y="56717"/>
                  </a:cubicBezTo>
                  <a:cubicBezTo>
                    <a:pt x="32922" y="56636"/>
                    <a:pt x="33217" y="56529"/>
                    <a:pt x="33511" y="56449"/>
                  </a:cubicBezTo>
                  <a:cubicBezTo>
                    <a:pt x="34287" y="57091"/>
                    <a:pt x="35304" y="57466"/>
                    <a:pt x="36348" y="57466"/>
                  </a:cubicBezTo>
                  <a:cubicBezTo>
                    <a:pt x="38677" y="57466"/>
                    <a:pt x="40577" y="55726"/>
                    <a:pt x="40818" y="53478"/>
                  </a:cubicBezTo>
                  <a:cubicBezTo>
                    <a:pt x="40925" y="53424"/>
                    <a:pt x="41032" y="53344"/>
                    <a:pt x="41166" y="53291"/>
                  </a:cubicBezTo>
                  <a:lnTo>
                    <a:pt x="43789" y="54950"/>
                  </a:lnTo>
                  <a:cubicBezTo>
                    <a:pt x="44485" y="55405"/>
                    <a:pt x="45315" y="55619"/>
                    <a:pt x="46144" y="55619"/>
                  </a:cubicBezTo>
                  <a:cubicBezTo>
                    <a:pt x="47697" y="55619"/>
                    <a:pt x="49089" y="54843"/>
                    <a:pt x="49918" y="53558"/>
                  </a:cubicBezTo>
                  <a:lnTo>
                    <a:pt x="57627" y="41246"/>
                  </a:lnTo>
                  <a:cubicBezTo>
                    <a:pt x="57814" y="41166"/>
                    <a:pt x="57975" y="41059"/>
                    <a:pt x="58135" y="40925"/>
                  </a:cubicBezTo>
                  <a:cubicBezTo>
                    <a:pt x="58564" y="41246"/>
                    <a:pt x="59072" y="41407"/>
                    <a:pt x="59607" y="41407"/>
                  </a:cubicBezTo>
                  <a:cubicBezTo>
                    <a:pt x="60250" y="41407"/>
                    <a:pt x="60892" y="41139"/>
                    <a:pt x="61347" y="40657"/>
                  </a:cubicBezTo>
                  <a:cubicBezTo>
                    <a:pt x="61802" y="40202"/>
                    <a:pt x="62043" y="39587"/>
                    <a:pt x="62016" y="38917"/>
                  </a:cubicBezTo>
                  <a:cubicBezTo>
                    <a:pt x="62016" y="38382"/>
                    <a:pt x="61829" y="37847"/>
                    <a:pt x="61481" y="37445"/>
                  </a:cubicBezTo>
                  <a:cubicBezTo>
                    <a:pt x="61802" y="37017"/>
                    <a:pt x="61963" y="36482"/>
                    <a:pt x="61963" y="35920"/>
                  </a:cubicBezTo>
                  <a:cubicBezTo>
                    <a:pt x="61936" y="35545"/>
                    <a:pt x="61856" y="35170"/>
                    <a:pt x="61668" y="34822"/>
                  </a:cubicBezTo>
                  <a:lnTo>
                    <a:pt x="70903" y="20128"/>
                  </a:lnTo>
                  <a:cubicBezTo>
                    <a:pt x="72214" y="18040"/>
                    <a:pt x="71598" y="15284"/>
                    <a:pt x="69511" y="13999"/>
                  </a:cubicBezTo>
                  <a:lnTo>
                    <a:pt x="59661" y="7816"/>
                  </a:lnTo>
                  <a:cubicBezTo>
                    <a:pt x="59822" y="7334"/>
                    <a:pt x="59902" y="6852"/>
                    <a:pt x="59902" y="6344"/>
                  </a:cubicBezTo>
                  <a:cubicBezTo>
                    <a:pt x="59902" y="3801"/>
                    <a:pt x="57841" y="1740"/>
                    <a:pt x="55298" y="1740"/>
                  </a:cubicBezTo>
                  <a:cubicBezTo>
                    <a:pt x="54067" y="1740"/>
                    <a:pt x="52916" y="2222"/>
                    <a:pt x="52086" y="3052"/>
                  </a:cubicBezTo>
                  <a:lnTo>
                    <a:pt x="49865" y="1633"/>
                  </a:lnTo>
                  <a:cubicBezTo>
                    <a:pt x="49142" y="1205"/>
                    <a:pt x="48339" y="964"/>
                    <a:pt x="47509" y="964"/>
                  </a:cubicBezTo>
                  <a:cubicBezTo>
                    <a:pt x="45957" y="964"/>
                    <a:pt x="44538" y="1740"/>
                    <a:pt x="43735" y="3052"/>
                  </a:cubicBezTo>
                  <a:lnTo>
                    <a:pt x="43254" y="3801"/>
                  </a:lnTo>
                  <a:cubicBezTo>
                    <a:pt x="42906" y="2730"/>
                    <a:pt x="42263" y="1847"/>
                    <a:pt x="41353" y="1258"/>
                  </a:cubicBezTo>
                  <a:cubicBezTo>
                    <a:pt x="41139" y="1044"/>
                    <a:pt x="40925" y="884"/>
                    <a:pt x="40657" y="723"/>
                  </a:cubicBezTo>
                  <a:cubicBezTo>
                    <a:pt x="39908" y="268"/>
                    <a:pt x="39051" y="0"/>
                    <a:pt x="38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2568;p70">
              <a:extLst>
                <a:ext uri="{FF2B5EF4-FFF2-40B4-BE49-F238E27FC236}">
                  <a16:creationId xmlns:a16="http://schemas.microsoft.com/office/drawing/2014/main" id="{5C936AC9-48D8-CCA9-51F6-CD1EF23E19DE}"/>
                </a:ext>
              </a:extLst>
            </p:cNvPr>
            <p:cNvSpPr/>
            <p:nvPr/>
          </p:nvSpPr>
          <p:spPr>
            <a:xfrm>
              <a:off x="6047600" y="978225"/>
              <a:ext cx="1147600" cy="1259675"/>
            </a:xfrm>
            <a:custGeom>
              <a:avLst/>
              <a:gdLst/>
              <a:ahLst/>
              <a:cxnLst/>
              <a:rect l="l" t="t" r="r" b="b"/>
              <a:pathLst>
                <a:path w="45904" h="50387" extrusionOk="0">
                  <a:moveTo>
                    <a:pt x="23625" y="0"/>
                  </a:moveTo>
                  <a:cubicBezTo>
                    <a:pt x="22861" y="0"/>
                    <a:pt x="22114" y="390"/>
                    <a:pt x="21680" y="1084"/>
                  </a:cubicBezTo>
                  <a:lnTo>
                    <a:pt x="15444" y="10987"/>
                  </a:lnTo>
                  <a:lnTo>
                    <a:pt x="12768" y="15243"/>
                  </a:lnTo>
                  <a:lnTo>
                    <a:pt x="669" y="34514"/>
                  </a:lnTo>
                  <a:cubicBezTo>
                    <a:pt x="0" y="35584"/>
                    <a:pt x="322" y="37003"/>
                    <a:pt x="1392" y="37672"/>
                  </a:cubicBezTo>
                  <a:lnTo>
                    <a:pt x="21038" y="50038"/>
                  </a:lnTo>
                  <a:cubicBezTo>
                    <a:pt x="21425" y="50274"/>
                    <a:pt x="21853" y="50387"/>
                    <a:pt x="22273" y="50387"/>
                  </a:cubicBezTo>
                  <a:cubicBezTo>
                    <a:pt x="23044" y="50387"/>
                    <a:pt x="23790" y="50008"/>
                    <a:pt x="24223" y="49315"/>
                  </a:cubicBezTo>
                  <a:lnTo>
                    <a:pt x="36776" y="29348"/>
                  </a:lnTo>
                  <a:lnTo>
                    <a:pt x="39185" y="25520"/>
                  </a:lnTo>
                  <a:lnTo>
                    <a:pt x="45234" y="15885"/>
                  </a:lnTo>
                  <a:cubicBezTo>
                    <a:pt x="45903" y="14787"/>
                    <a:pt x="45582" y="13369"/>
                    <a:pt x="44512" y="12700"/>
                  </a:cubicBezTo>
                  <a:lnTo>
                    <a:pt x="24839" y="361"/>
                  </a:lnTo>
                  <a:cubicBezTo>
                    <a:pt x="24462" y="116"/>
                    <a:pt x="24041" y="0"/>
                    <a:pt x="23625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2569;p70">
              <a:extLst>
                <a:ext uri="{FF2B5EF4-FFF2-40B4-BE49-F238E27FC236}">
                  <a16:creationId xmlns:a16="http://schemas.microsoft.com/office/drawing/2014/main" id="{3B4B4D27-8D60-B930-916F-038447261475}"/>
                </a:ext>
              </a:extLst>
            </p:cNvPr>
            <p:cNvSpPr/>
            <p:nvPr/>
          </p:nvSpPr>
          <p:spPr>
            <a:xfrm>
              <a:off x="6336000" y="1176600"/>
              <a:ext cx="575475" cy="883275"/>
            </a:xfrm>
            <a:custGeom>
              <a:avLst/>
              <a:gdLst/>
              <a:ahLst/>
              <a:cxnLst/>
              <a:rect l="l" t="t" r="r" b="b"/>
              <a:pathLst>
                <a:path w="23019" h="35331" fill="none" extrusionOk="0">
                  <a:moveTo>
                    <a:pt x="589" y="35063"/>
                  </a:moveTo>
                  <a:lnTo>
                    <a:pt x="589" y="35063"/>
                  </a:lnTo>
                  <a:cubicBezTo>
                    <a:pt x="134" y="34769"/>
                    <a:pt x="0" y="34153"/>
                    <a:pt x="268" y="33698"/>
                  </a:cubicBezTo>
                  <a:lnTo>
                    <a:pt x="21065" y="616"/>
                  </a:lnTo>
                  <a:cubicBezTo>
                    <a:pt x="21359" y="161"/>
                    <a:pt x="21975" y="1"/>
                    <a:pt x="22430" y="295"/>
                  </a:cubicBezTo>
                  <a:lnTo>
                    <a:pt x="22430" y="295"/>
                  </a:lnTo>
                  <a:cubicBezTo>
                    <a:pt x="22885" y="589"/>
                    <a:pt x="23019" y="1205"/>
                    <a:pt x="22724" y="1660"/>
                  </a:cubicBezTo>
                  <a:lnTo>
                    <a:pt x="1954" y="34742"/>
                  </a:lnTo>
                  <a:cubicBezTo>
                    <a:pt x="1660" y="35197"/>
                    <a:pt x="1044" y="35331"/>
                    <a:pt x="589" y="35063"/>
                  </a:cubicBezTo>
                  <a:close/>
                </a:path>
              </a:pathLst>
            </a:custGeom>
            <a:noFill/>
            <a:ln w="402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2570;p70">
              <a:extLst>
                <a:ext uri="{FF2B5EF4-FFF2-40B4-BE49-F238E27FC236}">
                  <a16:creationId xmlns:a16="http://schemas.microsoft.com/office/drawing/2014/main" id="{CA322728-ACD8-8A16-75F8-477496AFFB0D}"/>
                </a:ext>
              </a:extLst>
            </p:cNvPr>
            <p:cNvSpPr/>
            <p:nvPr/>
          </p:nvSpPr>
          <p:spPr>
            <a:xfrm>
              <a:off x="6580225" y="11236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816"/>
                    <a:pt x="429" y="4636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425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2571;p70">
              <a:extLst>
                <a:ext uri="{FF2B5EF4-FFF2-40B4-BE49-F238E27FC236}">
                  <a16:creationId xmlns:a16="http://schemas.microsoft.com/office/drawing/2014/main" id="{A2429236-019B-BA35-741D-006BF6EB409B}"/>
                </a:ext>
              </a:extLst>
            </p:cNvPr>
            <p:cNvSpPr/>
            <p:nvPr/>
          </p:nvSpPr>
          <p:spPr>
            <a:xfrm>
              <a:off x="6578900" y="1112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396" y="1"/>
                  </a:moveTo>
                  <a:cubicBezTo>
                    <a:pt x="2402" y="1"/>
                    <a:pt x="1428" y="498"/>
                    <a:pt x="857" y="1398"/>
                  </a:cubicBezTo>
                  <a:cubicBezTo>
                    <a:pt x="0" y="2816"/>
                    <a:pt x="402" y="4663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799" y="3191"/>
                    <a:pt x="6397" y="1344"/>
                    <a:pt x="4979" y="461"/>
                  </a:cubicBezTo>
                  <a:cubicBezTo>
                    <a:pt x="4487" y="149"/>
                    <a:pt x="3938" y="1"/>
                    <a:pt x="3396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2572;p70">
              <a:extLst>
                <a:ext uri="{FF2B5EF4-FFF2-40B4-BE49-F238E27FC236}">
                  <a16:creationId xmlns:a16="http://schemas.microsoft.com/office/drawing/2014/main" id="{EDFAA6A1-17AE-1864-1432-82D84762931F}"/>
                </a:ext>
              </a:extLst>
            </p:cNvPr>
            <p:cNvSpPr/>
            <p:nvPr/>
          </p:nvSpPr>
          <p:spPr>
            <a:xfrm>
              <a:off x="6459125" y="13169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2" y="1"/>
                  </a:moveTo>
                  <a:cubicBezTo>
                    <a:pt x="2429" y="1"/>
                    <a:pt x="1455" y="498"/>
                    <a:pt x="883" y="1398"/>
                  </a:cubicBezTo>
                  <a:cubicBezTo>
                    <a:pt x="0" y="2790"/>
                    <a:pt x="428" y="4637"/>
                    <a:pt x="1820" y="5520"/>
                  </a:cubicBezTo>
                  <a:cubicBezTo>
                    <a:pt x="2312" y="5832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65"/>
                    <a:pt x="6397" y="1318"/>
                    <a:pt x="5005" y="461"/>
                  </a:cubicBezTo>
                  <a:cubicBezTo>
                    <a:pt x="4514" y="149"/>
                    <a:pt x="3965" y="1"/>
                    <a:pt x="3422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2573;p70">
              <a:extLst>
                <a:ext uri="{FF2B5EF4-FFF2-40B4-BE49-F238E27FC236}">
                  <a16:creationId xmlns:a16="http://schemas.microsoft.com/office/drawing/2014/main" id="{4DF7D056-FCC4-0172-2E6D-C1F9D78B8D9F}"/>
                </a:ext>
              </a:extLst>
            </p:cNvPr>
            <p:cNvSpPr/>
            <p:nvPr/>
          </p:nvSpPr>
          <p:spPr>
            <a:xfrm>
              <a:off x="6457100" y="13056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3" y="1"/>
                  </a:moveTo>
                  <a:cubicBezTo>
                    <a:pt x="2430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2574;p70">
              <a:extLst>
                <a:ext uri="{FF2B5EF4-FFF2-40B4-BE49-F238E27FC236}">
                  <a16:creationId xmlns:a16="http://schemas.microsoft.com/office/drawing/2014/main" id="{CB4DE859-12F9-0EDB-70AE-785369E3C7A8}"/>
                </a:ext>
              </a:extLst>
            </p:cNvPr>
            <p:cNvSpPr/>
            <p:nvPr/>
          </p:nvSpPr>
          <p:spPr>
            <a:xfrm>
              <a:off x="6334650" y="15147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1"/>
                  </a:moveTo>
                  <a:cubicBezTo>
                    <a:pt x="2432" y="1"/>
                    <a:pt x="1456" y="493"/>
                    <a:pt x="884" y="1412"/>
                  </a:cubicBezTo>
                  <a:cubicBezTo>
                    <a:pt x="1" y="2803"/>
                    <a:pt x="429" y="4650"/>
                    <a:pt x="1821" y="5534"/>
                  </a:cubicBezTo>
                  <a:cubicBezTo>
                    <a:pt x="2321" y="5835"/>
                    <a:pt x="2874" y="5981"/>
                    <a:pt x="3418" y="5981"/>
                  </a:cubicBezTo>
                  <a:cubicBezTo>
                    <a:pt x="4418" y="5981"/>
                    <a:pt x="5388" y="5489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1"/>
                    <a:pt x="3428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2575;p70">
              <a:extLst>
                <a:ext uri="{FF2B5EF4-FFF2-40B4-BE49-F238E27FC236}">
                  <a16:creationId xmlns:a16="http://schemas.microsoft.com/office/drawing/2014/main" id="{CB92755D-42F9-D6A5-1C86-F0F50B587EB1}"/>
                </a:ext>
              </a:extLst>
            </p:cNvPr>
            <p:cNvSpPr/>
            <p:nvPr/>
          </p:nvSpPr>
          <p:spPr>
            <a:xfrm>
              <a:off x="6333325" y="1503500"/>
              <a:ext cx="169975" cy="149675"/>
            </a:xfrm>
            <a:custGeom>
              <a:avLst/>
              <a:gdLst/>
              <a:ahLst/>
              <a:cxnLst/>
              <a:rect l="l" t="t" r="r" b="b"/>
              <a:pathLst>
                <a:path w="6799" h="5987" extrusionOk="0">
                  <a:moveTo>
                    <a:pt x="3378" y="1"/>
                  </a:moveTo>
                  <a:cubicBezTo>
                    <a:pt x="2391" y="1"/>
                    <a:pt x="1425" y="493"/>
                    <a:pt x="857" y="1405"/>
                  </a:cubicBezTo>
                  <a:cubicBezTo>
                    <a:pt x="0" y="2796"/>
                    <a:pt x="402" y="4643"/>
                    <a:pt x="1820" y="5527"/>
                  </a:cubicBezTo>
                  <a:cubicBezTo>
                    <a:pt x="2312" y="5839"/>
                    <a:pt x="2861" y="5987"/>
                    <a:pt x="3403" y="5987"/>
                  </a:cubicBezTo>
                  <a:cubicBezTo>
                    <a:pt x="4397" y="5987"/>
                    <a:pt x="5371" y="5490"/>
                    <a:pt x="5942" y="4590"/>
                  </a:cubicBezTo>
                  <a:cubicBezTo>
                    <a:pt x="6799" y="3171"/>
                    <a:pt x="6397" y="1324"/>
                    <a:pt x="4979" y="468"/>
                  </a:cubicBezTo>
                  <a:cubicBezTo>
                    <a:pt x="4482" y="153"/>
                    <a:pt x="3927" y="1"/>
                    <a:pt x="3378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2576;p70">
              <a:extLst>
                <a:ext uri="{FF2B5EF4-FFF2-40B4-BE49-F238E27FC236}">
                  <a16:creationId xmlns:a16="http://schemas.microsoft.com/office/drawing/2014/main" id="{B1B33991-4219-DB89-B038-C2CF5752466D}"/>
                </a:ext>
              </a:extLst>
            </p:cNvPr>
            <p:cNvSpPr/>
            <p:nvPr/>
          </p:nvSpPr>
          <p:spPr>
            <a:xfrm>
              <a:off x="6201500" y="172717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3" y="0"/>
                  </a:moveTo>
                  <a:cubicBezTo>
                    <a:pt x="2429" y="0"/>
                    <a:pt x="1455" y="497"/>
                    <a:pt x="884" y="1397"/>
                  </a:cubicBezTo>
                  <a:cubicBezTo>
                    <a:pt x="0" y="2789"/>
                    <a:pt x="429" y="4636"/>
                    <a:pt x="1820" y="5519"/>
                  </a:cubicBezTo>
                  <a:cubicBezTo>
                    <a:pt x="2312" y="5831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0"/>
                    <a:pt x="3423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2577;p70">
              <a:extLst>
                <a:ext uri="{FF2B5EF4-FFF2-40B4-BE49-F238E27FC236}">
                  <a16:creationId xmlns:a16="http://schemas.microsoft.com/office/drawing/2014/main" id="{7A6E75C3-D53D-3FBC-1B75-3F258595CB87}"/>
                </a:ext>
              </a:extLst>
            </p:cNvPr>
            <p:cNvSpPr/>
            <p:nvPr/>
          </p:nvSpPr>
          <p:spPr>
            <a:xfrm>
              <a:off x="6199500" y="1715800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2" y="0"/>
                  </a:moveTo>
                  <a:cubicBezTo>
                    <a:pt x="2429" y="0"/>
                    <a:pt x="1455" y="497"/>
                    <a:pt x="883" y="1397"/>
                  </a:cubicBezTo>
                  <a:cubicBezTo>
                    <a:pt x="0" y="2789"/>
                    <a:pt x="428" y="4636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14" y="148"/>
                    <a:pt x="3965" y="0"/>
                    <a:pt x="3422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2578;p70">
              <a:extLst>
                <a:ext uri="{FF2B5EF4-FFF2-40B4-BE49-F238E27FC236}">
                  <a16:creationId xmlns:a16="http://schemas.microsoft.com/office/drawing/2014/main" id="{958471C6-34C4-8CDF-F15F-CD62AE168D1C}"/>
                </a:ext>
              </a:extLst>
            </p:cNvPr>
            <p:cNvSpPr/>
            <p:nvPr/>
          </p:nvSpPr>
          <p:spPr>
            <a:xfrm>
              <a:off x="6897400" y="13230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64"/>
                    <a:pt x="6398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2579;p70">
              <a:extLst>
                <a:ext uri="{FF2B5EF4-FFF2-40B4-BE49-F238E27FC236}">
                  <a16:creationId xmlns:a16="http://schemas.microsoft.com/office/drawing/2014/main" id="{A5E86E99-30D9-B148-95C5-9AA9BEB19D81}"/>
                </a:ext>
              </a:extLst>
            </p:cNvPr>
            <p:cNvSpPr/>
            <p:nvPr/>
          </p:nvSpPr>
          <p:spPr>
            <a:xfrm>
              <a:off x="6895400" y="131162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790"/>
                    <a:pt x="429" y="4637"/>
                    <a:pt x="1820" y="5520"/>
                  </a:cubicBezTo>
                  <a:cubicBezTo>
                    <a:pt x="2322" y="5832"/>
                    <a:pt x="2876" y="5980"/>
                    <a:pt x="3422" y="5980"/>
                  </a:cubicBezTo>
                  <a:cubicBezTo>
                    <a:pt x="4420" y="5980"/>
                    <a:pt x="5388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2580;p70">
              <a:extLst>
                <a:ext uri="{FF2B5EF4-FFF2-40B4-BE49-F238E27FC236}">
                  <a16:creationId xmlns:a16="http://schemas.microsoft.com/office/drawing/2014/main" id="{B516E41E-F460-6367-E031-B2E2B52070E1}"/>
                </a:ext>
              </a:extLst>
            </p:cNvPr>
            <p:cNvSpPr/>
            <p:nvPr/>
          </p:nvSpPr>
          <p:spPr>
            <a:xfrm>
              <a:off x="6776300" y="151572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10" y="0"/>
                  </a:moveTo>
                  <a:cubicBezTo>
                    <a:pt x="2418" y="0"/>
                    <a:pt x="1455" y="497"/>
                    <a:pt x="883" y="1397"/>
                  </a:cubicBezTo>
                  <a:cubicBezTo>
                    <a:pt x="0" y="2816"/>
                    <a:pt x="428" y="4663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04" y="149"/>
                    <a:pt x="3953" y="0"/>
                    <a:pt x="3410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2581;p70">
              <a:extLst>
                <a:ext uri="{FF2B5EF4-FFF2-40B4-BE49-F238E27FC236}">
                  <a16:creationId xmlns:a16="http://schemas.microsoft.com/office/drawing/2014/main" id="{68B3D0F9-B1E9-EB0B-C861-82721609FA13}"/>
                </a:ext>
              </a:extLst>
            </p:cNvPr>
            <p:cNvSpPr/>
            <p:nvPr/>
          </p:nvSpPr>
          <p:spPr>
            <a:xfrm>
              <a:off x="6774275" y="1504675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0"/>
                  </a:moveTo>
                  <a:cubicBezTo>
                    <a:pt x="2432" y="0"/>
                    <a:pt x="1456" y="492"/>
                    <a:pt x="884" y="1411"/>
                  </a:cubicBezTo>
                  <a:cubicBezTo>
                    <a:pt x="1" y="2803"/>
                    <a:pt x="429" y="4650"/>
                    <a:pt x="1821" y="5533"/>
                  </a:cubicBezTo>
                  <a:cubicBezTo>
                    <a:pt x="2311" y="5835"/>
                    <a:pt x="2858" y="5980"/>
                    <a:pt x="3399" y="5980"/>
                  </a:cubicBezTo>
                  <a:cubicBezTo>
                    <a:pt x="4394" y="5980"/>
                    <a:pt x="5371" y="5488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0"/>
                    <a:pt x="3428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2582;p70">
              <a:extLst>
                <a:ext uri="{FF2B5EF4-FFF2-40B4-BE49-F238E27FC236}">
                  <a16:creationId xmlns:a16="http://schemas.microsoft.com/office/drawing/2014/main" id="{B4A3CFD6-2948-B315-5C7F-C2928ECF4E18}"/>
                </a:ext>
              </a:extLst>
            </p:cNvPr>
            <p:cNvSpPr/>
            <p:nvPr/>
          </p:nvSpPr>
          <p:spPr>
            <a:xfrm>
              <a:off x="6651825" y="17137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2583;p70">
              <a:extLst>
                <a:ext uri="{FF2B5EF4-FFF2-40B4-BE49-F238E27FC236}">
                  <a16:creationId xmlns:a16="http://schemas.microsoft.com/office/drawing/2014/main" id="{E2307B57-2D44-D309-11C2-6709ED87C6C6}"/>
                </a:ext>
              </a:extLst>
            </p:cNvPr>
            <p:cNvSpPr/>
            <p:nvPr/>
          </p:nvSpPr>
          <p:spPr>
            <a:xfrm>
              <a:off x="6649825" y="17024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817"/>
                    <a:pt x="429" y="4637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2584;p70">
              <a:extLst>
                <a:ext uri="{FF2B5EF4-FFF2-40B4-BE49-F238E27FC236}">
                  <a16:creationId xmlns:a16="http://schemas.microsoft.com/office/drawing/2014/main" id="{DD100082-75CA-ACBA-3771-54EF88490B9F}"/>
                </a:ext>
              </a:extLst>
            </p:cNvPr>
            <p:cNvSpPr/>
            <p:nvPr/>
          </p:nvSpPr>
          <p:spPr>
            <a:xfrm>
              <a:off x="6518675" y="1926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409" y="1"/>
                  </a:moveTo>
                  <a:cubicBezTo>
                    <a:pt x="2409" y="1"/>
                    <a:pt x="1438" y="493"/>
                    <a:pt x="884" y="1411"/>
                  </a:cubicBezTo>
                  <a:cubicBezTo>
                    <a:pt x="0" y="2803"/>
                    <a:pt x="402" y="4650"/>
                    <a:pt x="1820" y="5533"/>
                  </a:cubicBezTo>
                  <a:cubicBezTo>
                    <a:pt x="2311" y="5835"/>
                    <a:pt x="2858" y="5981"/>
                    <a:pt x="3399" y="5981"/>
                  </a:cubicBezTo>
                  <a:cubicBezTo>
                    <a:pt x="4394" y="5981"/>
                    <a:pt x="5370" y="5489"/>
                    <a:pt x="5942" y="4570"/>
                  </a:cubicBezTo>
                  <a:cubicBezTo>
                    <a:pt x="6799" y="3178"/>
                    <a:pt x="6397" y="1331"/>
                    <a:pt x="5006" y="448"/>
                  </a:cubicBezTo>
                  <a:cubicBezTo>
                    <a:pt x="4506" y="146"/>
                    <a:pt x="3953" y="1"/>
                    <a:pt x="3409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2585;p70">
              <a:extLst>
                <a:ext uri="{FF2B5EF4-FFF2-40B4-BE49-F238E27FC236}">
                  <a16:creationId xmlns:a16="http://schemas.microsoft.com/office/drawing/2014/main" id="{69F95A40-DDA0-539B-114B-AD65520ED60C}"/>
                </a:ext>
              </a:extLst>
            </p:cNvPr>
            <p:cNvSpPr/>
            <p:nvPr/>
          </p:nvSpPr>
          <p:spPr>
            <a:xfrm>
              <a:off x="6516675" y="1915025"/>
              <a:ext cx="170650" cy="149375"/>
            </a:xfrm>
            <a:custGeom>
              <a:avLst/>
              <a:gdLst/>
              <a:ahLst/>
              <a:cxnLst/>
              <a:rect l="l" t="t" r="r" b="b"/>
              <a:pathLst>
                <a:path w="6826" h="5975" extrusionOk="0">
                  <a:moveTo>
                    <a:pt x="3387" y="1"/>
                  </a:moveTo>
                  <a:cubicBezTo>
                    <a:pt x="2394" y="1"/>
                    <a:pt x="1434" y="492"/>
                    <a:pt x="883" y="1404"/>
                  </a:cubicBezTo>
                  <a:cubicBezTo>
                    <a:pt x="0" y="2796"/>
                    <a:pt x="428" y="4643"/>
                    <a:pt x="1820" y="5526"/>
                  </a:cubicBezTo>
                  <a:cubicBezTo>
                    <a:pt x="2312" y="5829"/>
                    <a:pt x="2862" y="5975"/>
                    <a:pt x="3405" y="5975"/>
                  </a:cubicBezTo>
                  <a:cubicBezTo>
                    <a:pt x="4398" y="5975"/>
                    <a:pt x="5371" y="5489"/>
                    <a:pt x="5942" y="4590"/>
                  </a:cubicBezTo>
                  <a:cubicBezTo>
                    <a:pt x="6825" y="3171"/>
                    <a:pt x="6397" y="1324"/>
                    <a:pt x="5005" y="468"/>
                  </a:cubicBezTo>
                  <a:cubicBezTo>
                    <a:pt x="4499" y="152"/>
                    <a:pt x="3938" y="1"/>
                    <a:pt x="3387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2586;p70">
              <a:extLst>
                <a:ext uri="{FF2B5EF4-FFF2-40B4-BE49-F238E27FC236}">
                  <a16:creationId xmlns:a16="http://schemas.microsoft.com/office/drawing/2014/main" id="{D021E4BE-BC94-CE03-5CFD-F0A22D6DC2C1}"/>
                </a:ext>
              </a:extLst>
            </p:cNvPr>
            <p:cNvSpPr/>
            <p:nvPr/>
          </p:nvSpPr>
          <p:spPr>
            <a:xfrm>
              <a:off x="5644100" y="1159875"/>
              <a:ext cx="916750" cy="1145525"/>
            </a:xfrm>
            <a:custGeom>
              <a:avLst/>
              <a:gdLst/>
              <a:ahLst/>
              <a:cxnLst/>
              <a:rect l="l" t="t" r="r" b="b"/>
              <a:pathLst>
                <a:path w="36670" h="45821" extrusionOk="0">
                  <a:moveTo>
                    <a:pt x="22163" y="0"/>
                  </a:moveTo>
                  <a:lnTo>
                    <a:pt x="12393" y="2168"/>
                  </a:lnTo>
                  <a:lnTo>
                    <a:pt x="6398" y="3426"/>
                  </a:lnTo>
                  <a:lnTo>
                    <a:pt x="2865" y="5327"/>
                  </a:lnTo>
                  <a:lnTo>
                    <a:pt x="3560" y="7843"/>
                  </a:lnTo>
                  <a:lnTo>
                    <a:pt x="3748" y="8485"/>
                  </a:lnTo>
                  <a:cubicBezTo>
                    <a:pt x="3748" y="8485"/>
                    <a:pt x="1" y="10546"/>
                    <a:pt x="991" y="17104"/>
                  </a:cubicBezTo>
                  <a:cubicBezTo>
                    <a:pt x="1018" y="17184"/>
                    <a:pt x="1018" y="17237"/>
                    <a:pt x="1044" y="17318"/>
                  </a:cubicBezTo>
                  <a:cubicBezTo>
                    <a:pt x="1205" y="18335"/>
                    <a:pt x="1500" y="19646"/>
                    <a:pt x="1928" y="21172"/>
                  </a:cubicBezTo>
                  <a:cubicBezTo>
                    <a:pt x="3373" y="26632"/>
                    <a:pt x="6076" y="34662"/>
                    <a:pt x="7896" y="39935"/>
                  </a:cubicBezTo>
                  <a:cubicBezTo>
                    <a:pt x="7896" y="39988"/>
                    <a:pt x="7923" y="40015"/>
                    <a:pt x="7923" y="40068"/>
                  </a:cubicBezTo>
                  <a:cubicBezTo>
                    <a:pt x="8673" y="42156"/>
                    <a:pt x="9235" y="43816"/>
                    <a:pt x="9556" y="44672"/>
                  </a:cubicBezTo>
                  <a:cubicBezTo>
                    <a:pt x="9717" y="45100"/>
                    <a:pt x="10065" y="45421"/>
                    <a:pt x="10520" y="45502"/>
                  </a:cubicBezTo>
                  <a:cubicBezTo>
                    <a:pt x="10734" y="45555"/>
                    <a:pt x="11001" y="45582"/>
                    <a:pt x="11323" y="45636"/>
                  </a:cubicBezTo>
                  <a:cubicBezTo>
                    <a:pt x="12038" y="45736"/>
                    <a:pt x="13006" y="45821"/>
                    <a:pt x="14219" y="45821"/>
                  </a:cubicBezTo>
                  <a:cubicBezTo>
                    <a:pt x="15274" y="45821"/>
                    <a:pt x="16514" y="45756"/>
                    <a:pt x="17934" y="45582"/>
                  </a:cubicBezTo>
                  <a:cubicBezTo>
                    <a:pt x="19620" y="45368"/>
                    <a:pt x="21574" y="45020"/>
                    <a:pt x="23795" y="44431"/>
                  </a:cubicBezTo>
                  <a:lnTo>
                    <a:pt x="24197" y="44324"/>
                  </a:lnTo>
                  <a:cubicBezTo>
                    <a:pt x="31316" y="42290"/>
                    <a:pt x="34903" y="39587"/>
                    <a:pt x="36161" y="38462"/>
                  </a:cubicBezTo>
                  <a:cubicBezTo>
                    <a:pt x="36509" y="38141"/>
                    <a:pt x="36670" y="37686"/>
                    <a:pt x="36563" y="37258"/>
                  </a:cubicBezTo>
                  <a:cubicBezTo>
                    <a:pt x="36348" y="36187"/>
                    <a:pt x="35920" y="33993"/>
                    <a:pt x="35358" y="31263"/>
                  </a:cubicBezTo>
                  <a:cubicBezTo>
                    <a:pt x="35305" y="31022"/>
                    <a:pt x="35251" y="30754"/>
                    <a:pt x="35197" y="30513"/>
                  </a:cubicBezTo>
                  <a:cubicBezTo>
                    <a:pt x="33913" y="24491"/>
                    <a:pt x="32093" y="16194"/>
                    <a:pt x="30594" y="11429"/>
                  </a:cubicBezTo>
                  <a:cubicBezTo>
                    <a:pt x="30326" y="10546"/>
                    <a:pt x="30058" y="9770"/>
                    <a:pt x="29818" y="9181"/>
                  </a:cubicBezTo>
                  <a:cubicBezTo>
                    <a:pt x="29657" y="8753"/>
                    <a:pt x="29470" y="8351"/>
                    <a:pt x="29282" y="8003"/>
                  </a:cubicBezTo>
                  <a:cubicBezTo>
                    <a:pt x="26895" y="3306"/>
                    <a:pt x="23424" y="3185"/>
                    <a:pt x="23075" y="3185"/>
                  </a:cubicBezTo>
                  <a:cubicBezTo>
                    <a:pt x="23056" y="3185"/>
                    <a:pt x="23046" y="3185"/>
                    <a:pt x="23046" y="3185"/>
                  </a:cubicBezTo>
                  <a:lnTo>
                    <a:pt x="22163" y="0"/>
                  </a:ln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2587;p70">
              <a:extLst>
                <a:ext uri="{FF2B5EF4-FFF2-40B4-BE49-F238E27FC236}">
                  <a16:creationId xmlns:a16="http://schemas.microsoft.com/office/drawing/2014/main" id="{F472EE18-F7AB-1BCC-F3A7-0C26DB5F76A9}"/>
                </a:ext>
              </a:extLst>
            </p:cNvPr>
            <p:cNvSpPr/>
            <p:nvPr/>
          </p:nvSpPr>
          <p:spPr>
            <a:xfrm>
              <a:off x="5670200" y="1359950"/>
              <a:ext cx="853850" cy="798300"/>
            </a:xfrm>
            <a:custGeom>
              <a:avLst/>
              <a:gdLst/>
              <a:ahLst/>
              <a:cxnLst/>
              <a:rect l="l" t="t" r="r" b="b"/>
              <a:pathLst>
                <a:path w="34154" h="31932" extrusionOk="0">
                  <a:moveTo>
                    <a:pt x="28238" y="0"/>
                  </a:moveTo>
                  <a:cubicBezTo>
                    <a:pt x="19807" y="5434"/>
                    <a:pt x="9984" y="8672"/>
                    <a:pt x="0" y="9315"/>
                  </a:cubicBezTo>
                  <a:cubicBezTo>
                    <a:pt x="161" y="10332"/>
                    <a:pt x="456" y="11643"/>
                    <a:pt x="884" y="13169"/>
                  </a:cubicBezTo>
                  <a:cubicBezTo>
                    <a:pt x="2329" y="18629"/>
                    <a:pt x="5032" y="26659"/>
                    <a:pt x="6852" y="31932"/>
                  </a:cubicBezTo>
                  <a:cubicBezTo>
                    <a:pt x="13196" y="31423"/>
                    <a:pt x="19593" y="30299"/>
                    <a:pt x="25455" y="27917"/>
                  </a:cubicBezTo>
                  <a:cubicBezTo>
                    <a:pt x="30647" y="25829"/>
                    <a:pt x="32226" y="24571"/>
                    <a:pt x="34153" y="22510"/>
                  </a:cubicBezTo>
                  <a:cubicBezTo>
                    <a:pt x="32869" y="16488"/>
                    <a:pt x="31049" y="8191"/>
                    <a:pt x="29550" y="3453"/>
                  </a:cubicBezTo>
                  <a:cubicBezTo>
                    <a:pt x="29282" y="2543"/>
                    <a:pt x="29014" y="1794"/>
                    <a:pt x="28774" y="1178"/>
                  </a:cubicBezTo>
                  <a:cubicBezTo>
                    <a:pt x="28613" y="750"/>
                    <a:pt x="28426" y="348"/>
                    <a:pt x="2823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2588;p70">
              <a:extLst>
                <a:ext uri="{FF2B5EF4-FFF2-40B4-BE49-F238E27FC236}">
                  <a16:creationId xmlns:a16="http://schemas.microsoft.com/office/drawing/2014/main" id="{A7EA3385-0417-8703-BA91-CF56F102568E}"/>
                </a:ext>
              </a:extLst>
            </p:cNvPr>
            <p:cNvSpPr/>
            <p:nvPr/>
          </p:nvSpPr>
          <p:spPr>
            <a:xfrm>
              <a:off x="6057625" y="1628950"/>
              <a:ext cx="162625" cy="343950"/>
            </a:xfrm>
            <a:custGeom>
              <a:avLst/>
              <a:gdLst/>
              <a:ahLst/>
              <a:cxnLst/>
              <a:rect l="l" t="t" r="r" b="b"/>
              <a:pathLst>
                <a:path w="6505" h="13758" extrusionOk="0">
                  <a:moveTo>
                    <a:pt x="2276" y="0"/>
                  </a:moveTo>
                  <a:lnTo>
                    <a:pt x="1" y="749"/>
                  </a:lnTo>
                  <a:lnTo>
                    <a:pt x="4203" y="13757"/>
                  </a:lnTo>
                  <a:lnTo>
                    <a:pt x="6505" y="13008"/>
                  </a:lnTo>
                  <a:lnTo>
                    <a:pt x="2276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2589;p70">
              <a:extLst>
                <a:ext uri="{FF2B5EF4-FFF2-40B4-BE49-F238E27FC236}">
                  <a16:creationId xmlns:a16="http://schemas.microsoft.com/office/drawing/2014/main" id="{B5F71E7D-1F87-EB1C-5A04-1C4DD99434FC}"/>
                </a:ext>
              </a:extLst>
            </p:cNvPr>
            <p:cNvSpPr/>
            <p:nvPr/>
          </p:nvSpPr>
          <p:spPr>
            <a:xfrm>
              <a:off x="5986700" y="1722625"/>
              <a:ext cx="303150" cy="156600"/>
            </a:xfrm>
            <a:custGeom>
              <a:avLst/>
              <a:gdLst/>
              <a:ahLst/>
              <a:cxnLst/>
              <a:rect l="l" t="t" r="r" b="b"/>
              <a:pathLst>
                <a:path w="12126" h="6264" extrusionOk="0">
                  <a:moveTo>
                    <a:pt x="11269" y="0"/>
                  </a:moveTo>
                  <a:lnTo>
                    <a:pt x="1" y="3640"/>
                  </a:lnTo>
                  <a:lnTo>
                    <a:pt x="857" y="6263"/>
                  </a:lnTo>
                  <a:lnTo>
                    <a:pt x="12125" y="2623"/>
                  </a:lnTo>
                  <a:lnTo>
                    <a:pt x="11269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2590;p70">
              <a:extLst>
                <a:ext uri="{FF2B5EF4-FFF2-40B4-BE49-F238E27FC236}">
                  <a16:creationId xmlns:a16="http://schemas.microsoft.com/office/drawing/2014/main" id="{31E09A18-58DB-823B-953A-265D69DE9C87}"/>
                </a:ext>
              </a:extLst>
            </p:cNvPr>
            <p:cNvSpPr/>
            <p:nvPr/>
          </p:nvSpPr>
          <p:spPr>
            <a:xfrm>
              <a:off x="6239200" y="1312825"/>
              <a:ext cx="102175" cy="113475"/>
            </a:xfrm>
            <a:custGeom>
              <a:avLst/>
              <a:gdLst/>
              <a:ahLst/>
              <a:cxnLst/>
              <a:rect l="l" t="t" r="r" b="b"/>
              <a:pathLst>
                <a:path w="4087" h="4539" extrusionOk="0">
                  <a:moveTo>
                    <a:pt x="1566" y="0"/>
                  </a:moveTo>
                  <a:cubicBezTo>
                    <a:pt x="614" y="0"/>
                    <a:pt x="1" y="1058"/>
                    <a:pt x="339" y="2394"/>
                  </a:cubicBezTo>
                  <a:cubicBezTo>
                    <a:pt x="527" y="3170"/>
                    <a:pt x="1062" y="3866"/>
                    <a:pt x="1758" y="4267"/>
                  </a:cubicBezTo>
                  <a:cubicBezTo>
                    <a:pt x="2027" y="4414"/>
                    <a:pt x="2318" y="4538"/>
                    <a:pt x="2632" y="4538"/>
                  </a:cubicBezTo>
                  <a:cubicBezTo>
                    <a:pt x="2661" y="4538"/>
                    <a:pt x="2691" y="4537"/>
                    <a:pt x="2721" y="4535"/>
                  </a:cubicBezTo>
                  <a:cubicBezTo>
                    <a:pt x="3337" y="4508"/>
                    <a:pt x="3846" y="3919"/>
                    <a:pt x="3979" y="3277"/>
                  </a:cubicBezTo>
                  <a:cubicBezTo>
                    <a:pt x="4086" y="2661"/>
                    <a:pt x="3872" y="1992"/>
                    <a:pt x="3551" y="1457"/>
                  </a:cubicBezTo>
                  <a:cubicBezTo>
                    <a:pt x="3391" y="1136"/>
                    <a:pt x="3176" y="841"/>
                    <a:pt x="2909" y="627"/>
                  </a:cubicBezTo>
                  <a:cubicBezTo>
                    <a:pt x="2431" y="190"/>
                    <a:pt x="1968" y="0"/>
                    <a:pt x="15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2591;p70">
              <a:extLst>
                <a:ext uri="{FF2B5EF4-FFF2-40B4-BE49-F238E27FC236}">
                  <a16:creationId xmlns:a16="http://schemas.microsoft.com/office/drawing/2014/main" id="{F24F6457-A9B1-260D-DFB9-ED9B5D9D95A6}"/>
                </a:ext>
              </a:extLst>
            </p:cNvPr>
            <p:cNvSpPr/>
            <p:nvPr/>
          </p:nvSpPr>
          <p:spPr>
            <a:xfrm>
              <a:off x="6303200" y="1441450"/>
              <a:ext cx="103075" cy="131375"/>
            </a:xfrm>
            <a:custGeom>
              <a:avLst/>
              <a:gdLst/>
              <a:ahLst/>
              <a:cxnLst/>
              <a:rect l="l" t="t" r="r" b="b"/>
              <a:pathLst>
                <a:path w="4123" h="5255" extrusionOk="0">
                  <a:moveTo>
                    <a:pt x="1965" y="0"/>
                  </a:moveTo>
                  <a:cubicBezTo>
                    <a:pt x="1926" y="0"/>
                    <a:pt x="1887" y="2"/>
                    <a:pt x="1848" y="6"/>
                  </a:cubicBezTo>
                  <a:cubicBezTo>
                    <a:pt x="1" y="193"/>
                    <a:pt x="670" y="3137"/>
                    <a:pt x="1259" y="4128"/>
                  </a:cubicBezTo>
                  <a:cubicBezTo>
                    <a:pt x="1473" y="4502"/>
                    <a:pt x="1767" y="4850"/>
                    <a:pt x="2142" y="5064"/>
                  </a:cubicBezTo>
                  <a:cubicBezTo>
                    <a:pt x="2352" y="5185"/>
                    <a:pt x="2597" y="5254"/>
                    <a:pt x="2837" y="5254"/>
                  </a:cubicBezTo>
                  <a:cubicBezTo>
                    <a:pt x="3024" y="5254"/>
                    <a:pt x="3209" y="5212"/>
                    <a:pt x="3373" y="5118"/>
                  </a:cubicBezTo>
                  <a:cubicBezTo>
                    <a:pt x="3935" y="4823"/>
                    <a:pt x="4123" y="4128"/>
                    <a:pt x="4096" y="3485"/>
                  </a:cubicBezTo>
                  <a:cubicBezTo>
                    <a:pt x="4096" y="2390"/>
                    <a:pt x="3410" y="0"/>
                    <a:pt x="19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2592;p70">
              <a:extLst>
                <a:ext uri="{FF2B5EF4-FFF2-40B4-BE49-F238E27FC236}">
                  <a16:creationId xmlns:a16="http://schemas.microsoft.com/office/drawing/2014/main" id="{B631D3AA-5669-1CB9-F24B-65D362BFF35B}"/>
                </a:ext>
              </a:extLst>
            </p:cNvPr>
            <p:cNvSpPr/>
            <p:nvPr/>
          </p:nvSpPr>
          <p:spPr>
            <a:xfrm>
              <a:off x="5644100" y="1355925"/>
              <a:ext cx="283075" cy="944850"/>
            </a:xfrm>
            <a:custGeom>
              <a:avLst/>
              <a:gdLst/>
              <a:ahLst/>
              <a:cxnLst/>
              <a:rect l="l" t="t" r="r" b="b"/>
              <a:pathLst>
                <a:path w="11323" h="37794" extrusionOk="0">
                  <a:moveTo>
                    <a:pt x="3560" y="1"/>
                  </a:moveTo>
                  <a:lnTo>
                    <a:pt x="3748" y="643"/>
                  </a:lnTo>
                  <a:cubicBezTo>
                    <a:pt x="3748" y="643"/>
                    <a:pt x="1" y="2704"/>
                    <a:pt x="991" y="9262"/>
                  </a:cubicBezTo>
                  <a:cubicBezTo>
                    <a:pt x="1018" y="9342"/>
                    <a:pt x="1018" y="9395"/>
                    <a:pt x="1044" y="9476"/>
                  </a:cubicBezTo>
                  <a:cubicBezTo>
                    <a:pt x="1205" y="10493"/>
                    <a:pt x="1500" y="11804"/>
                    <a:pt x="1928" y="13330"/>
                  </a:cubicBezTo>
                  <a:cubicBezTo>
                    <a:pt x="3373" y="18790"/>
                    <a:pt x="6076" y="26820"/>
                    <a:pt x="7896" y="32093"/>
                  </a:cubicBezTo>
                  <a:cubicBezTo>
                    <a:pt x="7896" y="32146"/>
                    <a:pt x="7923" y="32173"/>
                    <a:pt x="7923" y="32226"/>
                  </a:cubicBezTo>
                  <a:cubicBezTo>
                    <a:pt x="8673" y="34314"/>
                    <a:pt x="9235" y="35974"/>
                    <a:pt x="9556" y="36830"/>
                  </a:cubicBezTo>
                  <a:cubicBezTo>
                    <a:pt x="9717" y="37258"/>
                    <a:pt x="10065" y="37579"/>
                    <a:pt x="10520" y="37660"/>
                  </a:cubicBezTo>
                  <a:cubicBezTo>
                    <a:pt x="10734" y="37713"/>
                    <a:pt x="11001" y="37740"/>
                    <a:pt x="11323" y="37794"/>
                  </a:cubicBezTo>
                  <a:cubicBezTo>
                    <a:pt x="9288" y="33698"/>
                    <a:pt x="7977" y="29282"/>
                    <a:pt x="6879" y="24839"/>
                  </a:cubicBezTo>
                  <a:cubicBezTo>
                    <a:pt x="5755" y="20396"/>
                    <a:pt x="4872" y="15873"/>
                    <a:pt x="4176" y="11322"/>
                  </a:cubicBezTo>
                  <a:cubicBezTo>
                    <a:pt x="3908" y="9476"/>
                    <a:pt x="3668" y="7575"/>
                    <a:pt x="3721" y="5675"/>
                  </a:cubicBezTo>
                  <a:cubicBezTo>
                    <a:pt x="3721" y="4872"/>
                    <a:pt x="3801" y="4042"/>
                    <a:pt x="3962" y="3239"/>
                  </a:cubicBezTo>
                  <a:cubicBezTo>
                    <a:pt x="4069" y="2570"/>
                    <a:pt x="4444" y="1847"/>
                    <a:pt x="4444" y="1205"/>
                  </a:cubicBezTo>
                  <a:cubicBezTo>
                    <a:pt x="4444" y="536"/>
                    <a:pt x="4096" y="188"/>
                    <a:pt x="356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2593;p70">
              <a:extLst>
                <a:ext uri="{FF2B5EF4-FFF2-40B4-BE49-F238E27FC236}">
                  <a16:creationId xmlns:a16="http://schemas.microsoft.com/office/drawing/2014/main" id="{BC81F170-C3C8-7C89-CDC6-62F9A2BF2D4E}"/>
                </a:ext>
              </a:extLst>
            </p:cNvPr>
            <p:cNvSpPr/>
            <p:nvPr/>
          </p:nvSpPr>
          <p:spPr>
            <a:xfrm>
              <a:off x="5627375" y="961675"/>
              <a:ext cx="594900" cy="382550"/>
            </a:xfrm>
            <a:custGeom>
              <a:avLst/>
              <a:gdLst/>
              <a:ahLst/>
              <a:cxnLst/>
              <a:rect l="l" t="t" r="r" b="b"/>
              <a:pathLst>
                <a:path w="23796" h="15302" extrusionOk="0">
                  <a:moveTo>
                    <a:pt x="19932" y="1"/>
                  </a:moveTo>
                  <a:cubicBezTo>
                    <a:pt x="19882" y="1"/>
                    <a:pt x="19831" y="2"/>
                    <a:pt x="19780" y="6"/>
                  </a:cubicBezTo>
                  <a:cubicBezTo>
                    <a:pt x="16167" y="247"/>
                    <a:pt x="7602" y="1237"/>
                    <a:pt x="1098" y="5118"/>
                  </a:cubicBezTo>
                  <a:cubicBezTo>
                    <a:pt x="536" y="5439"/>
                    <a:pt x="161" y="5974"/>
                    <a:pt x="54" y="6563"/>
                  </a:cubicBezTo>
                  <a:cubicBezTo>
                    <a:pt x="54" y="6617"/>
                    <a:pt x="54" y="6644"/>
                    <a:pt x="27" y="6670"/>
                  </a:cubicBezTo>
                  <a:cubicBezTo>
                    <a:pt x="0" y="6938"/>
                    <a:pt x="0" y="7232"/>
                    <a:pt x="81" y="7500"/>
                  </a:cubicBezTo>
                  <a:lnTo>
                    <a:pt x="1901" y="14780"/>
                  </a:lnTo>
                  <a:cubicBezTo>
                    <a:pt x="1901" y="14780"/>
                    <a:pt x="2490" y="15048"/>
                    <a:pt x="3694" y="15182"/>
                  </a:cubicBezTo>
                  <a:cubicBezTo>
                    <a:pt x="3721" y="15182"/>
                    <a:pt x="3748" y="15182"/>
                    <a:pt x="3801" y="15209"/>
                  </a:cubicBezTo>
                  <a:cubicBezTo>
                    <a:pt x="4272" y="15261"/>
                    <a:pt x="4834" y="15302"/>
                    <a:pt x="5486" y="15302"/>
                  </a:cubicBezTo>
                  <a:cubicBezTo>
                    <a:pt x="5835" y="15302"/>
                    <a:pt x="6210" y="15290"/>
                    <a:pt x="6612" y="15262"/>
                  </a:cubicBezTo>
                  <a:cubicBezTo>
                    <a:pt x="6665" y="15262"/>
                    <a:pt x="6692" y="15262"/>
                    <a:pt x="6719" y="15235"/>
                  </a:cubicBezTo>
                  <a:cubicBezTo>
                    <a:pt x="7629" y="15182"/>
                    <a:pt x="8646" y="15048"/>
                    <a:pt x="9797" y="14807"/>
                  </a:cubicBezTo>
                  <a:cubicBezTo>
                    <a:pt x="9823" y="14807"/>
                    <a:pt x="9877" y="14780"/>
                    <a:pt x="9904" y="14780"/>
                  </a:cubicBezTo>
                  <a:cubicBezTo>
                    <a:pt x="10974" y="14566"/>
                    <a:pt x="12152" y="14245"/>
                    <a:pt x="13437" y="13790"/>
                  </a:cubicBezTo>
                  <a:cubicBezTo>
                    <a:pt x="13464" y="13763"/>
                    <a:pt x="13490" y="13763"/>
                    <a:pt x="13544" y="13763"/>
                  </a:cubicBezTo>
                  <a:cubicBezTo>
                    <a:pt x="13731" y="13683"/>
                    <a:pt x="13919" y="13603"/>
                    <a:pt x="14133" y="13549"/>
                  </a:cubicBezTo>
                  <a:cubicBezTo>
                    <a:pt x="15043" y="13201"/>
                    <a:pt x="15899" y="12853"/>
                    <a:pt x="16649" y="12532"/>
                  </a:cubicBezTo>
                  <a:cubicBezTo>
                    <a:pt x="16702" y="12505"/>
                    <a:pt x="16729" y="12505"/>
                    <a:pt x="16756" y="12479"/>
                  </a:cubicBezTo>
                  <a:cubicBezTo>
                    <a:pt x="17853" y="11997"/>
                    <a:pt x="18817" y="11515"/>
                    <a:pt x="19593" y="11087"/>
                  </a:cubicBezTo>
                  <a:cubicBezTo>
                    <a:pt x="19646" y="11060"/>
                    <a:pt x="19673" y="11033"/>
                    <a:pt x="19700" y="11033"/>
                  </a:cubicBezTo>
                  <a:cubicBezTo>
                    <a:pt x="20717" y="10444"/>
                    <a:pt x="21493" y="9936"/>
                    <a:pt x="22055" y="9481"/>
                  </a:cubicBezTo>
                  <a:cubicBezTo>
                    <a:pt x="22109" y="9454"/>
                    <a:pt x="22136" y="9427"/>
                    <a:pt x="22162" y="9400"/>
                  </a:cubicBezTo>
                  <a:cubicBezTo>
                    <a:pt x="23447" y="8410"/>
                    <a:pt x="23795" y="7741"/>
                    <a:pt x="23795" y="7741"/>
                  </a:cubicBezTo>
                  <a:lnTo>
                    <a:pt x="22002" y="1558"/>
                  </a:lnTo>
                  <a:cubicBezTo>
                    <a:pt x="21841" y="996"/>
                    <a:pt x="21467" y="541"/>
                    <a:pt x="20985" y="273"/>
                  </a:cubicBezTo>
                  <a:cubicBezTo>
                    <a:pt x="20931" y="247"/>
                    <a:pt x="20904" y="220"/>
                    <a:pt x="20878" y="220"/>
                  </a:cubicBezTo>
                  <a:cubicBezTo>
                    <a:pt x="20597" y="80"/>
                    <a:pt x="20276" y="1"/>
                    <a:pt x="19932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2594;p70">
              <a:extLst>
                <a:ext uri="{FF2B5EF4-FFF2-40B4-BE49-F238E27FC236}">
                  <a16:creationId xmlns:a16="http://schemas.microsoft.com/office/drawing/2014/main" id="{DD2AC4A0-DB9D-95FE-AFEC-3D10A1C9532A}"/>
                </a:ext>
              </a:extLst>
            </p:cNvPr>
            <p:cNvSpPr/>
            <p:nvPr/>
          </p:nvSpPr>
          <p:spPr>
            <a:xfrm>
              <a:off x="5628050" y="967150"/>
              <a:ext cx="523950" cy="165975"/>
            </a:xfrm>
            <a:custGeom>
              <a:avLst/>
              <a:gdLst/>
              <a:ahLst/>
              <a:cxnLst/>
              <a:rect l="l" t="t" r="r" b="b"/>
              <a:pathLst>
                <a:path w="20958" h="6639" extrusionOk="0">
                  <a:moveTo>
                    <a:pt x="20851" y="1"/>
                  </a:moveTo>
                  <a:cubicBezTo>
                    <a:pt x="20235" y="536"/>
                    <a:pt x="19566" y="1018"/>
                    <a:pt x="18897" y="1446"/>
                  </a:cubicBezTo>
                  <a:lnTo>
                    <a:pt x="18870" y="1446"/>
                  </a:lnTo>
                  <a:cubicBezTo>
                    <a:pt x="16434" y="3025"/>
                    <a:pt x="13704" y="4016"/>
                    <a:pt x="11188" y="4819"/>
                  </a:cubicBezTo>
                  <a:cubicBezTo>
                    <a:pt x="9449" y="5381"/>
                    <a:pt x="7575" y="5809"/>
                    <a:pt x="5407" y="6130"/>
                  </a:cubicBezTo>
                  <a:cubicBezTo>
                    <a:pt x="3881" y="6379"/>
                    <a:pt x="2724" y="6535"/>
                    <a:pt x="1728" y="6535"/>
                  </a:cubicBezTo>
                  <a:cubicBezTo>
                    <a:pt x="1117" y="6535"/>
                    <a:pt x="566" y="6477"/>
                    <a:pt x="27" y="6344"/>
                  </a:cubicBezTo>
                  <a:cubicBezTo>
                    <a:pt x="27" y="6398"/>
                    <a:pt x="27" y="6425"/>
                    <a:pt x="0" y="6451"/>
                  </a:cubicBezTo>
                  <a:cubicBezTo>
                    <a:pt x="455" y="6558"/>
                    <a:pt x="884" y="6612"/>
                    <a:pt x="1365" y="6639"/>
                  </a:cubicBezTo>
                  <a:lnTo>
                    <a:pt x="1686" y="6639"/>
                  </a:lnTo>
                  <a:cubicBezTo>
                    <a:pt x="2436" y="6639"/>
                    <a:pt x="3266" y="6558"/>
                    <a:pt x="4283" y="6425"/>
                  </a:cubicBezTo>
                  <a:cubicBezTo>
                    <a:pt x="4310" y="6398"/>
                    <a:pt x="4336" y="6398"/>
                    <a:pt x="4390" y="6398"/>
                  </a:cubicBezTo>
                  <a:cubicBezTo>
                    <a:pt x="4711" y="6344"/>
                    <a:pt x="5059" y="6291"/>
                    <a:pt x="5407" y="6237"/>
                  </a:cubicBezTo>
                  <a:cubicBezTo>
                    <a:pt x="6130" y="6130"/>
                    <a:pt x="6799" y="6023"/>
                    <a:pt x="7468" y="5889"/>
                  </a:cubicBezTo>
                  <a:cubicBezTo>
                    <a:pt x="7495" y="5863"/>
                    <a:pt x="7548" y="5863"/>
                    <a:pt x="7575" y="5863"/>
                  </a:cubicBezTo>
                  <a:cubicBezTo>
                    <a:pt x="8619" y="5648"/>
                    <a:pt x="9582" y="5408"/>
                    <a:pt x="10492" y="5140"/>
                  </a:cubicBezTo>
                  <a:cubicBezTo>
                    <a:pt x="10546" y="5140"/>
                    <a:pt x="10573" y="5113"/>
                    <a:pt x="10599" y="5113"/>
                  </a:cubicBezTo>
                  <a:cubicBezTo>
                    <a:pt x="10814" y="5060"/>
                    <a:pt x="11028" y="4979"/>
                    <a:pt x="11215" y="4926"/>
                  </a:cubicBezTo>
                  <a:cubicBezTo>
                    <a:pt x="11938" y="4712"/>
                    <a:pt x="12660" y="4444"/>
                    <a:pt x="13410" y="4176"/>
                  </a:cubicBezTo>
                  <a:cubicBezTo>
                    <a:pt x="13437" y="4176"/>
                    <a:pt x="13463" y="4150"/>
                    <a:pt x="13517" y="4150"/>
                  </a:cubicBezTo>
                  <a:cubicBezTo>
                    <a:pt x="14400" y="3828"/>
                    <a:pt x="15283" y="3454"/>
                    <a:pt x="16167" y="3052"/>
                  </a:cubicBezTo>
                  <a:cubicBezTo>
                    <a:pt x="16193" y="3052"/>
                    <a:pt x="16220" y="3025"/>
                    <a:pt x="16247" y="2999"/>
                  </a:cubicBezTo>
                  <a:cubicBezTo>
                    <a:pt x="17157" y="2597"/>
                    <a:pt x="18067" y="2115"/>
                    <a:pt x="18924" y="1553"/>
                  </a:cubicBezTo>
                  <a:cubicBezTo>
                    <a:pt x="18950" y="1527"/>
                    <a:pt x="18977" y="1527"/>
                    <a:pt x="19004" y="1500"/>
                  </a:cubicBezTo>
                  <a:cubicBezTo>
                    <a:pt x="19673" y="1045"/>
                    <a:pt x="20342" y="590"/>
                    <a:pt x="20958" y="54"/>
                  </a:cubicBezTo>
                  <a:cubicBezTo>
                    <a:pt x="20904" y="28"/>
                    <a:pt x="20877" y="1"/>
                    <a:pt x="2085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2595;p70">
              <a:extLst>
                <a:ext uri="{FF2B5EF4-FFF2-40B4-BE49-F238E27FC236}">
                  <a16:creationId xmlns:a16="http://schemas.microsoft.com/office/drawing/2014/main" id="{64C79A44-9B16-AE7E-FE56-B56965E1A47A}"/>
                </a:ext>
              </a:extLst>
            </p:cNvPr>
            <p:cNvSpPr/>
            <p:nvPr/>
          </p:nvSpPr>
          <p:spPr>
            <a:xfrm>
              <a:off x="5662175" y="1131775"/>
              <a:ext cx="60250" cy="210125"/>
            </a:xfrm>
            <a:custGeom>
              <a:avLst/>
              <a:gdLst/>
              <a:ahLst/>
              <a:cxnLst/>
              <a:rect l="l" t="t" r="r" b="b"/>
              <a:pathLst>
                <a:path w="2410" h="8405" extrusionOk="0">
                  <a:moveTo>
                    <a:pt x="107" y="0"/>
                  </a:moveTo>
                  <a:lnTo>
                    <a:pt x="0" y="27"/>
                  </a:lnTo>
                  <a:lnTo>
                    <a:pt x="0" y="54"/>
                  </a:lnTo>
                  <a:lnTo>
                    <a:pt x="2302" y="8378"/>
                  </a:lnTo>
                  <a:cubicBezTo>
                    <a:pt x="2329" y="8378"/>
                    <a:pt x="2356" y="8378"/>
                    <a:pt x="2409" y="8405"/>
                  </a:cubicBezTo>
                  <a:lnTo>
                    <a:pt x="107" y="5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2596;p70">
              <a:extLst>
                <a:ext uri="{FF2B5EF4-FFF2-40B4-BE49-F238E27FC236}">
                  <a16:creationId xmlns:a16="http://schemas.microsoft.com/office/drawing/2014/main" id="{FF03D350-9C37-D83E-D900-41A9C262156B}"/>
                </a:ext>
              </a:extLst>
            </p:cNvPr>
            <p:cNvSpPr/>
            <p:nvPr/>
          </p:nvSpPr>
          <p:spPr>
            <a:xfrm>
              <a:off x="5735100" y="1125750"/>
              <a:ext cx="60925" cy="217500"/>
            </a:xfrm>
            <a:custGeom>
              <a:avLst/>
              <a:gdLst/>
              <a:ahLst/>
              <a:cxnLst/>
              <a:rect l="l" t="t" r="r" b="b"/>
              <a:pathLst>
                <a:path w="2437" h="8700" extrusionOk="0">
                  <a:moveTo>
                    <a:pt x="81" y="0"/>
                  </a:moveTo>
                  <a:lnTo>
                    <a:pt x="1" y="27"/>
                  </a:lnTo>
                  <a:cubicBezTo>
                    <a:pt x="1" y="54"/>
                    <a:pt x="1" y="54"/>
                    <a:pt x="1" y="81"/>
                  </a:cubicBezTo>
                  <a:cubicBezTo>
                    <a:pt x="402" y="1606"/>
                    <a:pt x="830" y="3159"/>
                    <a:pt x="1232" y="4711"/>
                  </a:cubicBezTo>
                  <a:cubicBezTo>
                    <a:pt x="1607" y="6049"/>
                    <a:pt x="1955" y="7361"/>
                    <a:pt x="2303" y="8699"/>
                  </a:cubicBezTo>
                  <a:cubicBezTo>
                    <a:pt x="2356" y="8699"/>
                    <a:pt x="2383" y="8699"/>
                    <a:pt x="2436" y="8672"/>
                  </a:cubicBezTo>
                  <a:cubicBezTo>
                    <a:pt x="2062" y="7361"/>
                    <a:pt x="1714" y="6023"/>
                    <a:pt x="1339" y="4658"/>
                  </a:cubicBezTo>
                  <a:cubicBezTo>
                    <a:pt x="938" y="3132"/>
                    <a:pt x="509" y="1580"/>
                    <a:pt x="108" y="54"/>
                  </a:cubicBezTo>
                  <a:cubicBezTo>
                    <a:pt x="108" y="27"/>
                    <a:pt x="108" y="27"/>
                    <a:pt x="81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2597;p70">
              <a:extLst>
                <a:ext uri="{FF2B5EF4-FFF2-40B4-BE49-F238E27FC236}">
                  <a16:creationId xmlns:a16="http://schemas.microsoft.com/office/drawing/2014/main" id="{1C378A31-7A73-97DD-4CA7-ACE4EC1CE621}"/>
                </a:ext>
              </a:extLst>
            </p:cNvPr>
            <p:cNvSpPr/>
            <p:nvPr/>
          </p:nvSpPr>
          <p:spPr>
            <a:xfrm>
              <a:off x="5814075" y="1112375"/>
              <a:ext cx="60900" cy="219500"/>
            </a:xfrm>
            <a:custGeom>
              <a:avLst/>
              <a:gdLst/>
              <a:ahLst/>
              <a:cxnLst/>
              <a:rect l="l" t="t" r="r" b="b"/>
              <a:pathLst>
                <a:path w="2436" h="8780" extrusionOk="0">
                  <a:moveTo>
                    <a:pt x="107" y="0"/>
                  </a:moveTo>
                  <a:lnTo>
                    <a:pt x="0" y="27"/>
                  </a:lnTo>
                  <a:cubicBezTo>
                    <a:pt x="0" y="27"/>
                    <a:pt x="27" y="54"/>
                    <a:pt x="27" y="80"/>
                  </a:cubicBezTo>
                  <a:cubicBezTo>
                    <a:pt x="776" y="2944"/>
                    <a:pt x="1553" y="5888"/>
                    <a:pt x="2329" y="8779"/>
                  </a:cubicBezTo>
                  <a:cubicBezTo>
                    <a:pt x="2355" y="8779"/>
                    <a:pt x="2409" y="8752"/>
                    <a:pt x="2436" y="8752"/>
                  </a:cubicBezTo>
                  <a:cubicBezTo>
                    <a:pt x="1660" y="5862"/>
                    <a:pt x="883" y="2944"/>
                    <a:pt x="134" y="54"/>
                  </a:cubicBezTo>
                  <a:cubicBezTo>
                    <a:pt x="134" y="27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2598;p70">
              <a:extLst>
                <a:ext uri="{FF2B5EF4-FFF2-40B4-BE49-F238E27FC236}">
                  <a16:creationId xmlns:a16="http://schemas.microsoft.com/office/drawing/2014/main" id="{58ADBF65-27AA-5B6E-5AB0-2E944E5EE1FA}"/>
                </a:ext>
              </a:extLst>
            </p:cNvPr>
            <p:cNvSpPr/>
            <p:nvPr/>
          </p:nvSpPr>
          <p:spPr>
            <a:xfrm>
              <a:off x="5890350" y="1092950"/>
              <a:ext cx="75625" cy="213500"/>
            </a:xfrm>
            <a:custGeom>
              <a:avLst/>
              <a:gdLst/>
              <a:ahLst/>
              <a:cxnLst/>
              <a:rect l="l" t="t" r="r" b="b"/>
              <a:pathLst>
                <a:path w="3025" h="8540" extrusionOk="0">
                  <a:moveTo>
                    <a:pt x="81" y="1"/>
                  </a:moveTo>
                  <a:lnTo>
                    <a:pt x="0" y="54"/>
                  </a:lnTo>
                  <a:cubicBezTo>
                    <a:pt x="0" y="81"/>
                    <a:pt x="0" y="81"/>
                    <a:pt x="0" y="108"/>
                  </a:cubicBezTo>
                  <a:cubicBezTo>
                    <a:pt x="1017" y="2892"/>
                    <a:pt x="1981" y="5729"/>
                    <a:pt x="2918" y="8539"/>
                  </a:cubicBezTo>
                  <a:cubicBezTo>
                    <a:pt x="2945" y="8512"/>
                    <a:pt x="2971" y="8512"/>
                    <a:pt x="3025" y="8512"/>
                  </a:cubicBezTo>
                  <a:cubicBezTo>
                    <a:pt x="2088" y="5702"/>
                    <a:pt x="1098" y="2865"/>
                    <a:pt x="107" y="81"/>
                  </a:cubicBezTo>
                  <a:cubicBezTo>
                    <a:pt x="107" y="54"/>
                    <a:pt x="107" y="28"/>
                    <a:pt x="8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2599;p70">
              <a:extLst>
                <a:ext uri="{FF2B5EF4-FFF2-40B4-BE49-F238E27FC236}">
                  <a16:creationId xmlns:a16="http://schemas.microsoft.com/office/drawing/2014/main" id="{08E4B8B3-F1AD-C0C0-AD22-46BFDBC9412F}"/>
                </a:ext>
              </a:extLst>
            </p:cNvPr>
            <p:cNvSpPr/>
            <p:nvPr/>
          </p:nvSpPr>
          <p:spPr>
            <a:xfrm>
              <a:off x="5961950" y="1068200"/>
              <a:ext cx="84325" cy="206800"/>
            </a:xfrm>
            <a:custGeom>
              <a:avLst/>
              <a:gdLst/>
              <a:ahLst/>
              <a:cxnLst/>
              <a:rect l="l" t="t" r="r" b="b"/>
              <a:pathLst>
                <a:path w="3373" h="8272" extrusionOk="0">
                  <a:moveTo>
                    <a:pt x="107" y="1"/>
                  </a:moveTo>
                  <a:lnTo>
                    <a:pt x="0" y="54"/>
                  </a:lnTo>
                  <a:lnTo>
                    <a:pt x="54" y="134"/>
                  </a:lnTo>
                  <a:lnTo>
                    <a:pt x="3266" y="8271"/>
                  </a:lnTo>
                  <a:cubicBezTo>
                    <a:pt x="3319" y="8244"/>
                    <a:pt x="3346" y="8244"/>
                    <a:pt x="3373" y="8218"/>
                  </a:cubicBezTo>
                  <a:lnTo>
                    <a:pt x="161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2600;p70">
              <a:extLst>
                <a:ext uri="{FF2B5EF4-FFF2-40B4-BE49-F238E27FC236}">
                  <a16:creationId xmlns:a16="http://schemas.microsoft.com/office/drawing/2014/main" id="{4E4EDE6C-75D7-7336-7C7C-F8AA4DE4FE45}"/>
                </a:ext>
              </a:extLst>
            </p:cNvPr>
            <p:cNvSpPr/>
            <p:nvPr/>
          </p:nvSpPr>
          <p:spPr>
            <a:xfrm>
              <a:off x="6031525" y="1042100"/>
              <a:ext cx="88350" cy="196750"/>
            </a:xfrm>
            <a:custGeom>
              <a:avLst/>
              <a:gdLst/>
              <a:ahLst/>
              <a:cxnLst/>
              <a:rect l="l" t="t" r="r" b="b"/>
              <a:pathLst>
                <a:path w="3534" h="7870" extrusionOk="0">
                  <a:moveTo>
                    <a:pt x="108" y="1"/>
                  </a:moveTo>
                  <a:lnTo>
                    <a:pt x="1" y="27"/>
                  </a:lnTo>
                  <a:cubicBezTo>
                    <a:pt x="1" y="54"/>
                    <a:pt x="1" y="54"/>
                    <a:pt x="28" y="54"/>
                  </a:cubicBezTo>
                  <a:cubicBezTo>
                    <a:pt x="1098" y="2677"/>
                    <a:pt x="2249" y="5300"/>
                    <a:pt x="3427" y="7870"/>
                  </a:cubicBezTo>
                  <a:cubicBezTo>
                    <a:pt x="3480" y="7843"/>
                    <a:pt x="3507" y="7816"/>
                    <a:pt x="3534" y="7816"/>
                  </a:cubicBezTo>
                  <a:cubicBezTo>
                    <a:pt x="2330" y="5247"/>
                    <a:pt x="1179" y="2624"/>
                    <a:pt x="108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2601;p70">
              <a:extLst>
                <a:ext uri="{FF2B5EF4-FFF2-40B4-BE49-F238E27FC236}">
                  <a16:creationId xmlns:a16="http://schemas.microsoft.com/office/drawing/2014/main" id="{FEF83C40-2CFA-1F2E-A309-0FCB1C2E281E}"/>
                </a:ext>
              </a:extLst>
            </p:cNvPr>
            <p:cNvSpPr/>
            <p:nvPr/>
          </p:nvSpPr>
          <p:spPr>
            <a:xfrm>
              <a:off x="6099800" y="1002625"/>
              <a:ext cx="81650" cy="196075"/>
            </a:xfrm>
            <a:custGeom>
              <a:avLst/>
              <a:gdLst/>
              <a:ahLst/>
              <a:cxnLst/>
              <a:rect l="l" t="t" r="r" b="b"/>
              <a:pathLst>
                <a:path w="3266" h="7843" extrusionOk="0">
                  <a:moveTo>
                    <a:pt x="107" y="0"/>
                  </a:moveTo>
                  <a:lnTo>
                    <a:pt x="0" y="27"/>
                  </a:lnTo>
                  <a:cubicBezTo>
                    <a:pt x="27" y="81"/>
                    <a:pt x="27" y="108"/>
                    <a:pt x="54" y="134"/>
                  </a:cubicBezTo>
                  <a:cubicBezTo>
                    <a:pt x="1178" y="2650"/>
                    <a:pt x="2222" y="5247"/>
                    <a:pt x="3158" y="7843"/>
                  </a:cubicBezTo>
                  <a:cubicBezTo>
                    <a:pt x="3212" y="7816"/>
                    <a:pt x="3239" y="7789"/>
                    <a:pt x="3265" y="7762"/>
                  </a:cubicBezTo>
                  <a:cubicBezTo>
                    <a:pt x="2329" y="5166"/>
                    <a:pt x="1285" y="2597"/>
                    <a:pt x="134" y="81"/>
                  </a:cubicBezTo>
                  <a:cubicBezTo>
                    <a:pt x="134" y="54"/>
                    <a:pt x="107" y="27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2602;p70">
              <a:extLst>
                <a:ext uri="{FF2B5EF4-FFF2-40B4-BE49-F238E27FC236}">
                  <a16:creationId xmlns:a16="http://schemas.microsoft.com/office/drawing/2014/main" id="{D7381CCB-E9A0-BE92-6CA4-2687F95F1717}"/>
                </a:ext>
              </a:extLst>
            </p:cNvPr>
            <p:cNvSpPr/>
            <p:nvPr/>
          </p:nvSpPr>
          <p:spPr>
            <a:xfrm>
              <a:off x="5514950" y="1598750"/>
              <a:ext cx="230875" cy="284850"/>
            </a:xfrm>
            <a:custGeom>
              <a:avLst/>
              <a:gdLst/>
              <a:ahLst/>
              <a:cxnLst/>
              <a:rect l="l" t="t" r="r" b="b"/>
              <a:pathLst>
                <a:path w="9235" h="11394" extrusionOk="0">
                  <a:moveTo>
                    <a:pt x="5839" y="0"/>
                  </a:moveTo>
                  <a:cubicBezTo>
                    <a:pt x="4076" y="0"/>
                    <a:pt x="2090" y="1726"/>
                    <a:pt x="1098" y="4286"/>
                  </a:cubicBezTo>
                  <a:cubicBezTo>
                    <a:pt x="1071" y="4286"/>
                    <a:pt x="1071" y="4313"/>
                    <a:pt x="1071" y="4340"/>
                  </a:cubicBezTo>
                  <a:cubicBezTo>
                    <a:pt x="1" y="7070"/>
                    <a:pt x="402" y="9827"/>
                    <a:pt x="1901" y="10924"/>
                  </a:cubicBezTo>
                  <a:cubicBezTo>
                    <a:pt x="2062" y="11058"/>
                    <a:pt x="2249" y="11138"/>
                    <a:pt x="2463" y="11218"/>
                  </a:cubicBezTo>
                  <a:cubicBezTo>
                    <a:pt x="2762" y="11337"/>
                    <a:pt x="3075" y="11394"/>
                    <a:pt x="3394" y="11394"/>
                  </a:cubicBezTo>
                  <a:cubicBezTo>
                    <a:pt x="5163" y="11394"/>
                    <a:pt x="7140" y="9654"/>
                    <a:pt x="8138" y="7070"/>
                  </a:cubicBezTo>
                  <a:cubicBezTo>
                    <a:pt x="8218" y="6856"/>
                    <a:pt x="8298" y="6668"/>
                    <a:pt x="8352" y="6454"/>
                  </a:cubicBezTo>
                  <a:cubicBezTo>
                    <a:pt x="9235" y="3617"/>
                    <a:pt x="8566" y="887"/>
                    <a:pt x="6746" y="164"/>
                  </a:cubicBezTo>
                  <a:cubicBezTo>
                    <a:pt x="6719" y="164"/>
                    <a:pt x="6692" y="137"/>
                    <a:pt x="6666" y="137"/>
                  </a:cubicBezTo>
                  <a:cubicBezTo>
                    <a:pt x="6399" y="45"/>
                    <a:pt x="6122" y="0"/>
                    <a:pt x="583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2603;p70">
              <a:extLst>
                <a:ext uri="{FF2B5EF4-FFF2-40B4-BE49-F238E27FC236}">
                  <a16:creationId xmlns:a16="http://schemas.microsoft.com/office/drawing/2014/main" id="{0B20EDA6-ED94-AD78-496F-3401C1833C53}"/>
                </a:ext>
              </a:extLst>
            </p:cNvPr>
            <p:cNvSpPr/>
            <p:nvPr/>
          </p:nvSpPr>
          <p:spPr>
            <a:xfrm>
              <a:off x="5495550" y="1590600"/>
              <a:ext cx="232225" cy="284675"/>
            </a:xfrm>
            <a:custGeom>
              <a:avLst/>
              <a:gdLst/>
              <a:ahLst/>
              <a:cxnLst/>
              <a:rect l="l" t="t" r="r" b="b"/>
              <a:pathLst>
                <a:path w="9289" h="11387" extrusionOk="0">
                  <a:moveTo>
                    <a:pt x="5965" y="1"/>
                  </a:moveTo>
                  <a:cubicBezTo>
                    <a:pt x="4211" y="1"/>
                    <a:pt x="2231" y="1699"/>
                    <a:pt x="1232" y="4264"/>
                  </a:cubicBezTo>
                  <a:cubicBezTo>
                    <a:pt x="1205" y="4264"/>
                    <a:pt x="1205" y="4291"/>
                    <a:pt x="1205" y="4318"/>
                  </a:cubicBezTo>
                  <a:cubicBezTo>
                    <a:pt x="1" y="7369"/>
                    <a:pt x="643" y="10447"/>
                    <a:pt x="2570" y="11223"/>
                  </a:cubicBezTo>
                  <a:cubicBezTo>
                    <a:pt x="2624" y="11223"/>
                    <a:pt x="2650" y="11250"/>
                    <a:pt x="2677" y="11250"/>
                  </a:cubicBezTo>
                  <a:cubicBezTo>
                    <a:pt x="2943" y="11342"/>
                    <a:pt x="3220" y="11387"/>
                    <a:pt x="3503" y="11387"/>
                  </a:cubicBezTo>
                  <a:cubicBezTo>
                    <a:pt x="5267" y="11387"/>
                    <a:pt x="7256" y="9658"/>
                    <a:pt x="8271" y="7074"/>
                  </a:cubicBezTo>
                  <a:cubicBezTo>
                    <a:pt x="8298" y="6941"/>
                    <a:pt x="8352" y="6834"/>
                    <a:pt x="8378" y="6727"/>
                  </a:cubicBezTo>
                  <a:cubicBezTo>
                    <a:pt x="9288" y="4103"/>
                    <a:pt x="8860" y="1507"/>
                    <a:pt x="7442" y="463"/>
                  </a:cubicBezTo>
                  <a:cubicBezTo>
                    <a:pt x="7254" y="356"/>
                    <a:pt x="7067" y="249"/>
                    <a:pt x="6879" y="169"/>
                  </a:cubicBezTo>
                  <a:cubicBezTo>
                    <a:pt x="6587" y="55"/>
                    <a:pt x="6279" y="1"/>
                    <a:pt x="596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2604;p70">
              <a:extLst>
                <a:ext uri="{FF2B5EF4-FFF2-40B4-BE49-F238E27FC236}">
                  <a16:creationId xmlns:a16="http://schemas.microsoft.com/office/drawing/2014/main" id="{6FD71DDD-3FBD-7FB2-A8A6-73B1BAEB6540}"/>
                </a:ext>
              </a:extLst>
            </p:cNvPr>
            <p:cNvSpPr/>
            <p:nvPr/>
          </p:nvSpPr>
          <p:spPr>
            <a:xfrm>
              <a:off x="5526325" y="1590600"/>
              <a:ext cx="201450" cy="168175"/>
            </a:xfrm>
            <a:custGeom>
              <a:avLst/>
              <a:gdLst/>
              <a:ahLst/>
              <a:cxnLst/>
              <a:rect l="l" t="t" r="r" b="b"/>
              <a:pathLst>
                <a:path w="8058" h="6727" extrusionOk="0">
                  <a:moveTo>
                    <a:pt x="4734" y="1"/>
                  </a:moveTo>
                  <a:cubicBezTo>
                    <a:pt x="2980" y="1"/>
                    <a:pt x="1000" y="1699"/>
                    <a:pt x="1" y="4264"/>
                  </a:cubicBezTo>
                  <a:cubicBezTo>
                    <a:pt x="215" y="4371"/>
                    <a:pt x="429" y="4505"/>
                    <a:pt x="643" y="4612"/>
                  </a:cubicBezTo>
                  <a:cubicBezTo>
                    <a:pt x="2062" y="5361"/>
                    <a:pt x="3614" y="5870"/>
                    <a:pt x="5167" y="6298"/>
                  </a:cubicBezTo>
                  <a:cubicBezTo>
                    <a:pt x="5836" y="6486"/>
                    <a:pt x="6478" y="6646"/>
                    <a:pt x="7147" y="6727"/>
                  </a:cubicBezTo>
                  <a:cubicBezTo>
                    <a:pt x="8057" y="4103"/>
                    <a:pt x="7629" y="1507"/>
                    <a:pt x="6211" y="463"/>
                  </a:cubicBezTo>
                  <a:cubicBezTo>
                    <a:pt x="6023" y="356"/>
                    <a:pt x="5836" y="249"/>
                    <a:pt x="5648" y="169"/>
                  </a:cubicBezTo>
                  <a:cubicBezTo>
                    <a:pt x="5356" y="55"/>
                    <a:pt x="5048" y="1"/>
                    <a:pt x="4734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2605;p70">
              <a:extLst>
                <a:ext uri="{FF2B5EF4-FFF2-40B4-BE49-F238E27FC236}">
                  <a16:creationId xmlns:a16="http://schemas.microsoft.com/office/drawing/2014/main" id="{A92118AA-3B12-CF91-B330-4C4E5907ED15}"/>
                </a:ext>
              </a:extLst>
            </p:cNvPr>
            <p:cNvSpPr/>
            <p:nvPr/>
          </p:nvSpPr>
          <p:spPr>
            <a:xfrm>
              <a:off x="6252350" y="966025"/>
              <a:ext cx="246275" cy="270650"/>
            </a:xfrm>
            <a:custGeom>
              <a:avLst/>
              <a:gdLst/>
              <a:ahLst/>
              <a:cxnLst/>
              <a:rect l="l" t="t" r="r" b="b"/>
              <a:pathLst>
                <a:path w="9851" h="10826" extrusionOk="0">
                  <a:moveTo>
                    <a:pt x="6619" y="0"/>
                  </a:moveTo>
                  <a:cubicBezTo>
                    <a:pt x="4987" y="0"/>
                    <a:pt x="3038" y="1274"/>
                    <a:pt x="1714" y="3365"/>
                  </a:cubicBezTo>
                  <a:cubicBezTo>
                    <a:pt x="1714" y="3365"/>
                    <a:pt x="1687" y="3392"/>
                    <a:pt x="1687" y="3392"/>
                  </a:cubicBezTo>
                  <a:cubicBezTo>
                    <a:pt x="134" y="5908"/>
                    <a:pt x="1" y="8691"/>
                    <a:pt x="1259" y="10029"/>
                  </a:cubicBezTo>
                  <a:cubicBezTo>
                    <a:pt x="1419" y="10190"/>
                    <a:pt x="1580" y="10324"/>
                    <a:pt x="1767" y="10431"/>
                  </a:cubicBezTo>
                  <a:cubicBezTo>
                    <a:pt x="2188" y="10698"/>
                    <a:pt x="2670" y="10825"/>
                    <a:pt x="3185" y="10825"/>
                  </a:cubicBezTo>
                  <a:cubicBezTo>
                    <a:pt x="4832" y="10825"/>
                    <a:pt x="6805" y="9528"/>
                    <a:pt x="8111" y="7406"/>
                  </a:cubicBezTo>
                  <a:cubicBezTo>
                    <a:pt x="8244" y="7219"/>
                    <a:pt x="8351" y="7032"/>
                    <a:pt x="8459" y="6844"/>
                  </a:cubicBezTo>
                  <a:cubicBezTo>
                    <a:pt x="9850" y="4221"/>
                    <a:pt x="9690" y="1411"/>
                    <a:pt x="8057" y="367"/>
                  </a:cubicBezTo>
                  <a:cubicBezTo>
                    <a:pt x="8030" y="367"/>
                    <a:pt x="7977" y="340"/>
                    <a:pt x="7950" y="340"/>
                  </a:cubicBezTo>
                  <a:cubicBezTo>
                    <a:pt x="7550" y="110"/>
                    <a:pt x="7098" y="0"/>
                    <a:pt x="661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2606;p70">
              <a:extLst>
                <a:ext uri="{FF2B5EF4-FFF2-40B4-BE49-F238E27FC236}">
                  <a16:creationId xmlns:a16="http://schemas.microsoft.com/office/drawing/2014/main" id="{4DB0B9B8-75AF-21F7-A2B0-FA0480322C33}"/>
                </a:ext>
              </a:extLst>
            </p:cNvPr>
            <p:cNvSpPr/>
            <p:nvPr/>
          </p:nvSpPr>
          <p:spPr>
            <a:xfrm>
              <a:off x="6236950" y="954225"/>
              <a:ext cx="244950" cy="271025"/>
            </a:xfrm>
            <a:custGeom>
              <a:avLst/>
              <a:gdLst/>
              <a:ahLst/>
              <a:cxnLst/>
              <a:rect l="l" t="t" r="r" b="b"/>
              <a:pathLst>
                <a:path w="9798" h="10841" extrusionOk="0">
                  <a:moveTo>
                    <a:pt x="6678" y="0"/>
                  </a:moveTo>
                  <a:cubicBezTo>
                    <a:pt x="5044" y="0"/>
                    <a:pt x="3094" y="1273"/>
                    <a:pt x="1768" y="3355"/>
                  </a:cubicBezTo>
                  <a:cubicBezTo>
                    <a:pt x="1768" y="3382"/>
                    <a:pt x="1741" y="3409"/>
                    <a:pt x="1741" y="3409"/>
                  </a:cubicBezTo>
                  <a:cubicBezTo>
                    <a:pt x="1" y="6192"/>
                    <a:pt x="28" y="9351"/>
                    <a:pt x="1794" y="10448"/>
                  </a:cubicBezTo>
                  <a:cubicBezTo>
                    <a:pt x="1821" y="10475"/>
                    <a:pt x="1848" y="10501"/>
                    <a:pt x="1875" y="10501"/>
                  </a:cubicBezTo>
                  <a:cubicBezTo>
                    <a:pt x="2280" y="10731"/>
                    <a:pt x="2736" y="10841"/>
                    <a:pt x="3219" y="10841"/>
                  </a:cubicBezTo>
                  <a:cubicBezTo>
                    <a:pt x="4872" y="10841"/>
                    <a:pt x="6839" y="9557"/>
                    <a:pt x="8165" y="7423"/>
                  </a:cubicBezTo>
                  <a:cubicBezTo>
                    <a:pt x="8218" y="7343"/>
                    <a:pt x="8272" y="7236"/>
                    <a:pt x="8352" y="7129"/>
                  </a:cubicBezTo>
                  <a:cubicBezTo>
                    <a:pt x="9717" y="4720"/>
                    <a:pt x="9797" y="2097"/>
                    <a:pt x="8566" y="786"/>
                  </a:cubicBezTo>
                  <a:cubicBezTo>
                    <a:pt x="8432" y="652"/>
                    <a:pt x="8272" y="518"/>
                    <a:pt x="8084" y="384"/>
                  </a:cubicBezTo>
                  <a:cubicBezTo>
                    <a:pt x="7665" y="124"/>
                    <a:pt x="7187" y="0"/>
                    <a:pt x="66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2607;p70">
              <a:extLst>
                <a:ext uri="{FF2B5EF4-FFF2-40B4-BE49-F238E27FC236}">
                  <a16:creationId xmlns:a16="http://schemas.microsoft.com/office/drawing/2014/main" id="{7034EFBC-741A-3F04-41F8-69C5387DE5AF}"/>
                </a:ext>
              </a:extLst>
            </p:cNvPr>
            <p:cNvSpPr/>
            <p:nvPr/>
          </p:nvSpPr>
          <p:spPr>
            <a:xfrm>
              <a:off x="6281125" y="954225"/>
              <a:ext cx="200775" cy="178225"/>
            </a:xfrm>
            <a:custGeom>
              <a:avLst/>
              <a:gdLst/>
              <a:ahLst/>
              <a:cxnLst/>
              <a:rect l="l" t="t" r="r" b="b"/>
              <a:pathLst>
                <a:path w="8031" h="7129" extrusionOk="0">
                  <a:moveTo>
                    <a:pt x="4911" y="0"/>
                  </a:moveTo>
                  <a:cubicBezTo>
                    <a:pt x="3277" y="0"/>
                    <a:pt x="1327" y="1273"/>
                    <a:pt x="1" y="3355"/>
                  </a:cubicBezTo>
                  <a:cubicBezTo>
                    <a:pt x="188" y="3516"/>
                    <a:pt x="375" y="3676"/>
                    <a:pt x="563" y="3837"/>
                  </a:cubicBezTo>
                  <a:cubicBezTo>
                    <a:pt x="1821" y="4827"/>
                    <a:pt x="3266" y="5630"/>
                    <a:pt x="4711" y="6326"/>
                  </a:cubicBezTo>
                  <a:cubicBezTo>
                    <a:pt x="5327" y="6647"/>
                    <a:pt x="5942" y="6915"/>
                    <a:pt x="6585" y="7129"/>
                  </a:cubicBezTo>
                  <a:cubicBezTo>
                    <a:pt x="7950" y="4720"/>
                    <a:pt x="8030" y="2097"/>
                    <a:pt x="6799" y="786"/>
                  </a:cubicBezTo>
                  <a:cubicBezTo>
                    <a:pt x="6665" y="652"/>
                    <a:pt x="6505" y="518"/>
                    <a:pt x="6317" y="384"/>
                  </a:cubicBezTo>
                  <a:cubicBezTo>
                    <a:pt x="5898" y="124"/>
                    <a:pt x="5420" y="0"/>
                    <a:pt x="491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2608;p70">
              <a:extLst>
                <a:ext uri="{FF2B5EF4-FFF2-40B4-BE49-F238E27FC236}">
                  <a16:creationId xmlns:a16="http://schemas.microsoft.com/office/drawing/2014/main" id="{D90884D8-A156-C248-8E7B-3E90BDE915E0}"/>
                </a:ext>
              </a:extLst>
            </p:cNvPr>
            <p:cNvSpPr/>
            <p:nvPr/>
          </p:nvSpPr>
          <p:spPr>
            <a:xfrm>
              <a:off x="5552425" y="2102025"/>
              <a:ext cx="534675" cy="151900"/>
            </a:xfrm>
            <a:custGeom>
              <a:avLst/>
              <a:gdLst/>
              <a:ahLst/>
              <a:cxnLst/>
              <a:rect l="l" t="t" r="r" b="b"/>
              <a:pathLst>
                <a:path w="21387" h="6076" extrusionOk="0">
                  <a:moveTo>
                    <a:pt x="2088" y="0"/>
                  </a:moveTo>
                  <a:cubicBezTo>
                    <a:pt x="938" y="0"/>
                    <a:pt x="1" y="910"/>
                    <a:pt x="1" y="2061"/>
                  </a:cubicBezTo>
                  <a:lnTo>
                    <a:pt x="1" y="3988"/>
                  </a:lnTo>
                  <a:cubicBezTo>
                    <a:pt x="1" y="5139"/>
                    <a:pt x="938" y="6076"/>
                    <a:pt x="2088" y="6076"/>
                  </a:cubicBezTo>
                  <a:lnTo>
                    <a:pt x="19299" y="6076"/>
                  </a:lnTo>
                  <a:cubicBezTo>
                    <a:pt x="20450" y="6076"/>
                    <a:pt x="21386" y="5139"/>
                    <a:pt x="21386" y="3988"/>
                  </a:cubicBezTo>
                  <a:lnTo>
                    <a:pt x="21386" y="2061"/>
                  </a:lnTo>
                  <a:cubicBezTo>
                    <a:pt x="21386" y="910"/>
                    <a:pt x="20450" y="0"/>
                    <a:pt x="1929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2609;p70">
              <a:extLst>
                <a:ext uri="{FF2B5EF4-FFF2-40B4-BE49-F238E27FC236}">
                  <a16:creationId xmlns:a16="http://schemas.microsoft.com/office/drawing/2014/main" id="{37296580-CC09-512F-5EC0-E70CE53992D6}"/>
                </a:ext>
              </a:extLst>
            </p:cNvPr>
            <p:cNvSpPr/>
            <p:nvPr/>
          </p:nvSpPr>
          <p:spPr>
            <a:xfrm>
              <a:off x="5719050" y="2118075"/>
              <a:ext cx="176000" cy="119800"/>
            </a:xfrm>
            <a:custGeom>
              <a:avLst/>
              <a:gdLst/>
              <a:ahLst/>
              <a:cxnLst/>
              <a:rect l="l" t="t" r="r" b="b"/>
              <a:pathLst>
                <a:path w="7040" h="4792" fill="none" extrusionOk="0">
                  <a:moveTo>
                    <a:pt x="0" y="1"/>
                  </a:moveTo>
                  <a:lnTo>
                    <a:pt x="7040" y="1"/>
                  </a:lnTo>
                  <a:lnTo>
                    <a:pt x="7040" y="4792"/>
                  </a:lnTo>
                  <a:lnTo>
                    <a:pt x="0" y="4792"/>
                  </a:lnTo>
                  <a:close/>
                </a:path>
              </a:pathLst>
            </a:custGeom>
            <a:noFill/>
            <a:ln w="2000" cap="flat" cmpd="sng">
              <a:solidFill>
                <a:srgbClr val="AD8B96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2610;p70">
              <a:extLst>
                <a:ext uri="{FF2B5EF4-FFF2-40B4-BE49-F238E27FC236}">
                  <a16:creationId xmlns:a16="http://schemas.microsoft.com/office/drawing/2014/main" id="{C283631C-C551-5641-8F54-8314F6796990}"/>
                </a:ext>
              </a:extLst>
            </p:cNvPr>
            <p:cNvSpPr/>
            <p:nvPr/>
          </p:nvSpPr>
          <p:spPr>
            <a:xfrm>
              <a:off x="55992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2611;p70">
              <a:extLst>
                <a:ext uri="{FF2B5EF4-FFF2-40B4-BE49-F238E27FC236}">
                  <a16:creationId xmlns:a16="http://schemas.microsoft.com/office/drawing/2014/main" id="{3F5E9447-60F2-1341-DB7C-68D9DA6F5CD3}"/>
                </a:ext>
              </a:extLst>
            </p:cNvPr>
            <p:cNvSpPr/>
            <p:nvPr/>
          </p:nvSpPr>
          <p:spPr>
            <a:xfrm>
              <a:off x="563740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2612;p70">
              <a:extLst>
                <a:ext uri="{FF2B5EF4-FFF2-40B4-BE49-F238E27FC236}">
                  <a16:creationId xmlns:a16="http://schemas.microsoft.com/office/drawing/2014/main" id="{8DB52679-6D28-42BF-B23E-3897FE494545}"/>
                </a:ext>
              </a:extLst>
            </p:cNvPr>
            <p:cNvSpPr/>
            <p:nvPr/>
          </p:nvSpPr>
          <p:spPr>
            <a:xfrm>
              <a:off x="560060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1" y="0"/>
                    <a:pt x="1" y="161"/>
                    <a:pt x="1" y="348"/>
                  </a:cubicBezTo>
                  <a:cubicBezTo>
                    <a:pt x="1" y="536"/>
                    <a:pt x="161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2613;p70">
              <a:extLst>
                <a:ext uri="{FF2B5EF4-FFF2-40B4-BE49-F238E27FC236}">
                  <a16:creationId xmlns:a16="http://schemas.microsoft.com/office/drawing/2014/main" id="{72111800-CA38-F79F-1F57-D7E513BBB959}"/>
                </a:ext>
              </a:extLst>
            </p:cNvPr>
            <p:cNvSpPr/>
            <p:nvPr/>
          </p:nvSpPr>
          <p:spPr>
            <a:xfrm>
              <a:off x="60087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2614;p70">
              <a:extLst>
                <a:ext uri="{FF2B5EF4-FFF2-40B4-BE49-F238E27FC236}">
                  <a16:creationId xmlns:a16="http://schemas.microsoft.com/office/drawing/2014/main" id="{2318C98C-58F3-3ABF-F3DB-9592BE0DC0AF}"/>
                </a:ext>
              </a:extLst>
            </p:cNvPr>
            <p:cNvSpPr/>
            <p:nvPr/>
          </p:nvSpPr>
          <p:spPr>
            <a:xfrm>
              <a:off x="597065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2615;p70">
              <a:extLst>
                <a:ext uri="{FF2B5EF4-FFF2-40B4-BE49-F238E27FC236}">
                  <a16:creationId xmlns:a16="http://schemas.microsoft.com/office/drawing/2014/main" id="{459EC088-FA17-B521-4B96-63D37DB5C7DB}"/>
                </a:ext>
              </a:extLst>
            </p:cNvPr>
            <p:cNvSpPr/>
            <p:nvPr/>
          </p:nvSpPr>
          <p:spPr>
            <a:xfrm>
              <a:off x="600745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2616;p70">
              <a:extLst>
                <a:ext uri="{FF2B5EF4-FFF2-40B4-BE49-F238E27FC236}">
                  <a16:creationId xmlns:a16="http://schemas.microsoft.com/office/drawing/2014/main" id="{72A245FB-ABA1-04C8-8400-BC3DA10F0DF2}"/>
                </a:ext>
              </a:extLst>
            </p:cNvPr>
            <p:cNvSpPr/>
            <p:nvPr/>
          </p:nvSpPr>
          <p:spPr>
            <a:xfrm>
              <a:off x="6300525" y="2165575"/>
              <a:ext cx="117800" cy="118475"/>
            </a:xfrm>
            <a:custGeom>
              <a:avLst/>
              <a:gdLst/>
              <a:ahLst/>
              <a:cxnLst/>
              <a:rect l="l" t="t" r="r" b="b"/>
              <a:pathLst>
                <a:path w="4712" h="4739" extrusionOk="0">
                  <a:moveTo>
                    <a:pt x="2356" y="1"/>
                  </a:moveTo>
                  <a:cubicBezTo>
                    <a:pt x="1045" y="1"/>
                    <a:pt x="1" y="1072"/>
                    <a:pt x="1" y="2383"/>
                  </a:cubicBezTo>
                  <a:cubicBezTo>
                    <a:pt x="1" y="3668"/>
                    <a:pt x="1045" y="4738"/>
                    <a:pt x="2356" y="4738"/>
                  </a:cubicBezTo>
                  <a:cubicBezTo>
                    <a:pt x="3668" y="4738"/>
                    <a:pt x="4711" y="3668"/>
                    <a:pt x="4711" y="2383"/>
                  </a:cubicBezTo>
                  <a:cubicBezTo>
                    <a:pt x="4711" y="1072"/>
                    <a:pt x="3668" y="1"/>
                    <a:pt x="2356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2617;p70">
              <a:extLst>
                <a:ext uri="{FF2B5EF4-FFF2-40B4-BE49-F238E27FC236}">
                  <a16:creationId xmlns:a16="http://schemas.microsoft.com/office/drawing/2014/main" id="{75956470-9510-1803-90E6-95B1AD0D9E2E}"/>
                </a:ext>
              </a:extLst>
            </p:cNvPr>
            <p:cNvSpPr/>
            <p:nvPr/>
          </p:nvSpPr>
          <p:spPr>
            <a:xfrm>
              <a:off x="5520975" y="1386050"/>
              <a:ext cx="117800" cy="118450"/>
            </a:xfrm>
            <a:custGeom>
              <a:avLst/>
              <a:gdLst/>
              <a:ahLst/>
              <a:cxnLst/>
              <a:rect l="l" t="t" r="r" b="b"/>
              <a:pathLst>
                <a:path w="4712" h="4738" fill="none" extrusionOk="0">
                  <a:moveTo>
                    <a:pt x="4712" y="2355"/>
                  </a:moveTo>
                  <a:cubicBezTo>
                    <a:pt x="4712" y="3667"/>
                    <a:pt x="3668" y="4738"/>
                    <a:pt x="2356" y="4738"/>
                  </a:cubicBezTo>
                  <a:cubicBezTo>
                    <a:pt x="1045" y="4738"/>
                    <a:pt x="1" y="3667"/>
                    <a:pt x="1" y="2355"/>
                  </a:cubicBezTo>
                  <a:cubicBezTo>
                    <a:pt x="1" y="1071"/>
                    <a:pt x="1045" y="0"/>
                    <a:pt x="2356" y="0"/>
                  </a:cubicBezTo>
                  <a:cubicBezTo>
                    <a:pt x="3668" y="0"/>
                    <a:pt x="4712" y="1071"/>
                    <a:pt x="4712" y="2355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2618;p70">
              <a:extLst>
                <a:ext uri="{FF2B5EF4-FFF2-40B4-BE49-F238E27FC236}">
                  <a16:creationId xmlns:a16="http://schemas.microsoft.com/office/drawing/2014/main" id="{ACF9240B-B080-B295-F785-796AE2EE4031}"/>
                </a:ext>
              </a:extLst>
            </p:cNvPr>
            <p:cNvSpPr/>
            <p:nvPr/>
          </p:nvSpPr>
          <p:spPr>
            <a:xfrm>
              <a:off x="6774275" y="1000625"/>
              <a:ext cx="117800" cy="117775"/>
            </a:xfrm>
            <a:custGeom>
              <a:avLst/>
              <a:gdLst/>
              <a:ahLst/>
              <a:cxnLst/>
              <a:rect l="l" t="t" r="r" b="b"/>
              <a:pathLst>
                <a:path w="4712" h="4711" fill="none" extrusionOk="0">
                  <a:moveTo>
                    <a:pt x="4712" y="2356"/>
                  </a:moveTo>
                  <a:cubicBezTo>
                    <a:pt x="4712" y="3667"/>
                    <a:pt x="3668" y="4711"/>
                    <a:pt x="2356" y="4711"/>
                  </a:cubicBezTo>
                  <a:cubicBezTo>
                    <a:pt x="1045" y="4711"/>
                    <a:pt x="1" y="3667"/>
                    <a:pt x="1" y="2356"/>
                  </a:cubicBezTo>
                  <a:cubicBezTo>
                    <a:pt x="1" y="1044"/>
                    <a:pt x="1045" y="0"/>
                    <a:pt x="2356" y="0"/>
                  </a:cubicBezTo>
                  <a:cubicBezTo>
                    <a:pt x="3668" y="0"/>
                    <a:pt x="4712" y="1044"/>
                    <a:pt x="4712" y="235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2619;p70">
              <a:extLst>
                <a:ext uri="{FF2B5EF4-FFF2-40B4-BE49-F238E27FC236}">
                  <a16:creationId xmlns:a16="http://schemas.microsoft.com/office/drawing/2014/main" id="{62C3FD40-759A-1016-C9F0-90A4F7F7B68C}"/>
                </a:ext>
              </a:extLst>
            </p:cNvPr>
            <p:cNvSpPr/>
            <p:nvPr/>
          </p:nvSpPr>
          <p:spPr>
            <a:xfrm>
              <a:off x="5648125" y="1952125"/>
              <a:ext cx="103075" cy="25450"/>
            </a:xfrm>
            <a:custGeom>
              <a:avLst/>
              <a:gdLst/>
              <a:ahLst/>
              <a:cxnLst/>
              <a:rect l="l" t="t" r="r" b="b"/>
              <a:pathLst>
                <a:path w="4123" h="1018" fill="none" extrusionOk="0">
                  <a:moveTo>
                    <a:pt x="4122" y="1018"/>
                  </a:moveTo>
                  <a:lnTo>
                    <a:pt x="0" y="1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2620;p70">
              <a:extLst>
                <a:ext uri="{FF2B5EF4-FFF2-40B4-BE49-F238E27FC236}">
                  <a16:creationId xmlns:a16="http://schemas.microsoft.com/office/drawing/2014/main" id="{6D1AC1A5-C866-D9B9-9078-1A40235DB4DE}"/>
                </a:ext>
              </a:extLst>
            </p:cNvPr>
            <p:cNvSpPr/>
            <p:nvPr/>
          </p:nvSpPr>
          <p:spPr>
            <a:xfrm>
              <a:off x="5686925" y="1913325"/>
              <a:ext cx="25450" cy="103075"/>
            </a:xfrm>
            <a:custGeom>
              <a:avLst/>
              <a:gdLst/>
              <a:ahLst/>
              <a:cxnLst/>
              <a:rect l="l" t="t" r="r" b="b"/>
              <a:pathLst>
                <a:path w="1018" h="4123" fill="none" extrusionOk="0">
                  <a:moveTo>
                    <a:pt x="1018" y="0"/>
                  </a:moveTo>
                  <a:lnTo>
                    <a:pt x="1" y="4122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2621;p70">
              <a:extLst>
                <a:ext uri="{FF2B5EF4-FFF2-40B4-BE49-F238E27FC236}">
                  <a16:creationId xmlns:a16="http://schemas.microsoft.com/office/drawing/2014/main" id="{3DEB6AED-2F1B-1DE4-BF5C-C03EA8E81571}"/>
                </a:ext>
              </a:extLst>
            </p:cNvPr>
            <p:cNvSpPr/>
            <p:nvPr/>
          </p:nvSpPr>
          <p:spPr>
            <a:xfrm>
              <a:off x="6865275" y="1800225"/>
              <a:ext cx="73650" cy="77000"/>
            </a:xfrm>
            <a:custGeom>
              <a:avLst/>
              <a:gdLst/>
              <a:ahLst/>
              <a:cxnLst/>
              <a:rect l="l" t="t" r="r" b="b"/>
              <a:pathLst>
                <a:path w="2946" h="3080" fill="none" extrusionOk="0">
                  <a:moveTo>
                    <a:pt x="2945" y="1"/>
                  </a:moveTo>
                  <a:lnTo>
                    <a:pt x="1" y="3079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2622;p70">
              <a:extLst>
                <a:ext uri="{FF2B5EF4-FFF2-40B4-BE49-F238E27FC236}">
                  <a16:creationId xmlns:a16="http://schemas.microsoft.com/office/drawing/2014/main" id="{EAD20FF1-F6AA-A471-74DC-BE056D2248B7}"/>
                </a:ext>
              </a:extLst>
            </p:cNvPr>
            <p:cNvSpPr/>
            <p:nvPr/>
          </p:nvSpPr>
          <p:spPr>
            <a:xfrm>
              <a:off x="6863950" y="1802250"/>
              <a:ext cx="76975" cy="72950"/>
            </a:xfrm>
            <a:custGeom>
              <a:avLst/>
              <a:gdLst/>
              <a:ahLst/>
              <a:cxnLst/>
              <a:rect l="l" t="t" r="r" b="b"/>
              <a:pathLst>
                <a:path w="3079" h="2918" fill="none" extrusionOk="0">
                  <a:moveTo>
                    <a:pt x="0" y="0"/>
                  </a:moveTo>
                  <a:lnTo>
                    <a:pt x="3078" y="2918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0" name="Rectangle: Rounded Corners 4249">
            <a:extLst>
              <a:ext uri="{FF2B5EF4-FFF2-40B4-BE49-F238E27FC236}">
                <a16:creationId xmlns:a16="http://schemas.microsoft.com/office/drawing/2014/main" id="{AF0CF0C1-A269-47CC-2CD0-8F4C5BB18AAF}"/>
              </a:ext>
            </a:extLst>
          </p:cNvPr>
          <p:cNvSpPr/>
          <p:nvPr/>
        </p:nvSpPr>
        <p:spPr>
          <a:xfrm>
            <a:off x="4831681" y="6227374"/>
            <a:ext cx="5437568" cy="65926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1" name="Rectangle: Rounded Corners 4250">
            <a:extLst>
              <a:ext uri="{FF2B5EF4-FFF2-40B4-BE49-F238E27FC236}">
                <a16:creationId xmlns:a16="http://schemas.microsoft.com/office/drawing/2014/main" id="{AE0D8D51-3E35-3EEF-5FD4-A4D1C7D38633}"/>
              </a:ext>
            </a:extLst>
          </p:cNvPr>
          <p:cNvSpPr/>
          <p:nvPr/>
        </p:nvSpPr>
        <p:spPr>
          <a:xfrm>
            <a:off x="-519059" y="-7300173"/>
            <a:ext cx="5437568" cy="65926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54" name="Group 4253">
            <a:extLst>
              <a:ext uri="{FF2B5EF4-FFF2-40B4-BE49-F238E27FC236}">
                <a16:creationId xmlns:a16="http://schemas.microsoft.com/office/drawing/2014/main" id="{7196DABA-26E2-2E6C-F7CA-D0D969F5FFFC}"/>
              </a:ext>
            </a:extLst>
          </p:cNvPr>
          <p:cNvGrpSpPr/>
          <p:nvPr/>
        </p:nvGrpSpPr>
        <p:grpSpPr>
          <a:xfrm>
            <a:off x="903399" y="5756096"/>
            <a:ext cx="7315124" cy="1832409"/>
            <a:chOff x="903399" y="3166389"/>
            <a:chExt cx="7315124" cy="1832409"/>
          </a:xfrm>
        </p:grpSpPr>
        <p:grpSp>
          <p:nvGrpSpPr>
            <p:cNvPr id="4255" name="Group 4254">
              <a:extLst>
                <a:ext uri="{FF2B5EF4-FFF2-40B4-BE49-F238E27FC236}">
                  <a16:creationId xmlns:a16="http://schemas.microsoft.com/office/drawing/2014/main" id="{84056A4F-DD2F-6C13-1B5B-81783D0A40CB}"/>
                </a:ext>
              </a:extLst>
            </p:cNvPr>
            <p:cNvGrpSpPr/>
            <p:nvPr/>
          </p:nvGrpSpPr>
          <p:grpSpPr>
            <a:xfrm>
              <a:off x="903399" y="3166389"/>
              <a:ext cx="7315124" cy="1832409"/>
              <a:chOff x="2579647" y="3275012"/>
              <a:chExt cx="7315124" cy="1832409"/>
            </a:xfrm>
          </p:grpSpPr>
          <p:sp>
            <p:nvSpPr>
              <p:cNvPr id="4257" name="Rectangle: Rounded Corners 4256">
                <a:extLst>
                  <a:ext uri="{FF2B5EF4-FFF2-40B4-BE49-F238E27FC236}">
                    <a16:creationId xmlns:a16="http://schemas.microsoft.com/office/drawing/2014/main" id="{A41479C0-8C58-C8CE-B2AA-A07B54519024}"/>
                  </a:ext>
                </a:extLst>
              </p:cNvPr>
              <p:cNvSpPr/>
              <p:nvPr/>
            </p:nvSpPr>
            <p:spPr>
              <a:xfrm>
                <a:off x="2579647" y="3275012"/>
                <a:ext cx="7315124" cy="1832409"/>
              </a:xfrm>
              <a:prstGeom prst="roundRect">
                <a:avLst/>
              </a:prstGeom>
              <a:solidFill>
                <a:srgbClr val="4EBCF7"/>
              </a:solidFill>
              <a:ln w="762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58" name="Google Shape;2564;p70">
                <a:extLst>
                  <a:ext uri="{FF2B5EF4-FFF2-40B4-BE49-F238E27FC236}">
                    <a16:creationId xmlns:a16="http://schemas.microsoft.com/office/drawing/2014/main" id="{D93D8683-D2C0-489D-A05B-3861CA1A36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8054" y="3488271"/>
                <a:ext cx="2099167" cy="493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9pPr>
              </a:lstStyle>
              <a:p>
                <a:r>
                  <a:rPr lang="en-US" sz="2000" dirty="0"/>
                  <a:t>Blood Bank List</a:t>
                </a:r>
              </a:p>
            </p:txBody>
          </p:sp>
          <p:sp>
            <p:nvSpPr>
              <p:cNvPr id="4259" name="Google Shape;2579;p70">
                <a:extLst>
                  <a:ext uri="{FF2B5EF4-FFF2-40B4-BE49-F238E27FC236}">
                    <a16:creationId xmlns:a16="http://schemas.microsoft.com/office/drawing/2014/main" id="{454AC8BA-960B-77C0-7EFE-2B647A6CC21C}"/>
                  </a:ext>
                </a:extLst>
              </p:cNvPr>
              <p:cNvSpPr/>
              <p:nvPr/>
            </p:nvSpPr>
            <p:spPr>
              <a:xfrm rot="6790061">
                <a:off x="4236243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0" name="Google Shape;2581;p70">
                <a:extLst>
                  <a:ext uri="{FF2B5EF4-FFF2-40B4-BE49-F238E27FC236}">
                    <a16:creationId xmlns:a16="http://schemas.microsoft.com/office/drawing/2014/main" id="{C1929059-4D73-B7AC-4537-68FAD83E4572}"/>
                  </a:ext>
                </a:extLst>
              </p:cNvPr>
              <p:cNvSpPr/>
              <p:nvPr/>
            </p:nvSpPr>
            <p:spPr>
              <a:xfrm rot="6790061">
                <a:off x="3744818" y="4603239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1" name="Google Shape;2583;p70">
                <a:extLst>
                  <a:ext uri="{FF2B5EF4-FFF2-40B4-BE49-F238E27FC236}">
                    <a16:creationId xmlns:a16="http://schemas.microsoft.com/office/drawing/2014/main" id="{E7B5062A-2F2A-A8B8-C31C-9FE5D00B6539}"/>
                  </a:ext>
                </a:extLst>
              </p:cNvPr>
              <p:cNvSpPr/>
              <p:nvPr/>
            </p:nvSpPr>
            <p:spPr>
              <a:xfrm rot="6790061">
                <a:off x="3279665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2585;p70">
                <a:extLst>
                  <a:ext uri="{FF2B5EF4-FFF2-40B4-BE49-F238E27FC236}">
                    <a16:creationId xmlns:a16="http://schemas.microsoft.com/office/drawing/2014/main" id="{752BC3E2-1953-5D8A-32DF-A284DF478F2A}"/>
                  </a:ext>
                </a:extLst>
              </p:cNvPr>
              <p:cNvSpPr/>
              <p:nvPr/>
            </p:nvSpPr>
            <p:spPr>
              <a:xfrm rot="6790061">
                <a:off x="2891617" y="4603354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2579;p70">
                <a:extLst>
                  <a:ext uri="{FF2B5EF4-FFF2-40B4-BE49-F238E27FC236}">
                    <a16:creationId xmlns:a16="http://schemas.microsoft.com/office/drawing/2014/main" id="{2EAEF994-1360-93E9-7244-4F738FD0BD15}"/>
                  </a:ext>
                </a:extLst>
              </p:cNvPr>
              <p:cNvSpPr/>
              <p:nvPr/>
            </p:nvSpPr>
            <p:spPr>
              <a:xfrm rot="6790061">
                <a:off x="4236242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4" name="Google Shape;2581;p70">
                <a:extLst>
                  <a:ext uri="{FF2B5EF4-FFF2-40B4-BE49-F238E27FC236}">
                    <a16:creationId xmlns:a16="http://schemas.microsoft.com/office/drawing/2014/main" id="{3C3CA8B7-8C45-972A-3685-E1F18200DE79}"/>
                  </a:ext>
                </a:extLst>
              </p:cNvPr>
              <p:cNvSpPr/>
              <p:nvPr/>
            </p:nvSpPr>
            <p:spPr>
              <a:xfrm rot="6790061">
                <a:off x="3744817" y="4191035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5" name="Google Shape;2583;p70">
                <a:extLst>
                  <a:ext uri="{FF2B5EF4-FFF2-40B4-BE49-F238E27FC236}">
                    <a16:creationId xmlns:a16="http://schemas.microsoft.com/office/drawing/2014/main" id="{B958DD6A-2DD7-D7F6-E138-AAED55E533C2}"/>
                  </a:ext>
                </a:extLst>
              </p:cNvPr>
              <p:cNvSpPr/>
              <p:nvPr/>
            </p:nvSpPr>
            <p:spPr>
              <a:xfrm rot="6790061">
                <a:off x="3279664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2585;p70">
                <a:extLst>
                  <a:ext uri="{FF2B5EF4-FFF2-40B4-BE49-F238E27FC236}">
                    <a16:creationId xmlns:a16="http://schemas.microsoft.com/office/drawing/2014/main" id="{5F4E6DF5-B623-0DFC-72B6-5EB6282B97E7}"/>
                  </a:ext>
                </a:extLst>
              </p:cNvPr>
              <p:cNvSpPr/>
              <p:nvPr/>
            </p:nvSpPr>
            <p:spPr>
              <a:xfrm rot="6790061">
                <a:off x="2891616" y="4191150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56" name="Rectangle: Rounded Corners 4255">
              <a:extLst>
                <a:ext uri="{FF2B5EF4-FFF2-40B4-BE49-F238E27FC236}">
                  <a16:creationId xmlns:a16="http://schemas.microsoft.com/office/drawing/2014/main" id="{64DDEAA0-4DA6-ED5C-8553-475DD4C8D064}"/>
                </a:ext>
              </a:extLst>
            </p:cNvPr>
            <p:cNvSpPr/>
            <p:nvPr/>
          </p:nvSpPr>
          <p:spPr>
            <a:xfrm>
              <a:off x="3170159" y="3294907"/>
              <a:ext cx="4928135" cy="1590686"/>
            </a:xfrm>
            <a:prstGeom prst="round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67" name="Group 4266">
            <a:extLst>
              <a:ext uri="{FF2B5EF4-FFF2-40B4-BE49-F238E27FC236}">
                <a16:creationId xmlns:a16="http://schemas.microsoft.com/office/drawing/2014/main" id="{7E2E7A57-720B-2B58-AB8E-12C1E207E40A}"/>
              </a:ext>
            </a:extLst>
          </p:cNvPr>
          <p:cNvGrpSpPr/>
          <p:nvPr/>
        </p:nvGrpSpPr>
        <p:grpSpPr>
          <a:xfrm>
            <a:off x="9868946" y="463144"/>
            <a:ext cx="5896796" cy="2153290"/>
            <a:chOff x="3071142" y="664249"/>
            <a:chExt cx="5896796" cy="2153290"/>
          </a:xfrm>
        </p:grpSpPr>
        <p:grpSp>
          <p:nvGrpSpPr>
            <p:cNvPr id="4268" name="Group 4267">
              <a:extLst>
                <a:ext uri="{FF2B5EF4-FFF2-40B4-BE49-F238E27FC236}">
                  <a16:creationId xmlns:a16="http://schemas.microsoft.com/office/drawing/2014/main" id="{C823AC1C-0DDF-0A9C-C469-792AC8FE2D5B}"/>
                </a:ext>
              </a:extLst>
            </p:cNvPr>
            <p:cNvGrpSpPr/>
            <p:nvPr/>
          </p:nvGrpSpPr>
          <p:grpSpPr>
            <a:xfrm>
              <a:off x="3071142" y="664249"/>
              <a:ext cx="5896796" cy="2153290"/>
              <a:chOff x="2579647" y="3275012"/>
              <a:chExt cx="7315124" cy="1832409"/>
            </a:xfrm>
          </p:grpSpPr>
          <p:sp>
            <p:nvSpPr>
              <p:cNvPr id="4270" name="Rectangle: Rounded Corners 4269">
                <a:extLst>
                  <a:ext uri="{FF2B5EF4-FFF2-40B4-BE49-F238E27FC236}">
                    <a16:creationId xmlns:a16="http://schemas.microsoft.com/office/drawing/2014/main" id="{C4619BB1-E3FB-690A-861D-E212431E0801}"/>
                  </a:ext>
                </a:extLst>
              </p:cNvPr>
              <p:cNvSpPr/>
              <p:nvPr/>
            </p:nvSpPr>
            <p:spPr>
              <a:xfrm>
                <a:off x="2579647" y="3275012"/>
                <a:ext cx="7315124" cy="1832409"/>
              </a:xfrm>
              <a:prstGeom prst="roundRect">
                <a:avLst/>
              </a:prstGeom>
              <a:solidFill>
                <a:srgbClr val="4EBCF7"/>
              </a:solidFill>
              <a:ln w="762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1" name="Google Shape;2564;p70">
                <a:extLst>
                  <a:ext uri="{FF2B5EF4-FFF2-40B4-BE49-F238E27FC236}">
                    <a16:creationId xmlns:a16="http://schemas.microsoft.com/office/drawing/2014/main" id="{E7FA8073-C830-0574-B5E8-E31EBD34A3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8054" y="3488271"/>
                <a:ext cx="2099167" cy="493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9pPr>
              </a:lstStyle>
              <a:p>
                <a:pPr algn="ctr"/>
                <a:r>
                  <a:rPr lang="en-US" sz="2000" dirty="0"/>
                  <a:t>Donors</a:t>
                </a:r>
              </a:p>
            </p:txBody>
          </p:sp>
          <p:sp>
            <p:nvSpPr>
              <p:cNvPr id="4272" name="Google Shape;2579;p70">
                <a:extLst>
                  <a:ext uri="{FF2B5EF4-FFF2-40B4-BE49-F238E27FC236}">
                    <a16:creationId xmlns:a16="http://schemas.microsoft.com/office/drawing/2014/main" id="{F324BDB4-D345-5289-72AE-A99C357599D9}"/>
                  </a:ext>
                </a:extLst>
              </p:cNvPr>
              <p:cNvSpPr/>
              <p:nvPr/>
            </p:nvSpPr>
            <p:spPr>
              <a:xfrm rot="6790061">
                <a:off x="4236243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73" name="Google Shape;2581;p70">
                <a:extLst>
                  <a:ext uri="{FF2B5EF4-FFF2-40B4-BE49-F238E27FC236}">
                    <a16:creationId xmlns:a16="http://schemas.microsoft.com/office/drawing/2014/main" id="{2E786AA0-F371-2FEE-1F5B-96A387192BAF}"/>
                  </a:ext>
                </a:extLst>
              </p:cNvPr>
              <p:cNvSpPr/>
              <p:nvPr/>
            </p:nvSpPr>
            <p:spPr>
              <a:xfrm rot="6790061">
                <a:off x="3744818" y="4603239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74" name="Google Shape;2583;p70">
                <a:extLst>
                  <a:ext uri="{FF2B5EF4-FFF2-40B4-BE49-F238E27FC236}">
                    <a16:creationId xmlns:a16="http://schemas.microsoft.com/office/drawing/2014/main" id="{6E91AEEE-C8AB-3A48-1DD5-C7CE36399869}"/>
                  </a:ext>
                </a:extLst>
              </p:cNvPr>
              <p:cNvSpPr/>
              <p:nvPr/>
            </p:nvSpPr>
            <p:spPr>
              <a:xfrm rot="6790061">
                <a:off x="3279665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2585;p70">
                <a:extLst>
                  <a:ext uri="{FF2B5EF4-FFF2-40B4-BE49-F238E27FC236}">
                    <a16:creationId xmlns:a16="http://schemas.microsoft.com/office/drawing/2014/main" id="{C6811978-6C5A-92DC-9F63-E9C0834EFC1C}"/>
                  </a:ext>
                </a:extLst>
              </p:cNvPr>
              <p:cNvSpPr/>
              <p:nvPr/>
            </p:nvSpPr>
            <p:spPr>
              <a:xfrm rot="6790061">
                <a:off x="2891617" y="4603354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2579;p70">
                <a:extLst>
                  <a:ext uri="{FF2B5EF4-FFF2-40B4-BE49-F238E27FC236}">
                    <a16:creationId xmlns:a16="http://schemas.microsoft.com/office/drawing/2014/main" id="{BEF46C1B-5747-83FC-53D8-9A0A6E69E25C}"/>
                  </a:ext>
                </a:extLst>
              </p:cNvPr>
              <p:cNvSpPr/>
              <p:nvPr/>
            </p:nvSpPr>
            <p:spPr>
              <a:xfrm rot="6790061">
                <a:off x="4236242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77" name="Google Shape;2581;p70">
                <a:extLst>
                  <a:ext uri="{FF2B5EF4-FFF2-40B4-BE49-F238E27FC236}">
                    <a16:creationId xmlns:a16="http://schemas.microsoft.com/office/drawing/2014/main" id="{9D2229B5-B1AB-32CF-87AB-232CBAAD1A62}"/>
                  </a:ext>
                </a:extLst>
              </p:cNvPr>
              <p:cNvSpPr/>
              <p:nvPr/>
            </p:nvSpPr>
            <p:spPr>
              <a:xfrm rot="6790061">
                <a:off x="3744817" y="4191035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78" name="Google Shape;2583;p70">
                <a:extLst>
                  <a:ext uri="{FF2B5EF4-FFF2-40B4-BE49-F238E27FC236}">
                    <a16:creationId xmlns:a16="http://schemas.microsoft.com/office/drawing/2014/main" id="{52F60847-20BD-5E30-BC53-097126F873A4}"/>
                  </a:ext>
                </a:extLst>
              </p:cNvPr>
              <p:cNvSpPr/>
              <p:nvPr/>
            </p:nvSpPr>
            <p:spPr>
              <a:xfrm rot="6790061">
                <a:off x="3279664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2585;p70">
                <a:extLst>
                  <a:ext uri="{FF2B5EF4-FFF2-40B4-BE49-F238E27FC236}">
                    <a16:creationId xmlns:a16="http://schemas.microsoft.com/office/drawing/2014/main" id="{894DAE89-B2B5-B57D-9402-82DEFA60D22C}"/>
                  </a:ext>
                </a:extLst>
              </p:cNvPr>
              <p:cNvSpPr/>
              <p:nvPr/>
            </p:nvSpPr>
            <p:spPr>
              <a:xfrm rot="6790061">
                <a:off x="2891616" y="4191150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69" name="Rectangle: Rounded Corners 4268">
              <a:extLst>
                <a:ext uri="{FF2B5EF4-FFF2-40B4-BE49-F238E27FC236}">
                  <a16:creationId xmlns:a16="http://schemas.microsoft.com/office/drawing/2014/main" id="{938E1AEC-789F-9731-C18C-1B4C9326FCC4}"/>
                </a:ext>
              </a:extLst>
            </p:cNvPr>
            <p:cNvSpPr/>
            <p:nvPr/>
          </p:nvSpPr>
          <p:spPr>
            <a:xfrm>
              <a:off x="4838700" y="801626"/>
              <a:ext cx="3898232" cy="1819063"/>
            </a:xfrm>
            <a:prstGeom prst="round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0922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B0D8E4"/>
        </a:solidFill>
        <a:effectLst/>
      </p:bgPr>
    </p:bg>
    <p:spTree>
      <p:nvGrpSpPr>
        <p:cNvPr id="1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2326;p67">
            <a:extLst>
              <a:ext uri="{FF2B5EF4-FFF2-40B4-BE49-F238E27FC236}">
                <a16:creationId xmlns:a16="http://schemas.microsoft.com/office/drawing/2014/main" id="{625139C3-35FB-FD0A-E114-54F4AF601BDD}"/>
              </a:ext>
            </a:extLst>
          </p:cNvPr>
          <p:cNvGrpSpPr/>
          <p:nvPr/>
        </p:nvGrpSpPr>
        <p:grpSpPr>
          <a:xfrm rot="19890050">
            <a:off x="890286" y="-2716139"/>
            <a:ext cx="810993" cy="976230"/>
            <a:chOff x="4163703" y="1626505"/>
            <a:chExt cx="809700" cy="1064195"/>
          </a:xfrm>
        </p:grpSpPr>
        <p:grpSp>
          <p:nvGrpSpPr>
            <p:cNvPr id="43" name="Google Shape;2327;p67">
              <a:extLst>
                <a:ext uri="{FF2B5EF4-FFF2-40B4-BE49-F238E27FC236}">
                  <a16:creationId xmlns:a16="http://schemas.microsoft.com/office/drawing/2014/main" id="{F0B1A84F-FCC6-AA54-2C81-C15ED3153365}"/>
                </a:ext>
              </a:extLst>
            </p:cNvPr>
            <p:cNvGrpSpPr/>
            <p:nvPr/>
          </p:nvGrpSpPr>
          <p:grpSpPr>
            <a:xfrm>
              <a:off x="4170603" y="1626505"/>
              <a:ext cx="802800" cy="1064195"/>
              <a:chOff x="1831600" y="238125"/>
              <a:chExt cx="3937225" cy="5219200"/>
            </a:xfrm>
          </p:grpSpPr>
          <p:sp>
            <p:nvSpPr>
              <p:cNvPr id="56" name="Google Shape;2328;p67">
                <a:extLst>
                  <a:ext uri="{FF2B5EF4-FFF2-40B4-BE49-F238E27FC236}">
                    <a16:creationId xmlns:a16="http://schemas.microsoft.com/office/drawing/2014/main" id="{51518300-7562-54A8-FC1B-3B27A0914D0E}"/>
                  </a:ext>
                </a:extLst>
              </p:cNvPr>
              <p:cNvSpPr/>
              <p:nvPr/>
            </p:nvSpPr>
            <p:spPr>
              <a:xfrm>
                <a:off x="1831600" y="238125"/>
                <a:ext cx="39372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157489" y="183552"/>
                    </a:lnTo>
                    <a:lnTo>
                      <a:pt x="157489" y="6296"/>
                    </a:lnTo>
                    <a:cubicBezTo>
                      <a:pt x="157489" y="2805"/>
                      <a:pt x="154684" y="0"/>
                      <a:pt x="1511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329;p67">
                <a:extLst>
                  <a:ext uri="{FF2B5EF4-FFF2-40B4-BE49-F238E27FC236}">
                    <a16:creationId xmlns:a16="http://schemas.microsoft.com/office/drawing/2014/main" id="{324EE6E9-CE05-3FCC-A5E4-58C92A17A043}"/>
                  </a:ext>
                </a:extLst>
              </p:cNvPr>
              <p:cNvSpPr/>
              <p:nvPr/>
            </p:nvSpPr>
            <p:spPr>
              <a:xfrm>
                <a:off x="5296650" y="238125"/>
                <a:ext cx="472175" cy="4588800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183552" extrusionOk="0">
                    <a:moveTo>
                      <a:pt x="0" y="0"/>
                    </a:moveTo>
                    <a:cubicBezTo>
                      <a:pt x="3490" y="0"/>
                      <a:pt x="6296" y="2805"/>
                      <a:pt x="6296" y="6296"/>
                    </a:cubicBezTo>
                    <a:lnTo>
                      <a:pt x="6296" y="183552"/>
                    </a:lnTo>
                    <a:lnTo>
                      <a:pt x="18887" y="183552"/>
                    </a:lnTo>
                    <a:lnTo>
                      <a:pt x="18887" y="6296"/>
                    </a:lnTo>
                    <a:cubicBezTo>
                      <a:pt x="18887" y="2805"/>
                      <a:pt x="16082" y="0"/>
                      <a:pt x="125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330;p67">
                <a:extLst>
                  <a:ext uri="{FF2B5EF4-FFF2-40B4-BE49-F238E27FC236}">
                    <a16:creationId xmlns:a16="http://schemas.microsoft.com/office/drawing/2014/main" id="{4E3391AD-9389-D2E6-2FD2-BDC0095E6232}"/>
                  </a:ext>
                </a:extLst>
              </p:cNvPr>
              <p:cNvSpPr/>
              <p:nvPr/>
            </p:nvSpPr>
            <p:spPr>
              <a:xfrm>
                <a:off x="1831600" y="238125"/>
                <a:ext cx="6899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27597" y="193795"/>
                    </a:lnTo>
                    <a:lnTo>
                      <a:pt x="27597" y="180388"/>
                    </a:lnTo>
                    <a:lnTo>
                      <a:pt x="2759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331;p67">
                <a:extLst>
                  <a:ext uri="{FF2B5EF4-FFF2-40B4-BE49-F238E27FC236}">
                    <a16:creationId xmlns:a16="http://schemas.microsoft.com/office/drawing/2014/main" id="{9D1EF3F9-4978-552E-AF69-8A34DF157BA2}"/>
                  </a:ext>
                </a:extLst>
              </p:cNvPr>
              <p:cNvSpPr/>
              <p:nvPr/>
            </p:nvSpPr>
            <p:spPr>
              <a:xfrm>
                <a:off x="1831600" y="4747800"/>
                <a:ext cx="393722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28381" extrusionOk="0">
                    <a:moveTo>
                      <a:pt x="14157" y="1"/>
                    </a:moveTo>
                    <a:cubicBezTo>
                      <a:pt x="6328" y="1"/>
                      <a:pt x="0" y="6362"/>
                      <a:pt x="0" y="14190"/>
                    </a:cubicBezTo>
                    <a:cubicBezTo>
                      <a:pt x="0" y="22019"/>
                      <a:pt x="6328" y="28380"/>
                      <a:pt x="14157" y="28380"/>
                    </a:cubicBezTo>
                    <a:lnTo>
                      <a:pt x="151193" y="28380"/>
                    </a:lnTo>
                    <a:cubicBezTo>
                      <a:pt x="154684" y="28380"/>
                      <a:pt x="157489" y="25575"/>
                      <a:pt x="157489" y="22084"/>
                    </a:cubicBezTo>
                    <a:lnTo>
                      <a:pt x="157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332;p67">
                <a:extLst>
                  <a:ext uri="{FF2B5EF4-FFF2-40B4-BE49-F238E27FC236}">
                    <a16:creationId xmlns:a16="http://schemas.microsoft.com/office/drawing/2014/main" id="{DB42693B-05F1-B5B5-9D55-95D9CE711DEA}"/>
                  </a:ext>
                </a:extLst>
              </p:cNvPr>
              <p:cNvSpPr/>
              <p:nvPr/>
            </p:nvSpPr>
            <p:spPr>
              <a:xfrm>
                <a:off x="5296650" y="4747800"/>
                <a:ext cx="47217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28381" extrusionOk="0">
                    <a:moveTo>
                      <a:pt x="6296" y="1"/>
                    </a:moveTo>
                    <a:lnTo>
                      <a:pt x="6296" y="22084"/>
                    </a:lnTo>
                    <a:cubicBezTo>
                      <a:pt x="6296" y="25575"/>
                      <a:pt x="3490" y="28380"/>
                      <a:pt x="0" y="28380"/>
                    </a:cubicBezTo>
                    <a:lnTo>
                      <a:pt x="12591" y="28380"/>
                    </a:lnTo>
                    <a:cubicBezTo>
                      <a:pt x="16082" y="28380"/>
                      <a:pt x="18887" y="25575"/>
                      <a:pt x="18887" y="22084"/>
                    </a:cubicBezTo>
                    <a:lnTo>
                      <a:pt x="1888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333;p67">
                <a:extLst>
                  <a:ext uri="{FF2B5EF4-FFF2-40B4-BE49-F238E27FC236}">
                    <a16:creationId xmlns:a16="http://schemas.microsoft.com/office/drawing/2014/main" id="{1D8840BA-6F8B-5E95-F17A-EBEDF3034EC2}"/>
                  </a:ext>
                </a:extLst>
              </p:cNvPr>
              <p:cNvSpPr/>
              <p:nvPr/>
            </p:nvSpPr>
            <p:spPr>
              <a:xfrm>
                <a:off x="2915400" y="3107025"/>
                <a:ext cx="2460375" cy="158225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329" extrusionOk="0">
                    <a:moveTo>
                      <a:pt x="3132" y="1"/>
                    </a:moveTo>
                    <a:cubicBezTo>
                      <a:pt x="1403" y="1"/>
                      <a:pt x="0" y="1436"/>
                      <a:pt x="0" y="3165"/>
                    </a:cubicBezTo>
                    <a:cubicBezTo>
                      <a:pt x="0" y="4894"/>
                      <a:pt x="1403" y="6329"/>
                      <a:pt x="3132" y="6329"/>
                    </a:cubicBezTo>
                    <a:lnTo>
                      <a:pt x="95250" y="6329"/>
                    </a:lnTo>
                    <a:cubicBezTo>
                      <a:pt x="96979" y="6329"/>
                      <a:pt x="98414" y="4894"/>
                      <a:pt x="98414" y="3165"/>
                    </a:cubicBezTo>
                    <a:cubicBezTo>
                      <a:pt x="98414" y="1436"/>
                      <a:pt x="96979" y="1"/>
                      <a:pt x="95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334;p67">
                <a:extLst>
                  <a:ext uri="{FF2B5EF4-FFF2-40B4-BE49-F238E27FC236}">
                    <a16:creationId xmlns:a16="http://schemas.microsoft.com/office/drawing/2014/main" id="{40974E8F-76E7-5634-78C3-602729DA7323}"/>
                  </a:ext>
                </a:extLst>
              </p:cNvPr>
              <p:cNvSpPr/>
              <p:nvPr/>
            </p:nvSpPr>
            <p:spPr>
              <a:xfrm>
                <a:off x="2915400" y="3580025"/>
                <a:ext cx="2460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296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95250" y="6296"/>
                    </a:lnTo>
                    <a:cubicBezTo>
                      <a:pt x="96979" y="6296"/>
                      <a:pt x="98414" y="4893"/>
                      <a:pt x="98414" y="3132"/>
                    </a:cubicBezTo>
                    <a:cubicBezTo>
                      <a:pt x="98414" y="1403"/>
                      <a:pt x="96979" y="0"/>
                      <a:pt x="952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335;p67">
                <a:extLst>
                  <a:ext uri="{FF2B5EF4-FFF2-40B4-BE49-F238E27FC236}">
                    <a16:creationId xmlns:a16="http://schemas.microsoft.com/office/drawing/2014/main" id="{5AA4B9C1-927B-5B84-3C9C-B606A6D9AF12}"/>
                  </a:ext>
                </a:extLst>
              </p:cNvPr>
              <p:cNvSpPr/>
              <p:nvPr/>
            </p:nvSpPr>
            <p:spPr>
              <a:xfrm>
                <a:off x="2915400" y="4052200"/>
                <a:ext cx="1987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79495" h="6296" extrusionOk="0">
                    <a:moveTo>
                      <a:pt x="3132" y="0"/>
                    </a:moveTo>
                    <a:cubicBezTo>
                      <a:pt x="1403" y="0"/>
                      <a:pt x="0" y="1435"/>
                      <a:pt x="0" y="3164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76363" y="6296"/>
                    </a:lnTo>
                    <a:cubicBezTo>
                      <a:pt x="78092" y="6296"/>
                      <a:pt x="79495" y="4893"/>
                      <a:pt x="79495" y="3164"/>
                    </a:cubicBezTo>
                    <a:cubicBezTo>
                      <a:pt x="79495" y="1435"/>
                      <a:pt x="78092" y="0"/>
                      <a:pt x="763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336;p67">
                <a:extLst>
                  <a:ext uri="{FF2B5EF4-FFF2-40B4-BE49-F238E27FC236}">
                    <a16:creationId xmlns:a16="http://schemas.microsoft.com/office/drawing/2014/main" id="{8E3FEE05-758B-0B3B-BB56-2A1411687EDF}"/>
                  </a:ext>
                </a:extLst>
              </p:cNvPr>
              <p:cNvSpPr/>
              <p:nvPr/>
            </p:nvSpPr>
            <p:spPr>
              <a:xfrm>
                <a:off x="3216300" y="854625"/>
                <a:ext cx="185855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42" h="74342" extrusionOk="0">
                    <a:moveTo>
                      <a:pt x="37155" y="1"/>
                    </a:moveTo>
                    <a:cubicBezTo>
                      <a:pt x="16637" y="1"/>
                      <a:pt x="1" y="16637"/>
                      <a:pt x="1" y="37187"/>
                    </a:cubicBezTo>
                    <a:cubicBezTo>
                      <a:pt x="1" y="57705"/>
                      <a:pt x="16637" y="74341"/>
                      <a:pt x="37155" y="74341"/>
                    </a:cubicBezTo>
                    <a:cubicBezTo>
                      <a:pt x="57705" y="74341"/>
                      <a:pt x="74341" y="57705"/>
                      <a:pt x="74341" y="37187"/>
                    </a:cubicBezTo>
                    <a:cubicBezTo>
                      <a:pt x="74341" y="16637"/>
                      <a:pt x="57705" y="1"/>
                      <a:pt x="37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337;p67">
                <a:extLst>
                  <a:ext uri="{FF2B5EF4-FFF2-40B4-BE49-F238E27FC236}">
                    <a16:creationId xmlns:a16="http://schemas.microsoft.com/office/drawing/2014/main" id="{D6EB2330-A719-2CF2-D7F4-B9809DDD832D}"/>
                  </a:ext>
                </a:extLst>
              </p:cNvPr>
              <p:cNvSpPr/>
              <p:nvPr/>
            </p:nvSpPr>
            <p:spPr>
              <a:xfrm>
                <a:off x="3987775" y="854625"/>
                <a:ext cx="10870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3" h="74342" extrusionOk="0">
                    <a:moveTo>
                      <a:pt x="6296" y="1"/>
                    </a:moveTo>
                    <a:cubicBezTo>
                      <a:pt x="4143" y="1"/>
                      <a:pt x="2055" y="196"/>
                      <a:pt x="0" y="555"/>
                    </a:cubicBezTo>
                    <a:cubicBezTo>
                      <a:pt x="17517" y="3556"/>
                      <a:pt x="30891" y="18822"/>
                      <a:pt x="30891" y="37187"/>
                    </a:cubicBezTo>
                    <a:cubicBezTo>
                      <a:pt x="30891" y="55520"/>
                      <a:pt x="17517" y="70818"/>
                      <a:pt x="0" y="73819"/>
                    </a:cubicBezTo>
                    <a:cubicBezTo>
                      <a:pt x="2055" y="74178"/>
                      <a:pt x="4143" y="74341"/>
                      <a:pt x="6296" y="74341"/>
                    </a:cubicBezTo>
                    <a:cubicBezTo>
                      <a:pt x="26814" y="74341"/>
                      <a:pt x="43482" y="57673"/>
                      <a:pt x="43482" y="37187"/>
                    </a:cubicBezTo>
                    <a:cubicBezTo>
                      <a:pt x="43482" y="16669"/>
                      <a:pt x="26814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338;p67">
                <a:extLst>
                  <a:ext uri="{FF2B5EF4-FFF2-40B4-BE49-F238E27FC236}">
                    <a16:creationId xmlns:a16="http://schemas.microsoft.com/office/drawing/2014/main" id="{7C06B3E9-325C-C9F4-0B50-0215A35AE3EE}"/>
                  </a:ext>
                </a:extLst>
              </p:cNvPr>
              <p:cNvSpPr/>
              <p:nvPr/>
            </p:nvSpPr>
            <p:spPr>
              <a:xfrm>
                <a:off x="3531100" y="1170225"/>
                <a:ext cx="12289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49127" extrusionOk="0">
                    <a:moveTo>
                      <a:pt x="20779" y="1"/>
                    </a:moveTo>
                    <a:cubicBezTo>
                      <a:pt x="19409" y="1"/>
                      <a:pt x="18267" y="1110"/>
                      <a:pt x="18267" y="2512"/>
                    </a:cubicBezTo>
                    <a:lnTo>
                      <a:pt x="18267" y="16995"/>
                    </a:lnTo>
                    <a:cubicBezTo>
                      <a:pt x="18267" y="17680"/>
                      <a:pt x="17713" y="18268"/>
                      <a:pt x="16995" y="18268"/>
                    </a:cubicBezTo>
                    <a:lnTo>
                      <a:pt x="2512" y="18268"/>
                    </a:lnTo>
                    <a:cubicBezTo>
                      <a:pt x="1142" y="18268"/>
                      <a:pt x="0" y="19377"/>
                      <a:pt x="0" y="20779"/>
                    </a:cubicBezTo>
                    <a:lnTo>
                      <a:pt x="0" y="28347"/>
                    </a:lnTo>
                    <a:cubicBezTo>
                      <a:pt x="0" y="29717"/>
                      <a:pt x="1142" y="30859"/>
                      <a:pt x="2512" y="30859"/>
                    </a:cubicBezTo>
                    <a:lnTo>
                      <a:pt x="16995" y="30859"/>
                    </a:lnTo>
                    <a:cubicBezTo>
                      <a:pt x="17713" y="30859"/>
                      <a:pt x="18267" y="31413"/>
                      <a:pt x="18267" y="32131"/>
                    </a:cubicBezTo>
                    <a:lnTo>
                      <a:pt x="18267" y="46614"/>
                    </a:lnTo>
                    <a:cubicBezTo>
                      <a:pt x="18267" y="48017"/>
                      <a:pt x="19409" y="49126"/>
                      <a:pt x="20779" y="49126"/>
                    </a:cubicBezTo>
                    <a:lnTo>
                      <a:pt x="28347" y="49126"/>
                    </a:lnTo>
                    <a:cubicBezTo>
                      <a:pt x="29749" y="49126"/>
                      <a:pt x="30858" y="48017"/>
                      <a:pt x="30858" y="46614"/>
                    </a:cubicBezTo>
                    <a:lnTo>
                      <a:pt x="30858" y="32131"/>
                    </a:lnTo>
                    <a:cubicBezTo>
                      <a:pt x="30858" y="31413"/>
                      <a:pt x="31446" y="30859"/>
                      <a:pt x="32131" y="30859"/>
                    </a:cubicBezTo>
                    <a:lnTo>
                      <a:pt x="46614" y="30859"/>
                    </a:lnTo>
                    <a:cubicBezTo>
                      <a:pt x="48016" y="30859"/>
                      <a:pt x="49158" y="29717"/>
                      <a:pt x="49158" y="28347"/>
                    </a:cubicBezTo>
                    <a:lnTo>
                      <a:pt x="49158" y="20779"/>
                    </a:lnTo>
                    <a:cubicBezTo>
                      <a:pt x="49158" y="19377"/>
                      <a:pt x="48016" y="18268"/>
                      <a:pt x="46614" y="18268"/>
                    </a:cubicBezTo>
                    <a:lnTo>
                      <a:pt x="32131" y="18268"/>
                    </a:lnTo>
                    <a:cubicBezTo>
                      <a:pt x="31446" y="18268"/>
                      <a:pt x="30858" y="17680"/>
                      <a:pt x="30858" y="16995"/>
                    </a:cubicBezTo>
                    <a:lnTo>
                      <a:pt x="30858" y="2512"/>
                    </a:lnTo>
                    <a:cubicBezTo>
                      <a:pt x="30858" y="1110"/>
                      <a:pt x="29749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2339;p67">
              <a:extLst>
                <a:ext uri="{FF2B5EF4-FFF2-40B4-BE49-F238E27FC236}">
                  <a16:creationId xmlns:a16="http://schemas.microsoft.com/office/drawing/2014/main" id="{5F16A8E9-0621-EB72-3273-C45AD25A0A00}"/>
                </a:ext>
              </a:extLst>
            </p:cNvPr>
            <p:cNvGrpSpPr/>
            <p:nvPr/>
          </p:nvGrpSpPr>
          <p:grpSpPr>
            <a:xfrm>
              <a:off x="4163703" y="1626505"/>
              <a:ext cx="802800" cy="1064195"/>
              <a:chOff x="1831600" y="238125"/>
              <a:chExt cx="3937225" cy="5219200"/>
            </a:xfrm>
          </p:grpSpPr>
          <p:sp>
            <p:nvSpPr>
              <p:cNvPr id="45" name="Google Shape;2340;p67">
                <a:extLst>
                  <a:ext uri="{FF2B5EF4-FFF2-40B4-BE49-F238E27FC236}">
                    <a16:creationId xmlns:a16="http://schemas.microsoft.com/office/drawing/2014/main" id="{E4C60C7D-853A-5457-E1A2-DFF4FE840FA8}"/>
                  </a:ext>
                </a:extLst>
              </p:cNvPr>
              <p:cNvSpPr/>
              <p:nvPr/>
            </p:nvSpPr>
            <p:spPr>
              <a:xfrm>
                <a:off x="1831600" y="238125"/>
                <a:ext cx="39372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157489" y="183552"/>
                    </a:lnTo>
                    <a:lnTo>
                      <a:pt x="157489" y="6296"/>
                    </a:lnTo>
                    <a:cubicBezTo>
                      <a:pt x="157489" y="2805"/>
                      <a:pt x="154684" y="0"/>
                      <a:pt x="151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341;p67">
                <a:extLst>
                  <a:ext uri="{FF2B5EF4-FFF2-40B4-BE49-F238E27FC236}">
                    <a16:creationId xmlns:a16="http://schemas.microsoft.com/office/drawing/2014/main" id="{77A506E5-1B68-7297-DBAE-E47F853874E2}"/>
                  </a:ext>
                </a:extLst>
              </p:cNvPr>
              <p:cNvSpPr/>
              <p:nvPr/>
            </p:nvSpPr>
            <p:spPr>
              <a:xfrm>
                <a:off x="5296650" y="238125"/>
                <a:ext cx="472175" cy="4588800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183552" extrusionOk="0">
                    <a:moveTo>
                      <a:pt x="0" y="0"/>
                    </a:moveTo>
                    <a:cubicBezTo>
                      <a:pt x="3490" y="0"/>
                      <a:pt x="6296" y="2805"/>
                      <a:pt x="6296" y="6296"/>
                    </a:cubicBezTo>
                    <a:lnTo>
                      <a:pt x="6296" y="183552"/>
                    </a:lnTo>
                    <a:lnTo>
                      <a:pt x="18887" y="183552"/>
                    </a:lnTo>
                    <a:lnTo>
                      <a:pt x="18887" y="6296"/>
                    </a:lnTo>
                    <a:cubicBezTo>
                      <a:pt x="18887" y="2805"/>
                      <a:pt x="16082" y="0"/>
                      <a:pt x="125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342;p67">
                <a:extLst>
                  <a:ext uri="{FF2B5EF4-FFF2-40B4-BE49-F238E27FC236}">
                    <a16:creationId xmlns:a16="http://schemas.microsoft.com/office/drawing/2014/main" id="{EF542A9D-0576-F065-5259-A1CAECE381D2}"/>
                  </a:ext>
                </a:extLst>
              </p:cNvPr>
              <p:cNvSpPr/>
              <p:nvPr/>
            </p:nvSpPr>
            <p:spPr>
              <a:xfrm>
                <a:off x="1831600" y="238125"/>
                <a:ext cx="689925" cy="4864450"/>
              </a:xfrm>
              <a:custGeom>
                <a:avLst/>
                <a:gdLst/>
                <a:ahLst/>
                <a:cxnLst/>
                <a:rect l="l" t="t" r="r" b="b"/>
                <a:pathLst>
                  <a:path w="27597" h="194578" extrusionOk="0">
                    <a:moveTo>
                      <a:pt x="12591" y="0"/>
                    </a:moveTo>
                    <a:cubicBezTo>
                      <a:pt x="5611" y="0"/>
                      <a:pt x="0" y="5643"/>
                      <a:pt x="0" y="12591"/>
                    </a:cubicBezTo>
                    <a:lnTo>
                      <a:pt x="0" y="194577"/>
                    </a:lnTo>
                    <a:lnTo>
                      <a:pt x="27597" y="193795"/>
                    </a:lnTo>
                    <a:lnTo>
                      <a:pt x="27597" y="180388"/>
                    </a:lnTo>
                    <a:lnTo>
                      <a:pt x="275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343;p67">
                <a:extLst>
                  <a:ext uri="{FF2B5EF4-FFF2-40B4-BE49-F238E27FC236}">
                    <a16:creationId xmlns:a16="http://schemas.microsoft.com/office/drawing/2014/main" id="{817AF4A8-1FFB-CBC0-FD6C-C06E2E801831}"/>
                  </a:ext>
                </a:extLst>
              </p:cNvPr>
              <p:cNvSpPr/>
              <p:nvPr/>
            </p:nvSpPr>
            <p:spPr>
              <a:xfrm>
                <a:off x="1831600" y="4747800"/>
                <a:ext cx="393722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57489" h="28381" extrusionOk="0">
                    <a:moveTo>
                      <a:pt x="14157" y="1"/>
                    </a:moveTo>
                    <a:cubicBezTo>
                      <a:pt x="6328" y="1"/>
                      <a:pt x="0" y="6362"/>
                      <a:pt x="0" y="14190"/>
                    </a:cubicBezTo>
                    <a:cubicBezTo>
                      <a:pt x="0" y="22019"/>
                      <a:pt x="6328" y="28380"/>
                      <a:pt x="14157" y="28380"/>
                    </a:cubicBezTo>
                    <a:lnTo>
                      <a:pt x="151193" y="28380"/>
                    </a:lnTo>
                    <a:cubicBezTo>
                      <a:pt x="154684" y="28380"/>
                      <a:pt x="157489" y="25575"/>
                      <a:pt x="157489" y="22084"/>
                    </a:cubicBezTo>
                    <a:lnTo>
                      <a:pt x="157489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344;p67">
                <a:extLst>
                  <a:ext uri="{FF2B5EF4-FFF2-40B4-BE49-F238E27FC236}">
                    <a16:creationId xmlns:a16="http://schemas.microsoft.com/office/drawing/2014/main" id="{1F315097-A2FC-18E8-643F-283CE2FE5FA5}"/>
                  </a:ext>
                </a:extLst>
              </p:cNvPr>
              <p:cNvSpPr/>
              <p:nvPr/>
            </p:nvSpPr>
            <p:spPr>
              <a:xfrm>
                <a:off x="5296650" y="4747800"/>
                <a:ext cx="472175" cy="709525"/>
              </a:xfrm>
              <a:custGeom>
                <a:avLst/>
                <a:gdLst/>
                <a:ahLst/>
                <a:cxnLst/>
                <a:rect l="l" t="t" r="r" b="b"/>
                <a:pathLst>
                  <a:path w="18887" h="28381" extrusionOk="0">
                    <a:moveTo>
                      <a:pt x="6296" y="1"/>
                    </a:moveTo>
                    <a:lnTo>
                      <a:pt x="6296" y="22084"/>
                    </a:lnTo>
                    <a:cubicBezTo>
                      <a:pt x="6296" y="25575"/>
                      <a:pt x="3490" y="28380"/>
                      <a:pt x="0" y="28380"/>
                    </a:cubicBezTo>
                    <a:lnTo>
                      <a:pt x="12591" y="28380"/>
                    </a:lnTo>
                    <a:cubicBezTo>
                      <a:pt x="16082" y="28380"/>
                      <a:pt x="18887" y="25575"/>
                      <a:pt x="18887" y="22084"/>
                    </a:cubicBezTo>
                    <a:lnTo>
                      <a:pt x="188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345;p67">
                <a:extLst>
                  <a:ext uri="{FF2B5EF4-FFF2-40B4-BE49-F238E27FC236}">
                    <a16:creationId xmlns:a16="http://schemas.microsoft.com/office/drawing/2014/main" id="{550ADE75-EAC6-2223-23D4-D10309104DEB}"/>
                  </a:ext>
                </a:extLst>
              </p:cNvPr>
              <p:cNvSpPr/>
              <p:nvPr/>
            </p:nvSpPr>
            <p:spPr>
              <a:xfrm>
                <a:off x="2915400" y="3107025"/>
                <a:ext cx="2460375" cy="158225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329" extrusionOk="0">
                    <a:moveTo>
                      <a:pt x="3132" y="1"/>
                    </a:moveTo>
                    <a:cubicBezTo>
                      <a:pt x="1403" y="1"/>
                      <a:pt x="0" y="1436"/>
                      <a:pt x="0" y="3165"/>
                    </a:cubicBezTo>
                    <a:cubicBezTo>
                      <a:pt x="0" y="4894"/>
                      <a:pt x="1403" y="6329"/>
                      <a:pt x="3132" y="6329"/>
                    </a:cubicBezTo>
                    <a:lnTo>
                      <a:pt x="95250" y="6329"/>
                    </a:lnTo>
                    <a:cubicBezTo>
                      <a:pt x="96979" y="6329"/>
                      <a:pt x="98414" y="4894"/>
                      <a:pt x="98414" y="3165"/>
                    </a:cubicBezTo>
                    <a:cubicBezTo>
                      <a:pt x="98414" y="1436"/>
                      <a:pt x="96979" y="1"/>
                      <a:pt x="95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346;p67">
                <a:extLst>
                  <a:ext uri="{FF2B5EF4-FFF2-40B4-BE49-F238E27FC236}">
                    <a16:creationId xmlns:a16="http://schemas.microsoft.com/office/drawing/2014/main" id="{3E82B977-4271-2039-2A06-9C85A713F444}"/>
                  </a:ext>
                </a:extLst>
              </p:cNvPr>
              <p:cNvSpPr/>
              <p:nvPr/>
            </p:nvSpPr>
            <p:spPr>
              <a:xfrm>
                <a:off x="2915400" y="3580025"/>
                <a:ext cx="2460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98415" h="6296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95250" y="6296"/>
                    </a:lnTo>
                    <a:cubicBezTo>
                      <a:pt x="96979" y="6296"/>
                      <a:pt x="98414" y="4893"/>
                      <a:pt x="98414" y="3132"/>
                    </a:cubicBezTo>
                    <a:cubicBezTo>
                      <a:pt x="98414" y="1403"/>
                      <a:pt x="96979" y="0"/>
                      <a:pt x="952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347;p67">
                <a:extLst>
                  <a:ext uri="{FF2B5EF4-FFF2-40B4-BE49-F238E27FC236}">
                    <a16:creationId xmlns:a16="http://schemas.microsoft.com/office/drawing/2014/main" id="{88B7DCE1-80A5-8EA4-487E-636AC1BFECEB}"/>
                  </a:ext>
                </a:extLst>
              </p:cNvPr>
              <p:cNvSpPr/>
              <p:nvPr/>
            </p:nvSpPr>
            <p:spPr>
              <a:xfrm>
                <a:off x="2915400" y="4052200"/>
                <a:ext cx="1987375" cy="157400"/>
              </a:xfrm>
              <a:custGeom>
                <a:avLst/>
                <a:gdLst/>
                <a:ahLst/>
                <a:cxnLst/>
                <a:rect l="l" t="t" r="r" b="b"/>
                <a:pathLst>
                  <a:path w="79495" h="6296" extrusionOk="0">
                    <a:moveTo>
                      <a:pt x="3132" y="0"/>
                    </a:moveTo>
                    <a:cubicBezTo>
                      <a:pt x="1403" y="0"/>
                      <a:pt x="0" y="1435"/>
                      <a:pt x="0" y="3164"/>
                    </a:cubicBezTo>
                    <a:cubicBezTo>
                      <a:pt x="0" y="4893"/>
                      <a:pt x="1403" y="6296"/>
                      <a:pt x="3132" y="6296"/>
                    </a:cubicBezTo>
                    <a:lnTo>
                      <a:pt x="76363" y="6296"/>
                    </a:lnTo>
                    <a:cubicBezTo>
                      <a:pt x="78092" y="6296"/>
                      <a:pt x="79495" y="4893"/>
                      <a:pt x="79495" y="3164"/>
                    </a:cubicBezTo>
                    <a:cubicBezTo>
                      <a:pt x="79495" y="1435"/>
                      <a:pt x="78092" y="0"/>
                      <a:pt x="763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348;p67">
                <a:extLst>
                  <a:ext uri="{FF2B5EF4-FFF2-40B4-BE49-F238E27FC236}">
                    <a16:creationId xmlns:a16="http://schemas.microsoft.com/office/drawing/2014/main" id="{E0069A30-A147-9E1C-3EED-E898D8B6FAF7}"/>
                  </a:ext>
                </a:extLst>
              </p:cNvPr>
              <p:cNvSpPr/>
              <p:nvPr/>
            </p:nvSpPr>
            <p:spPr>
              <a:xfrm>
                <a:off x="3216300" y="854625"/>
                <a:ext cx="185855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42" h="74342" extrusionOk="0">
                    <a:moveTo>
                      <a:pt x="37155" y="1"/>
                    </a:moveTo>
                    <a:cubicBezTo>
                      <a:pt x="16637" y="1"/>
                      <a:pt x="1" y="16637"/>
                      <a:pt x="1" y="37187"/>
                    </a:cubicBezTo>
                    <a:cubicBezTo>
                      <a:pt x="1" y="57705"/>
                      <a:pt x="16637" y="74341"/>
                      <a:pt x="37155" y="74341"/>
                    </a:cubicBezTo>
                    <a:cubicBezTo>
                      <a:pt x="57705" y="74341"/>
                      <a:pt x="74341" y="57705"/>
                      <a:pt x="74341" y="37187"/>
                    </a:cubicBezTo>
                    <a:cubicBezTo>
                      <a:pt x="74341" y="16637"/>
                      <a:pt x="57705" y="1"/>
                      <a:pt x="37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349;p67">
                <a:extLst>
                  <a:ext uri="{FF2B5EF4-FFF2-40B4-BE49-F238E27FC236}">
                    <a16:creationId xmlns:a16="http://schemas.microsoft.com/office/drawing/2014/main" id="{0C139116-C232-5190-F630-F1A3AC8234A7}"/>
                  </a:ext>
                </a:extLst>
              </p:cNvPr>
              <p:cNvSpPr/>
              <p:nvPr/>
            </p:nvSpPr>
            <p:spPr>
              <a:xfrm>
                <a:off x="3987775" y="854625"/>
                <a:ext cx="10870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3" h="74342" extrusionOk="0">
                    <a:moveTo>
                      <a:pt x="6296" y="1"/>
                    </a:moveTo>
                    <a:cubicBezTo>
                      <a:pt x="4143" y="1"/>
                      <a:pt x="2055" y="196"/>
                      <a:pt x="0" y="555"/>
                    </a:cubicBezTo>
                    <a:cubicBezTo>
                      <a:pt x="17517" y="3556"/>
                      <a:pt x="30891" y="18822"/>
                      <a:pt x="30891" y="37187"/>
                    </a:cubicBezTo>
                    <a:cubicBezTo>
                      <a:pt x="30891" y="55520"/>
                      <a:pt x="17517" y="70818"/>
                      <a:pt x="0" y="73819"/>
                    </a:cubicBezTo>
                    <a:cubicBezTo>
                      <a:pt x="2055" y="74178"/>
                      <a:pt x="4143" y="74341"/>
                      <a:pt x="6296" y="74341"/>
                    </a:cubicBezTo>
                    <a:cubicBezTo>
                      <a:pt x="26814" y="74341"/>
                      <a:pt x="43482" y="57673"/>
                      <a:pt x="43482" y="37187"/>
                    </a:cubicBezTo>
                    <a:cubicBezTo>
                      <a:pt x="43482" y="16669"/>
                      <a:pt x="26814" y="1"/>
                      <a:pt x="6296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350;p67">
                <a:extLst>
                  <a:ext uri="{FF2B5EF4-FFF2-40B4-BE49-F238E27FC236}">
                    <a16:creationId xmlns:a16="http://schemas.microsoft.com/office/drawing/2014/main" id="{16A2D83A-14B1-5C62-98BB-25B17D2F55A4}"/>
                  </a:ext>
                </a:extLst>
              </p:cNvPr>
              <p:cNvSpPr/>
              <p:nvPr/>
            </p:nvSpPr>
            <p:spPr>
              <a:xfrm>
                <a:off x="3531100" y="1170225"/>
                <a:ext cx="12289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49127" extrusionOk="0">
                    <a:moveTo>
                      <a:pt x="20779" y="1"/>
                    </a:moveTo>
                    <a:cubicBezTo>
                      <a:pt x="19409" y="1"/>
                      <a:pt x="18267" y="1110"/>
                      <a:pt x="18267" y="2512"/>
                    </a:cubicBezTo>
                    <a:lnTo>
                      <a:pt x="18267" y="16995"/>
                    </a:lnTo>
                    <a:cubicBezTo>
                      <a:pt x="18267" y="17680"/>
                      <a:pt x="17713" y="18268"/>
                      <a:pt x="16995" y="18268"/>
                    </a:cubicBezTo>
                    <a:lnTo>
                      <a:pt x="2512" y="18268"/>
                    </a:lnTo>
                    <a:cubicBezTo>
                      <a:pt x="1142" y="18268"/>
                      <a:pt x="0" y="19377"/>
                      <a:pt x="0" y="20779"/>
                    </a:cubicBezTo>
                    <a:lnTo>
                      <a:pt x="0" y="28347"/>
                    </a:lnTo>
                    <a:cubicBezTo>
                      <a:pt x="0" y="29717"/>
                      <a:pt x="1142" y="30859"/>
                      <a:pt x="2512" y="30859"/>
                    </a:cubicBezTo>
                    <a:lnTo>
                      <a:pt x="16995" y="30859"/>
                    </a:lnTo>
                    <a:cubicBezTo>
                      <a:pt x="17713" y="30859"/>
                      <a:pt x="18267" y="31413"/>
                      <a:pt x="18267" y="32131"/>
                    </a:cubicBezTo>
                    <a:lnTo>
                      <a:pt x="18267" y="46614"/>
                    </a:lnTo>
                    <a:cubicBezTo>
                      <a:pt x="18267" y="48017"/>
                      <a:pt x="19409" y="49126"/>
                      <a:pt x="20779" y="49126"/>
                    </a:cubicBezTo>
                    <a:lnTo>
                      <a:pt x="28347" y="49126"/>
                    </a:lnTo>
                    <a:cubicBezTo>
                      <a:pt x="29749" y="49126"/>
                      <a:pt x="30858" y="48017"/>
                      <a:pt x="30858" y="46614"/>
                    </a:cubicBezTo>
                    <a:lnTo>
                      <a:pt x="30858" y="32131"/>
                    </a:lnTo>
                    <a:cubicBezTo>
                      <a:pt x="30858" y="31413"/>
                      <a:pt x="31446" y="30859"/>
                      <a:pt x="32131" y="30859"/>
                    </a:cubicBezTo>
                    <a:lnTo>
                      <a:pt x="46614" y="30859"/>
                    </a:lnTo>
                    <a:cubicBezTo>
                      <a:pt x="48016" y="30859"/>
                      <a:pt x="49158" y="29717"/>
                      <a:pt x="49158" y="28347"/>
                    </a:cubicBezTo>
                    <a:lnTo>
                      <a:pt x="49158" y="20779"/>
                    </a:lnTo>
                    <a:cubicBezTo>
                      <a:pt x="49158" y="19377"/>
                      <a:pt x="48016" y="18268"/>
                      <a:pt x="46614" y="18268"/>
                    </a:cubicBezTo>
                    <a:lnTo>
                      <a:pt x="32131" y="18268"/>
                    </a:lnTo>
                    <a:cubicBezTo>
                      <a:pt x="31446" y="18268"/>
                      <a:pt x="30858" y="17680"/>
                      <a:pt x="30858" y="16995"/>
                    </a:cubicBezTo>
                    <a:lnTo>
                      <a:pt x="30858" y="2512"/>
                    </a:lnTo>
                    <a:cubicBezTo>
                      <a:pt x="30858" y="1110"/>
                      <a:pt x="29749" y="1"/>
                      <a:pt x="283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FED766-720B-F639-1259-84CF804C934A}"/>
              </a:ext>
            </a:extLst>
          </p:cNvPr>
          <p:cNvSpPr/>
          <p:nvPr/>
        </p:nvSpPr>
        <p:spPr>
          <a:xfrm>
            <a:off x="4831681" y="-667935"/>
            <a:ext cx="5437568" cy="65926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1C1BD7-2DE1-B083-D8E1-27321E26189E}"/>
              </a:ext>
            </a:extLst>
          </p:cNvPr>
          <p:cNvSpPr/>
          <p:nvPr/>
        </p:nvSpPr>
        <p:spPr>
          <a:xfrm>
            <a:off x="-519059" y="-623655"/>
            <a:ext cx="5437568" cy="65926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Google Shape;1920;p62">
            <a:extLst>
              <a:ext uri="{FF2B5EF4-FFF2-40B4-BE49-F238E27FC236}">
                <a16:creationId xmlns:a16="http://schemas.microsoft.com/office/drawing/2014/main" id="{02BFE166-D8E8-A3A7-1C6C-8C83C1035A16}"/>
              </a:ext>
            </a:extLst>
          </p:cNvPr>
          <p:cNvCxnSpPr>
            <a:cxnSpLocks/>
          </p:cNvCxnSpPr>
          <p:nvPr/>
        </p:nvCxnSpPr>
        <p:spPr>
          <a:xfrm rot="5400000">
            <a:off x="3703426" y="-4908368"/>
            <a:ext cx="2749504" cy="920764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2F6EE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ADCD530-C4F2-26D9-B38E-EA65A329FEEE}"/>
              </a:ext>
            </a:extLst>
          </p:cNvPr>
          <p:cNvGrpSpPr/>
          <p:nvPr/>
        </p:nvGrpSpPr>
        <p:grpSpPr>
          <a:xfrm>
            <a:off x="303770" y="-10287035"/>
            <a:ext cx="7281756" cy="4479356"/>
            <a:chOff x="270344" y="323850"/>
            <a:chExt cx="7834947" cy="481965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F675109-489E-908E-C463-39E3574483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471" y="1415463"/>
              <a:ext cx="7015258" cy="3728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Google Shape;1915;p62">
              <a:extLst>
                <a:ext uri="{FF2B5EF4-FFF2-40B4-BE49-F238E27FC236}">
                  <a16:creationId xmlns:a16="http://schemas.microsoft.com/office/drawing/2014/main" id="{23DC5372-5359-4CC8-4201-E17C39778B7F}"/>
                </a:ext>
              </a:extLst>
            </p:cNvPr>
            <p:cNvSpPr txBox="1">
              <a:spLocks/>
            </p:cNvSpPr>
            <p:nvPr/>
          </p:nvSpPr>
          <p:spPr>
            <a:xfrm>
              <a:off x="270344" y="323850"/>
              <a:ext cx="866692" cy="916552"/>
            </a:xfrm>
            <a:prstGeom prst="rect">
              <a:avLst/>
            </a:prstGeom>
            <a:solidFill>
              <a:srgbClr val="E33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blood units</a:t>
              </a:r>
            </a:p>
          </p:txBody>
        </p:sp>
        <p:cxnSp>
          <p:nvCxnSpPr>
            <p:cNvPr id="9" name="Google Shape;1920;p62">
              <a:extLst>
                <a:ext uri="{FF2B5EF4-FFF2-40B4-BE49-F238E27FC236}">
                  <a16:creationId xmlns:a16="http://schemas.microsoft.com/office/drawing/2014/main" id="{0CCDCA63-E503-11FA-F75A-B8B15560F8E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16200000" flipH="1">
              <a:off x="522024" y="1422068"/>
              <a:ext cx="796678" cy="433346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E3303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1915;p62">
              <a:extLst>
                <a:ext uri="{FF2B5EF4-FFF2-40B4-BE49-F238E27FC236}">
                  <a16:creationId xmlns:a16="http://schemas.microsoft.com/office/drawing/2014/main" id="{981F6CC5-6137-4A51-79BA-78EC0D52D745}"/>
                </a:ext>
              </a:extLst>
            </p:cNvPr>
            <p:cNvSpPr txBox="1">
              <a:spLocks/>
            </p:cNvSpPr>
            <p:nvPr/>
          </p:nvSpPr>
          <p:spPr>
            <a:xfrm>
              <a:off x="3392722" y="547052"/>
              <a:ext cx="1290596" cy="572700"/>
            </a:xfrm>
            <a:prstGeom prst="rect">
              <a:avLst/>
            </a:prstGeom>
            <a:solidFill>
              <a:srgbClr val="F366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requests</a:t>
              </a:r>
            </a:p>
          </p:txBody>
        </p:sp>
        <p:cxnSp>
          <p:nvCxnSpPr>
            <p:cNvPr id="11" name="Google Shape;1920;p62">
              <a:extLst>
                <a:ext uri="{FF2B5EF4-FFF2-40B4-BE49-F238E27FC236}">
                  <a16:creationId xmlns:a16="http://schemas.microsoft.com/office/drawing/2014/main" id="{FE8C79CA-018B-6B9E-8B92-FF6C5B201A97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rot="5400000">
              <a:off x="3373245" y="1372307"/>
              <a:ext cx="917331" cy="412221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F3661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" name="Google Shape;1915;p62">
              <a:extLst>
                <a:ext uri="{FF2B5EF4-FFF2-40B4-BE49-F238E27FC236}">
                  <a16:creationId xmlns:a16="http://schemas.microsoft.com/office/drawing/2014/main" id="{3C149179-2D79-9C2B-29DA-E170DC0FD6DD}"/>
                </a:ext>
              </a:extLst>
            </p:cNvPr>
            <p:cNvSpPr txBox="1">
              <a:spLocks/>
            </p:cNvSpPr>
            <p:nvPr/>
          </p:nvSpPr>
          <p:spPr>
            <a:xfrm>
              <a:off x="4916396" y="537514"/>
              <a:ext cx="1290596" cy="572700"/>
            </a:xfrm>
            <a:prstGeom prst="rect">
              <a:avLst/>
            </a:prstGeom>
            <a:solidFill>
              <a:srgbClr val="1BB5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donors</a:t>
              </a:r>
            </a:p>
          </p:txBody>
        </p:sp>
        <p:cxnSp>
          <p:nvCxnSpPr>
            <p:cNvPr id="13" name="Google Shape;1920;p62">
              <a:extLst>
                <a:ext uri="{FF2B5EF4-FFF2-40B4-BE49-F238E27FC236}">
                  <a16:creationId xmlns:a16="http://schemas.microsoft.com/office/drawing/2014/main" id="{9888E281-C586-A05B-AE47-76667AE746DB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16200000" flipH="1">
              <a:off x="5290375" y="1381532"/>
              <a:ext cx="926867" cy="384229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1BB55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915;p62">
              <a:extLst>
                <a:ext uri="{FF2B5EF4-FFF2-40B4-BE49-F238E27FC236}">
                  <a16:creationId xmlns:a16="http://schemas.microsoft.com/office/drawing/2014/main" id="{D8B3B828-537D-C78B-5D5B-6285A3EFF357}"/>
                </a:ext>
              </a:extLst>
            </p:cNvPr>
            <p:cNvSpPr txBox="1">
              <a:spLocks/>
            </p:cNvSpPr>
            <p:nvPr/>
          </p:nvSpPr>
          <p:spPr>
            <a:xfrm>
              <a:off x="6814695" y="497152"/>
              <a:ext cx="1290596" cy="572700"/>
            </a:xfrm>
            <a:prstGeom prst="rect">
              <a:avLst/>
            </a:prstGeom>
            <a:solidFill>
              <a:srgbClr val="2F6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3500"/>
                <a:buFont typeface="Atkinson Hyperlegible"/>
                <a:buNone/>
                <a:defRPr sz="3500" b="1" i="0" u="none" strike="noStrike" cap="none">
                  <a:solidFill>
                    <a:schemeClr val="accent3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defRPr>
              </a:lvl9pPr>
            </a:lstStyle>
            <a:p>
              <a:pPr algn="ctr"/>
              <a:r>
                <a:rPr lang="en-US" sz="1800" dirty="0"/>
                <a:t>Total events</a:t>
              </a:r>
            </a:p>
          </p:txBody>
        </p:sp>
        <p:cxnSp>
          <p:nvCxnSpPr>
            <p:cNvPr id="15" name="Google Shape;1920;p62">
              <a:extLst>
                <a:ext uri="{FF2B5EF4-FFF2-40B4-BE49-F238E27FC236}">
                  <a16:creationId xmlns:a16="http://schemas.microsoft.com/office/drawing/2014/main" id="{1988F74D-7338-1264-B34A-E33B1B68AF4A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5400000">
              <a:off x="6789067" y="1366154"/>
              <a:ext cx="967229" cy="374624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2F6E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1B37986-D72A-C4C8-823C-ABFF09051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" y="-5115113"/>
            <a:ext cx="4244160" cy="15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4607453F-F892-2E25-EEE0-E7AA5D82D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785" y="-4938861"/>
            <a:ext cx="4244160" cy="117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82E08E00-63B9-9DF7-FC1C-A8DBD6E1A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59" y="-3073234"/>
            <a:ext cx="3897357" cy="108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Google Shape;1920;p62">
            <a:extLst>
              <a:ext uri="{FF2B5EF4-FFF2-40B4-BE49-F238E27FC236}">
                <a16:creationId xmlns:a16="http://schemas.microsoft.com/office/drawing/2014/main" id="{32F42EFA-D2FA-FD1F-D8B4-34413231FEC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12870" y="-5687844"/>
            <a:ext cx="740428" cy="402749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E3303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920;p62">
            <a:extLst>
              <a:ext uri="{FF2B5EF4-FFF2-40B4-BE49-F238E27FC236}">
                <a16:creationId xmlns:a16="http://schemas.microsoft.com/office/drawing/2014/main" id="{6AD1C690-92A4-53D7-69C2-985C4F17A7F4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183387" y="-5695774"/>
            <a:ext cx="868818" cy="645008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3661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oogle Shape;2299;p67">
            <a:extLst>
              <a:ext uri="{FF2B5EF4-FFF2-40B4-BE49-F238E27FC236}">
                <a16:creationId xmlns:a16="http://schemas.microsoft.com/office/drawing/2014/main" id="{B21E0947-1828-7B13-65D9-55465A6236EE}"/>
              </a:ext>
            </a:extLst>
          </p:cNvPr>
          <p:cNvGrpSpPr/>
          <p:nvPr/>
        </p:nvGrpSpPr>
        <p:grpSpPr>
          <a:xfrm rot="14394595">
            <a:off x="7220917" y="-3374230"/>
            <a:ext cx="1305282" cy="1920702"/>
            <a:chOff x="683075" y="3212800"/>
            <a:chExt cx="949525" cy="1220600"/>
          </a:xfrm>
        </p:grpSpPr>
        <p:sp>
          <p:nvSpPr>
            <p:cNvPr id="22" name="Google Shape;2300;p67">
              <a:extLst>
                <a:ext uri="{FF2B5EF4-FFF2-40B4-BE49-F238E27FC236}">
                  <a16:creationId xmlns:a16="http://schemas.microsoft.com/office/drawing/2014/main" id="{F46B7CBD-39D4-8291-06F3-A99BFFFA8EAA}"/>
                </a:ext>
              </a:extLst>
            </p:cNvPr>
            <p:cNvSpPr/>
            <p:nvPr/>
          </p:nvSpPr>
          <p:spPr>
            <a:xfrm>
              <a:off x="683075" y="3212800"/>
              <a:ext cx="949525" cy="1220600"/>
            </a:xfrm>
            <a:custGeom>
              <a:avLst/>
              <a:gdLst/>
              <a:ahLst/>
              <a:cxnLst/>
              <a:rect l="l" t="t" r="r" b="b"/>
              <a:pathLst>
                <a:path w="37981" h="48824" extrusionOk="0">
                  <a:moveTo>
                    <a:pt x="24923" y="0"/>
                  </a:moveTo>
                  <a:cubicBezTo>
                    <a:pt x="24727" y="0"/>
                    <a:pt x="24528" y="25"/>
                    <a:pt x="24330" y="76"/>
                  </a:cubicBezTo>
                  <a:lnTo>
                    <a:pt x="1954" y="6232"/>
                  </a:lnTo>
                  <a:cubicBezTo>
                    <a:pt x="723" y="6580"/>
                    <a:pt x="0" y="7838"/>
                    <a:pt x="348" y="9070"/>
                  </a:cubicBezTo>
                  <a:lnTo>
                    <a:pt x="3453" y="20365"/>
                  </a:lnTo>
                  <a:lnTo>
                    <a:pt x="4792" y="25209"/>
                  </a:lnTo>
                  <a:lnTo>
                    <a:pt x="10814" y="47130"/>
                  </a:lnTo>
                  <a:cubicBezTo>
                    <a:pt x="11080" y="48152"/>
                    <a:pt x="12011" y="48823"/>
                    <a:pt x="13023" y="48823"/>
                  </a:cubicBezTo>
                  <a:cubicBezTo>
                    <a:pt x="13231" y="48823"/>
                    <a:pt x="13442" y="48795"/>
                    <a:pt x="13651" y="48736"/>
                  </a:cubicBezTo>
                  <a:lnTo>
                    <a:pt x="36027" y="42580"/>
                  </a:lnTo>
                  <a:cubicBezTo>
                    <a:pt x="37258" y="42259"/>
                    <a:pt x="37981" y="40974"/>
                    <a:pt x="37633" y="39770"/>
                  </a:cubicBezTo>
                  <a:lnTo>
                    <a:pt x="31397" y="17019"/>
                  </a:lnTo>
                  <a:lnTo>
                    <a:pt x="30192" y="12656"/>
                  </a:lnTo>
                  <a:lnTo>
                    <a:pt x="27168" y="1682"/>
                  </a:lnTo>
                  <a:cubicBezTo>
                    <a:pt x="26876" y="672"/>
                    <a:pt x="25943" y="0"/>
                    <a:pt x="24923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01;p67">
              <a:extLst>
                <a:ext uri="{FF2B5EF4-FFF2-40B4-BE49-F238E27FC236}">
                  <a16:creationId xmlns:a16="http://schemas.microsoft.com/office/drawing/2014/main" id="{1CDADCB9-8B7B-CADD-9FC9-108665F42F87}"/>
                </a:ext>
              </a:extLst>
            </p:cNvPr>
            <p:cNvGrpSpPr/>
            <p:nvPr/>
          </p:nvGrpSpPr>
          <p:grpSpPr>
            <a:xfrm>
              <a:off x="683075" y="3212800"/>
              <a:ext cx="949525" cy="1220600"/>
              <a:chOff x="4385450" y="1255000"/>
              <a:chExt cx="949525" cy="1220600"/>
            </a:xfrm>
          </p:grpSpPr>
          <p:sp>
            <p:nvSpPr>
              <p:cNvPr id="24" name="Google Shape;2302;p67">
                <a:extLst>
                  <a:ext uri="{FF2B5EF4-FFF2-40B4-BE49-F238E27FC236}">
                    <a16:creationId xmlns:a16="http://schemas.microsoft.com/office/drawing/2014/main" id="{F85FA84A-95B6-2D44-ACE1-3C8EDE37B8BB}"/>
                  </a:ext>
                </a:extLst>
              </p:cNvPr>
              <p:cNvSpPr/>
              <p:nvPr/>
            </p:nvSpPr>
            <p:spPr>
              <a:xfrm>
                <a:off x="4385450" y="1255000"/>
                <a:ext cx="949525" cy="1220600"/>
              </a:xfrm>
              <a:custGeom>
                <a:avLst/>
                <a:gdLst/>
                <a:ahLst/>
                <a:cxnLst/>
                <a:rect l="l" t="t" r="r" b="b"/>
                <a:pathLst>
                  <a:path w="37981" h="48824" extrusionOk="0">
                    <a:moveTo>
                      <a:pt x="24923" y="0"/>
                    </a:moveTo>
                    <a:cubicBezTo>
                      <a:pt x="24727" y="0"/>
                      <a:pt x="24528" y="25"/>
                      <a:pt x="24330" y="76"/>
                    </a:cubicBezTo>
                    <a:lnTo>
                      <a:pt x="1954" y="6232"/>
                    </a:lnTo>
                    <a:cubicBezTo>
                      <a:pt x="723" y="6580"/>
                      <a:pt x="0" y="7838"/>
                      <a:pt x="348" y="9070"/>
                    </a:cubicBezTo>
                    <a:lnTo>
                      <a:pt x="3453" y="20365"/>
                    </a:lnTo>
                    <a:lnTo>
                      <a:pt x="4792" y="25209"/>
                    </a:lnTo>
                    <a:lnTo>
                      <a:pt x="10814" y="47130"/>
                    </a:lnTo>
                    <a:cubicBezTo>
                      <a:pt x="11080" y="48152"/>
                      <a:pt x="12011" y="48823"/>
                      <a:pt x="13023" y="48823"/>
                    </a:cubicBezTo>
                    <a:cubicBezTo>
                      <a:pt x="13231" y="48823"/>
                      <a:pt x="13442" y="48795"/>
                      <a:pt x="13651" y="48736"/>
                    </a:cubicBezTo>
                    <a:lnTo>
                      <a:pt x="36027" y="42580"/>
                    </a:lnTo>
                    <a:cubicBezTo>
                      <a:pt x="37258" y="42259"/>
                      <a:pt x="37981" y="40974"/>
                      <a:pt x="37633" y="39770"/>
                    </a:cubicBezTo>
                    <a:lnTo>
                      <a:pt x="31397" y="17019"/>
                    </a:lnTo>
                    <a:lnTo>
                      <a:pt x="30192" y="12656"/>
                    </a:lnTo>
                    <a:lnTo>
                      <a:pt x="27168" y="1682"/>
                    </a:lnTo>
                    <a:cubicBezTo>
                      <a:pt x="26876" y="672"/>
                      <a:pt x="25943" y="0"/>
                      <a:pt x="24923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303;p67">
                <a:extLst>
                  <a:ext uri="{FF2B5EF4-FFF2-40B4-BE49-F238E27FC236}">
                    <a16:creationId xmlns:a16="http://schemas.microsoft.com/office/drawing/2014/main" id="{2A013F7F-4359-9FB8-3B32-CF5441A87386}"/>
                  </a:ext>
                </a:extLst>
              </p:cNvPr>
              <p:cNvSpPr/>
              <p:nvPr/>
            </p:nvSpPr>
            <p:spPr>
              <a:xfrm>
                <a:off x="4712650" y="1372000"/>
                <a:ext cx="313850" cy="997025"/>
              </a:xfrm>
              <a:custGeom>
                <a:avLst/>
                <a:gdLst/>
                <a:ahLst/>
                <a:cxnLst/>
                <a:rect l="l" t="t" r="r" b="b"/>
                <a:pathLst>
                  <a:path w="12554" h="39881" fill="none" extrusionOk="0">
                    <a:moveTo>
                      <a:pt x="11724" y="39720"/>
                    </a:moveTo>
                    <a:lnTo>
                      <a:pt x="11724" y="39720"/>
                    </a:lnTo>
                    <a:cubicBezTo>
                      <a:pt x="11189" y="39881"/>
                      <a:pt x="10654" y="39559"/>
                      <a:pt x="10493" y="39051"/>
                    </a:cubicBezTo>
                    <a:lnTo>
                      <a:pt x="135" y="1365"/>
                    </a:lnTo>
                    <a:cubicBezTo>
                      <a:pt x="1" y="857"/>
                      <a:pt x="322" y="294"/>
                      <a:pt x="831" y="161"/>
                    </a:cubicBezTo>
                    <a:lnTo>
                      <a:pt x="831" y="161"/>
                    </a:lnTo>
                    <a:cubicBezTo>
                      <a:pt x="1366" y="0"/>
                      <a:pt x="1901" y="321"/>
                      <a:pt x="2062" y="857"/>
                    </a:cubicBezTo>
                    <a:lnTo>
                      <a:pt x="12393" y="38516"/>
                    </a:lnTo>
                    <a:cubicBezTo>
                      <a:pt x="12554" y="39051"/>
                      <a:pt x="12233" y="39586"/>
                      <a:pt x="11724" y="39720"/>
                    </a:cubicBezTo>
                    <a:close/>
                  </a:path>
                </a:pathLst>
              </a:custGeom>
              <a:noFill/>
              <a:ln w="4025" cap="flat" cmpd="sng">
                <a:solidFill>
                  <a:srgbClr val="FAEDDC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304;p67">
                <a:extLst>
                  <a:ext uri="{FF2B5EF4-FFF2-40B4-BE49-F238E27FC236}">
                    <a16:creationId xmlns:a16="http://schemas.microsoft.com/office/drawing/2014/main" id="{A31935DA-0D1F-7A66-12F6-A5A47F4C9274}"/>
                  </a:ext>
                </a:extLst>
              </p:cNvPr>
              <p:cNvSpPr/>
              <p:nvPr/>
            </p:nvSpPr>
            <p:spPr>
              <a:xfrm>
                <a:off x="4505225" y="148115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03" y="0"/>
                    </a:moveTo>
                    <a:cubicBezTo>
                      <a:pt x="3044" y="0"/>
                      <a:pt x="2780" y="34"/>
                      <a:pt x="2516" y="104"/>
                    </a:cubicBezTo>
                    <a:cubicBezTo>
                      <a:pt x="937" y="532"/>
                      <a:pt x="1" y="2192"/>
                      <a:pt x="429" y="3771"/>
                    </a:cubicBezTo>
                    <a:cubicBezTo>
                      <a:pt x="806" y="5102"/>
                      <a:pt x="1992" y="5973"/>
                      <a:pt x="3302" y="5973"/>
                    </a:cubicBezTo>
                    <a:cubicBezTo>
                      <a:pt x="3572" y="5973"/>
                      <a:pt x="3848" y="5936"/>
                      <a:pt x="4122" y="5858"/>
                    </a:cubicBezTo>
                    <a:cubicBezTo>
                      <a:pt x="5702" y="5430"/>
                      <a:pt x="6638" y="3798"/>
                      <a:pt x="6210" y="2192"/>
                    </a:cubicBezTo>
                    <a:cubicBezTo>
                      <a:pt x="5830" y="871"/>
                      <a:pt x="4626" y="0"/>
                      <a:pt x="3303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305;p67">
                <a:extLst>
                  <a:ext uri="{FF2B5EF4-FFF2-40B4-BE49-F238E27FC236}">
                    <a16:creationId xmlns:a16="http://schemas.microsoft.com/office/drawing/2014/main" id="{7526A3A9-888C-C403-D91E-E716F10ECD05}"/>
                  </a:ext>
                </a:extLst>
              </p:cNvPr>
              <p:cNvSpPr/>
              <p:nvPr/>
            </p:nvSpPr>
            <p:spPr>
              <a:xfrm>
                <a:off x="4495850" y="147485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37" y="0"/>
                    </a:moveTo>
                    <a:cubicBezTo>
                      <a:pt x="3067" y="0"/>
                      <a:pt x="2791" y="37"/>
                      <a:pt x="2517" y="115"/>
                    </a:cubicBezTo>
                    <a:cubicBezTo>
                      <a:pt x="938" y="543"/>
                      <a:pt x="1" y="2176"/>
                      <a:pt x="429" y="3782"/>
                    </a:cubicBezTo>
                    <a:cubicBezTo>
                      <a:pt x="787" y="5102"/>
                      <a:pt x="2006" y="5973"/>
                      <a:pt x="3318" y="5973"/>
                    </a:cubicBezTo>
                    <a:cubicBezTo>
                      <a:pt x="3576" y="5973"/>
                      <a:pt x="3837" y="5940"/>
                      <a:pt x="4096" y="5870"/>
                    </a:cubicBezTo>
                    <a:cubicBezTo>
                      <a:pt x="5702" y="5441"/>
                      <a:pt x="6639" y="3782"/>
                      <a:pt x="6184" y="2203"/>
                    </a:cubicBezTo>
                    <a:cubicBezTo>
                      <a:pt x="5829" y="871"/>
                      <a:pt x="4646" y="0"/>
                      <a:pt x="333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306;p67">
                <a:extLst>
                  <a:ext uri="{FF2B5EF4-FFF2-40B4-BE49-F238E27FC236}">
                    <a16:creationId xmlns:a16="http://schemas.microsoft.com/office/drawing/2014/main" id="{410382BA-14A8-7ECC-FEF2-34582175143A}"/>
                  </a:ext>
                </a:extLst>
              </p:cNvPr>
              <p:cNvSpPr/>
              <p:nvPr/>
            </p:nvSpPr>
            <p:spPr>
              <a:xfrm>
                <a:off x="4565450" y="1701000"/>
                <a:ext cx="16597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5" extrusionOk="0">
                    <a:moveTo>
                      <a:pt x="3354" y="1"/>
                    </a:moveTo>
                    <a:cubicBezTo>
                      <a:pt x="3086" y="1"/>
                      <a:pt x="2813" y="38"/>
                      <a:pt x="2543" y="116"/>
                    </a:cubicBezTo>
                    <a:cubicBezTo>
                      <a:pt x="937" y="544"/>
                      <a:pt x="0" y="2177"/>
                      <a:pt x="455" y="3783"/>
                    </a:cubicBezTo>
                    <a:cubicBezTo>
                      <a:pt x="813" y="5103"/>
                      <a:pt x="2032" y="5974"/>
                      <a:pt x="3345" y="5974"/>
                    </a:cubicBezTo>
                    <a:cubicBezTo>
                      <a:pt x="3602" y="5974"/>
                      <a:pt x="3863" y="5941"/>
                      <a:pt x="4122" y="5870"/>
                    </a:cubicBezTo>
                    <a:cubicBezTo>
                      <a:pt x="5702" y="5442"/>
                      <a:pt x="6638" y="3783"/>
                      <a:pt x="6210" y="2203"/>
                    </a:cubicBezTo>
                    <a:cubicBezTo>
                      <a:pt x="5855" y="872"/>
                      <a:pt x="4654" y="1"/>
                      <a:pt x="335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307;p67">
                <a:extLst>
                  <a:ext uri="{FF2B5EF4-FFF2-40B4-BE49-F238E27FC236}">
                    <a16:creationId xmlns:a16="http://schemas.microsoft.com/office/drawing/2014/main" id="{6BDD9088-B7D8-895E-6910-D57EB9A4A13A}"/>
                  </a:ext>
                </a:extLst>
              </p:cNvPr>
              <p:cNvSpPr/>
              <p:nvPr/>
            </p:nvSpPr>
            <p:spPr>
              <a:xfrm>
                <a:off x="4556075" y="169460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4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7" y="559"/>
                      <a:pt x="1" y="2192"/>
                      <a:pt x="429" y="3771"/>
                    </a:cubicBezTo>
                    <a:cubicBezTo>
                      <a:pt x="809" y="5114"/>
                      <a:pt x="2014" y="5989"/>
                      <a:pt x="3337" y="5989"/>
                    </a:cubicBezTo>
                    <a:cubicBezTo>
                      <a:pt x="3596" y="5989"/>
                      <a:pt x="3860" y="5956"/>
                      <a:pt x="4123" y="5885"/>
                    </a:cubicBezTo>
                    <a:cubicBezTo>
                      <a:pt x="5702" y="5430"/>
                      <a:pt x="6639" y="3798"/>
                      <a:pt x="6210" y="2192"/>
                    </a:cubicBezTo>
                    <a:cubicBezTo>
                      <a:pt x="5830" y="872"/>
                      <a:pt x="4626" y="0"/>
                      <a:pt x="330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308;p67">
                <a:extLst>
                  <a:ext uri="{FF2B5EF4-FFF2-40B4-BE49-F238E27FC236}">
                    <a16:creationId xmlns:a16="http://schemas.microsoft.com/office/drawing/2014/main" id="{F9394BAE-ECCB-1021-ED72-D3AAE4A81B88}"/>
                  </a:ext>
                </a:extLst>
              </p:cNvPr>
              <p:cNvSpPr/>
              <p:nvPr/>
            </p:nvSpPr>
            <p:spPr>
              <a:xfrm>
                <a:off x="4627675" y="19261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3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7" y="559"/>
                      <a:pt x="1" y="2192"/>
                      <a:pt x="429" y="3798"/>
                    </a:cubicBezTo>
                    <a:cubicBezTo>
                      <a:pt x="809" y="5118"/>
                      <a:pt x="2013" y="5989"/>
                      <a:pt x="3336" y="5989"/>
                    </a:cubicBezTo>
                    <a:cubicBezTo>
                      <a:pt x="3595" y="5989"/>
                      <a:pt x="3859" y="5956"/>
                      <a:pt x="4123" y="5885"/>
                    </a:cubicBezTo>
                    <a:cubicBezTo>
                      <a:pt x="5702" y="5430"/>
                      <a:pt x="6639" y="3798"/>
                      <a:pt x="6210" y="2192"/>
                    </a:cubicBezTo>
                    <a:cubicBezTo>
                      <a:pt x="5830" y="871"/>
                      <a:pt x="4626" y="0"/>
                      <a:pt x="3303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309;p67">
                <a:extLst>
                  <a:ext uri="{FF2B5EF4-FFF2-40B4-BE49-F238E27FC236}">
                    <a16:creationId xmlns:a16="http://schemas.microsoft.com/office/drawing/2014/main" id="{F3F60150-8A30-52DE-8288-9EA33781AE84}"/>
                  </a:ext>
                </a:extLst>
              </p:cNvPr>
              <p:cNvSpPr/>
              <p:nvPr/>
            </p:nvSpPr>
            <p:spPr>
              <a:xfrm>
                <a:off x="4618300" y="1920100"/>
                <a:ext cx="16597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4" extrusionOk="0">
                    <a:moveTo>
                      <a:pt x="3304" y="0"/>
                    </a:moveTo>
                    <a:cubicBezTo>
                      <a:pt x="3044" y="0"/>
                      <a:pt x="2780" y="34"/>
                      <a:pt x="2517" y="104"/>
                    </a:cubicBezTo>
                    <a:cubicBezTo>
                      <a:pt x="938" y="532"/>
                      <a:pt x="1" y="2192"/>
                      <a:pt x="429" y="3771"/>
                    </a:cubicBezTo>
                    <a:cubicBezTo>
                      <a:pt x="784" y="5102"/>
                      <a:pt x="1985" y="5974"/>
                      <a:pt x="3285" y="5974"/>
                    </a:cubicBezTo>
                    <a:cubicBezTo>
                      <a:pt x="3553" y="5974"/>
                      <a:pt x="3826" y="5936"/>
                      <a:pt x="4096" y="5859"/>
                    </a:cubicBezTo>
                    <a:cubicBezTo>
                      <a:pt x="5702" y="5430"/>
                      <a:pt x="6639" y="3798"/>
                      <a:pt x="6184" y="2192"/>
                    </a:cubicBezTo>
                    <a:cubicBezTo>
                      <a:pt x="5826" y="872"/>
                      <a:pt x="4626" y="0"/>
                      <a:pt x="330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310;p67">
                <a:extLst>
                  <a:ext uri="{FF2B5EF4-FFF2-40B4-BE49-F238E27FC236}">
                    <a16:creationId xmlns:a16="http://schemas.microsoft.com/office/drawing/2014/main" id="{52B9062D-F01A-E82D-C606-1541BE01C533}"/>
                  </a:ext>
                </a:extLst>
              </p:cNvPr>
              <p:cNvSpPr/>
              <p:nvPr/>
            </p:nvSpPr>
            <p:spPr>
              <a:xfrm>
                <a:off x="4693925" y="2168075"/>
                <a:ext cx="165975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6" extrusionOk="0">
                    <a:moveTo>
                      <a:pt x="3354" y="0"/>
                    </a:moveTo>
                    <a:cubicBezTo>
                      <a:pt x="3086" y="0"/>
                      <a:pt x="2813" y="37"/>
                      <a:pt x="2543" y="115"/>
                    </a:cubicBezTo>
                    <a:cubicBezTo>
                      <a:pt x="937" y="543"/>
                      <a:pt x="0" y="2203"/>
                      <a:pt x="455" y="3782"/>
                    </a:cubicBezTo>
                    <a:cubicBezTo>
                      <a:pt x="812" y="5120"/>
                      <a:pt x="2006" y="5975"/>
                      <a:pt x="3323" y="5975"/>
                    </a:cubicBezTo>
                    <a:cubicBezTo>
                      <a:pt x="3586" y="5975"/>
                      <a:pt x="3855" y="5941"/>
                      <a:pt x="4122" y="5870"/>
                    </a:cubicBezTo>
                    <a:cubicBezTo>
                      <a:pt x="5702" y="5441"/>
                      <a:pt x="6638" y="3782"/>
                      <a:pt x="6210" y="2203"/>
                    </a:cubicBezTo>
                    <a:cubicBezTo>
                      <a:pt x="5855" y="872"/>
                      <a:pt x="4654" y="0"/>
                      <a:pt x="3354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311;p67">
                <a:extLst>
                  <a:ext uri="{FF2B5EF4-FFF2-40B4-BE49-F238E27FC236}">
                    <a16:creationId xmlns:a16="http://schemas.microsoft.com/office/drawing/2014/main" id="{C35CFC54-2644-3186-854B-7CD26FF2471F}"/>
                  </a:ext>
                </a:extLst>
              </p:cNvPr>
              <p:cNvSpPr/>
              <p:nvPr/>
            </p:nvSpPr>
            <p:spPr>
              <a:xfrm>
                <a:off x="4684550" y="216165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2" y="1"/>
                    </a:moveTo>
                    <a:cubicBezTo>
                      <a:pt x="3043" y="1"/>
                      <a:pt x="2780" y="34"/>
                      <a:pt x="2517" y="104"/>
                    </a:cubicBezTo>
                    <a:cubicBezTo>
                      <a:pt x="938" y="559"/>
                      <a:pt x="1" y="2192"/>
                      <a:pt x="429" y="3798"/>
                    </a:cubicBezTo>
                    <a:cubicBezTo>
                      <a:pt x="809" y="5118"/>
                      <a:pt x="2013" y="5990"/>
                      <a:pt x="3336" y="5990"/>
                    </a:cubicBezTo>
                    <a:cubicBezTo>
                      <a:pt x="3595" y="5990"/>
                      <a:pt x="3859" y="5956"/>
                      <a:pt x="4123" y="5886"/>
                    </a:cubicBezTo>
                    <a:cubicBezTo>
                      <a:pt x="5702" y="5431"/>
                      <a:pt x="6639" y="3798"/>
                      <a:pt x="6210" y="2219"/>
                    </a:cubicBezTo>
                    <a:cubicBezTo>
                      <a:pt x="5830" y="876"/>
                      <a:pt x="4626" y="1"/>
                      <a:pt x="330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312;p67">
                <a:extLst>
                  <a:ext uri="{FF2B5EF4-FFF2-40B4-BE49-F238E27FC236}">
                    <a16:creationId xmlns:a16="http://schemas.microsoft.com/office/drawing/2014/main" id="{CF6C9A6D-7E74-5094-83C8-811490A15B6B}"/>
                  </a:ext>
                </a:extLst>
              </p:cNvPr>
              <p:cNvSpPr/>
              <p:nvPr/>
            </p:nvSpPr>
            <p:spPr>
              <a:xfrm>
                <a:off x="4865900" y="1381825"/>
                <a:ext cx="166625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974" extrusionOk="0">
                    <a:moveTo>
                      <a:pt x="3354" y="1"/>
                    </a:moveTo>
                    <a:cubicBezTo>
                      <a:pt x="3086" y="1"/>
                      <a:pt x="2813" y="38"/>
                      <a:pt x="2543" y="116"/>
                    </a:cubicBezTo>
                    <a:cubicBezTo>
                      <a:pt x="937" y="544"/>
                      <a:pt x="0" y="2203"/>
                      <a:pt x="455" y="3782"/>
                    </a:cubicBezTo>
                    <a:cubicBezTo>
                      <a:pt x="813" y="5103"/>
                      <a:pt x="2032" y="5974"/>
                      <a:pt x="3345" y="5974"/>
                    </a:cubicBezTo>
                    <a:cubicBezTo>
                      <a:pt x="3602" y="5974"/>
                      <a:pt x="3863" y="5940"/>
                      <a:pt x="4122" y="5870"/>
                    </a:cubicBezTo>
                    <a:cubicBezTo>
                      <a:pt x="5728" y="5442"/>
                      <a:pt x="6665" y="3782"/>
                      <a:pt x="6210" y="2203"/>
                    </a:cubicBezTo>
                    <a:cubicBezTo>
                      <a:pt x="5855" y="872"/>
                      <a:pt x="4654" y="1"/>
                      <a:pt x="335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313;p67">
                <a:extLst>
                  <a:ext uri="{FF2B5EF4-FFF2-40B4-BE49-F238E27FC236}">
                    <a16:creationId xmlns:a16="http://schemas.microsoft.com/office/drawing/2014/main" id="{D3D07F03-B6B9-8181-8878-92EEBB2A1EAE}"/>
                  </a:ext>
                </a:extLst>
              </p:cNvPr>
              <p:cNvSpPr/>
              <p:nvPr/>
            </p:nvSpPr>
            <p:spPr>
              <a:xfrm>
                <a:off x="4856525" y="13754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59"/>
                      <a:pt x="0" y="2192"/>
                      <a:pt x="429" y="3798"/>
                    </a:cubicBezTo>
                    <a:cubicBezTo>
                      <a:pt x="809" y="5118"/>
                      <a:pt x="2013" y="5989"/>
                      <a:pt x="3336" y="5989"/>
                    </a:cubicBezTo>
                    <a:cubicBezTo>
                      <a:pt x="3595" y="5989"/>
                      <a:pt x="3859" y="5956"/>
                      <a:pt x="4122" y="5885"/>
                    </a:cubicBezTo>
                    <a:cubicBezTo>
                      <a:pt x="5702" y="5430"/>
                      <a:pt x="6638" y="3798"/>
                      <a:pt x="6210" y="2192"/>
                    </a:cubicBezTo>
                    <a:cubicBezTo>
                      <a:pt x="5852" y="871"/>
                      <a:pt x="4634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314;p67">
                <a:extLst>
                  <a:ext uri="{FF2B5EF4-FFF2-40B4-BE49-F238E27FC236}">
                    <a16:creationId xmlns:a16="http://schemas.microsoft.com/office/drawing/2014/main" id="{4B85D4D2-995F-2554-A95B-E39CBEC05D5A}"/>
                  </a:ext>
                </a:extLst>
              </p:cNvPr>
              <p:cNvSpPr/>
              <p:nvPr/>
            </p:nvSpPr>
            <p:spPr>
              <a:xfrm>
                <a:off x="4926775" y="160157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4" y="1"/>
                    </a:moveTo>
                    <a:cubicBezTo>
                      <a:pt x="3044" y="1"/>
                      <a:pt x="2780" y="34"/>
                      <a:pt x="2517" y="105"/>
                    </a:cubicBezTo>
                    <a:cubicBezTo>
                      <a:pt x="938" y="560"/>
                      <a:pt x="1" y="2192"/>
                      <a:pt x="429" y="3798"/>
                    </a:cubicBezTo>
                    <a:cubicBezTo>
                      <a:pt x="787" y="5119"/>
                      <a:pt x="2006" y="5990"/>
                      <a:pt x="3318" y="5990"/>
                    </a:cubicBezTo>
                    <a:cubicBezTo>
                      <a:pt x="3576" y="5990"/>
                      <a:pt x="3837" y="5956"/>
                      <a:pt x="4096" y="5886"/>
                    </a:cubicBezTo>
                    <a:cubicBezTo>
                      <a:pt x="5702" y="5431"/>
                      <a:pt x="6639" y="3798"/>
                      <a:pt x="6210" y="2192"/>
                    </a:cubicBezTo>
                    <a:cubicBezTo>
                      <a:pt x="5830" y="872"/>
                      <a:pt x="4627" y="1"/>
                      <a:pt x="3304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315;p67">
                <a:extLst>
                  <a:ext uri="{FF2B5EF4-FFF2-40B4-BE49-F238E27FC236}">
                    <a16:creationId xmlns:a16="http://schemas.microsoft.com/office/drawing/2014/main" id="{2AEC0444-8386-4798-9BA9-2DAB7FB17CB9}"/>
                  </a:ext>
                </a:extLst>
              </p:cNvPr>
              <p:cNvSpPr/>
              <p:nvPr/>
            </p:nvSpPr>
            <p:spPr>
              <a:xfrm>
                <a:off x="4916750" y="1595575"/>
                <a:ext cx="166650" cy="149350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5974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32"/>
                      <a:pt x="0" y="2192"/>
                      <a:pt x="455" y="3771"/>
                    </a:cubicBezTo>
                    <a:cubicBezTo>
                      <a:pt x="810" y="5102"/>
                      <a:pt x="2011" y="5973"/>
                      <a:pt x="3311" y="5973"/>
                    </a:cubicBezTo>
                    <a:cubicBezTo>
                      <a:pt x="3580" y="5973"/>
                      <a:pt x="3852" y="5936"/>
                      <a:pt x="4122" y="5858"/>
                    </a:cubicBezTo>
                    <a:cubicBezTo>
                      <a:pt x="5728" y="5430"/>
                      <a:pt x="6665" y="3797"/>
                      <a:pt x="6210" y="2192"/>
                    </a:cubicBezTo>
                    <a:cubicBezTo>
                      <a:pt x="5852" y="871"/>
                      <a:pt x="4633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316;p67">
                <a:extLst>
                  <a:ext uri="{FF2B5EF4-FFF2-40B4-BE49-F238E27FC236}">
                    <a16:creationId xmlns:a16="http://schemas.microsoft.com/office/drawing/2014/main" id="{E32C4732-0899-BB8F-3714-1BAE9B46D080}"/>
                  </a:ext>
                </a:extLst>
              </p:cNvPr>
              <p:cNvSpPr/>
              <p:nvPr/>
            </p:nvSpPr>
            <p:spPr>
              <a:xfrm>
                <a:off x="4988350" y="1827075"/>
                <a:ext cx="16597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5" extrusionOk="0">
                    <a:moveTo>
                      <a:pt x="3321" y="1"/>
                    </a:moveTo>
                    <a:cubicBezTo>
                      <a:pt x="3063" y="1"/>
                      <a:pt x="2802" y="34"/>
                      <a:pt x="2543" y="105"/>
                    </a:cubicBezTo>
                    <a:cubicBezTo>
                      <a:pt x="937" y="533"/>
                      <a:pt x="0" y="2192"/>
                      <a:pt x="455" y="3772"/>
                    </a:cubicBezTo>
                    <a:cubicBezTo>
                      <a:pt x="810" y="5103"/>
                      <a:pt x="1993" y="5974"/>
                      <a:pt x="3302" y="5974"/>
                    </a:cubicBezTo>
                    <a:cubicBezTo>
                      <a:pt x="3572" y="5974"/>
                      <a:pt x="3848" y="5937"/>
                      <a:pt x="4122" y="5859"/>
                    </a:cubicBezTo>
                    <a:cubicBezTo>
                      <a:pt x="5701" y="5431"/>
                      <a:pt x="6638" y="3798"/>
                      <a:pt x="6210" y="2192"/>
                    </a:cubicBezTo>
                    <a:cubicBezTo>
                      <a:pt x="5852" y="872"/>
                      <a:pt x="4633" y="1"/>
                      <a:pt x="3321" y="1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317;p67">
                <a:extLst>
                  <a:ext uri="{FF2B5EF4-FFF2-40B4-BE49-F238E27FC236}">
                    <a16:creationId xmlns:a16="http://schemas.microsoft.com/office/drawing/2014/main" id="{A8049296-AB46-C492-5354-FC95EE2B931F}"/>
                  </a:ext>
                </a:extLst>
              </p:cNvPr>
              <p:cNvSpPr/>
              <p:nvPr/>
            </p:nvSpPr>
            <p:spPr>
              <a:xfrm>
                <a:off x="4978975" y="1820775"/>
                <a:ext cx="165975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76" extrusionOk="0">
                    <a:moveTo>
                      <a:pt x="3337" y="1"/>
                    </a:moveTo>
                    <a:cubicBezTo>
                      <a:pt x="3067" y="1"/>
                      <a:pt x="2791" y="38"/>
                      <a:pt x="2517" y="116"/>
                    </a:cubicBezTo>
                    <a:cubicBezTo>
                      <a:pt x="937" y="544"/>
                      <a:pt x="1" y="2203"/>
                      <a:pt x="429" y="3783"/>
                    </a:cubicBezTo>
                    <a:cubicBezTo>
                      <a:pt x="808" y="5121"/>
                      <a:pt x="2005" y="5976"/>
                      <a:pt x="3323" y="5976"/>
                    </a:cubicBezTo>
                    <a:cubicBezTo>
                      <a:pt x="3586" y="5976"/>
                      <a:pt x="3855" y="5942"/>
                      <a:pt x="4122" y="5870"/>
                    </a:cubicBezTo>
                    <a:cubicBezTo>
                      <a:pt x="5702" y="5442"/>
                      <a:pt x="6638" y="3783"/>
                      <a:pt x="6210" y="2203"/>
                    </a:cubicBezTo>
                    <a:cubicBezTo>
                      <a:pt x="5833" y="872"/>
                      <a:pt x="4647" y="1"/>
                      <a:pt x="333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318;p67">
                <a:extLst>
                  <a:ext uri="{FF2B5EF4-FFF2-40B4-BE49-F238E27FC236}">
                    <a16:creationId xmlns:a16="http://schemas.microsoft.com/office/drawing/2014/main" id="{0EFBABDD-84E8-3B40-B59B-1ABA295B65C4}"/>
                  </a:ext>
                </a:extLst>
              </p:cNvPr>
              <p:cNvSpPr/>
              <p:nvPr/>
            </p:nvSpPr>
            <p:spPr>
              <a:xfrm>
                <a:off x="5055250" y="2068650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02" y="0"/>
                    </a:moveTo>
                    <a:cubicBezTo>
                      <a:pt x="3043" y="0"/>
                      <a:pt x="2780" y="34"/>
                      <a:pt x="2517" y="104"/>
                    </a:cubicBezTo>
                    <a:cubicBezTo>
                      <a:pt x="938" y="559"/>
                      <a:pt x="1" y="2192"/>
                      <a:pt x="429" y="3798"/>
                    </a:cubicBezTo>
                    <a:cubicBezTo>
                      <a:pt x="787" y="5118"/>
                      <a:pt x="2006" y="5989"/>
                      <a:pt x="3318" y="5989"/>
                    </a:cubicBezTo>
                    <a:cubicBezTo>
                      <a:pt x="3576" y="5989"/>
                      <a:pt x="3837" y="5956"/>
                      <a:pt x="4096" y="5885"/>
                    </a:cubicBezTo>
                    <a:cubicBezTo>
                      <a:pt x="5702" y="5457"/>
                      <a:pt x="6639" y="3798"/>
                      <a:pt x="6184" y="2218"/>
                    </a:cubicBezTo>
                    <a:cubicBezTo>
                      <a:pt x="5826" y="875"/>
                      <a:pt x="4625" y="0"/>
                      <a:pt x="3302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319;p67">
                <a:extLst>
                  <a:ext uri="{FF2B5EF4-FFF2-40B4-BE49-F238E27FC236}">
                    <a16:creationId xmlns:a16="http://schemas.microsoft.com/office/drawing/2014/main" id="{F61EF6E7-1319-B691-960E-CACD1EB9E126}"/>
                  </a:ext>
                </a:extLst>
              </p:cNvPr>
              <p:cNvSpPr/>
              <p:nvPr/>
            </p:nvSpPr>
            <p:spPr>
              <a:xfrm>
                <a:off x="5045225" y="2062625"/>
                <a:ext cx="165975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5990" extrusionOk="0">
                    <a:moveTo>
                      <a:pt x="3321" y="0"/>
                    </a:moveTo>
                    <a:cubicBezTo>
                      <a:pt x="3063" y="0"/>
                      <a:pt x="2802" y="34"/>
                      <a:pt x="2543" y="104"/>
                    </a:cubicBezTo>
                    <a:cubicBezTo>
                      <a:pt x="937" y="559"/>
                      <a:pt x="0" y="2192"/>
                      <a:pt x="455" y="3771"/>
                    </a:cubicBezTo>
                    <a:cubicBezTo>
                      <a:pt x="814" y="5114"/>
                      <a:pt x="2014" y="5989"/>
                      <a:pt x="3337" y="5989"/>
                    </a:cubicBezTo>
                    <a:cubicBezTo>
                      <a:pt x="3596" y="5989"/>
                      <a:pt x="3859" y="5956"/>
                      <a:pt x="4122" y="5885"/>
                    </a:cubicBezTo>
                    <a:cubicBezTo>
                      <a:pt x="5701" y="5430"/>
                      <a:pt x="6638" y="3798"/>
                      <a:pt x="6210" y="2192"/>
                    </a:cubicBezTo>
                    <a:cubicBezTo>
                      <a:pt x="5852" y="872"/>
                      <a:pt x="4633" y="0"/>
                      <a:pt x="332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63" name="Google Shape;2288;p66">
            <a:extLst>
              <a:ext uri="{FF2B5EF4-FFF2-40B4-BE49-F238E27FC236}">
                <a16:creationId xmlns:a16="http://schemas.microsoft.com/office/drawing/2014/main" id="{F7459F69-E588-958E-1D6B-5D52B57FB976}"/>
              </a:ext>
            </a:extLst>
          </p:cNvPr>
          <p:cNvGrpSpPr/>
          <p:nvPr/>
        </p:nvGrpSpPr>
        <p:grpSpPr>
          <a:xfrm>
            <a:off x="9525642" y="-7405761"/>
            <a:ext cx="298779" cy="271441"/>
            <a:chOff x="7226942" y="963843"/>
            <a:chExt cx="298779" cy="271441"/>
          </a:xfrm>
        </p:grpSpPr>
        <p:sp>
          <p:nvSpPr>
            <p:cNvPr id="2623" name="Google Shape;2289;p66">
              <a:extLst>
                <a:ext uri="{FF2B5EF4-FFF2-40B4-BE49-F238E27FC236}">
                  <a16:creationId xmlns:a16="http://schemas.microsoft.com/office/drawing/2014/main" id="{64A8C0A5-8CFD-CFE9-0E7C-EC4F3435B745}"/>
                </a:ext>
              </a:extLst>
            </p:cNvPr>
            <p:cNvSpPr/>
            <p:nvPr/>
          </p:nvSpPr>
          <p:spPr>
            <a:xfrm>
              <a:off x="7226942" y="963843"/>
              <a:ext cx="298779" cy="271441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4" name="Google Shape;2290;p66">
              <a:extLst>
                <a:ext uri="{FF2B5EF4-FFF2-40B4-BE49-F238E27FC236}">
                  <a16:creationId xmlns:a16="http://schemas.microsoft.com/office/drawing/2014/main" id="{541880DF-FAE6-D00D-CB92-976DBF269C41}"/>
                </a:ext>
              </a:extLst>
            </p:cNvPr>
            <p:cNvGrpSpPr/>
            <p:nvPr/>
          </p:nvGrpSpPr>
          <p:grpSpPr>
            <a:xfrm>
              <a:off x="7226942" y="963843"/>
              <a:ext cx="298779" cy="271441"/>
              <a:chOff x="3898325" y="2683650"/>
              <a:chExt cx="246925" cy="224350"/>
            </a:xfrm>
          </p:grpSpPr>
          <p:sp>
            <p:nvSpPr>
              <p:cNvPr id="2625" name="Google Shape;2291;p66">
                <a:extLst>
                  <a:ext uri="{FF2B5EF4-FFF2-40B4-BE49-F238E27FC236}">
                    <a16:creationId xmlns:a16="http://schemas.microsoft.com/office/drawing/2014/main" id="{29562290-DB8E-F501-168B-0747B20A492E}"/>
                  </a:ext>
                </a:extLst>
              </p:cNvPr>
              <p:cNvSpPr/>
              <p:nvPr/>
            </p:nvSpPr>
            <p:spPr>
              <a:xfrm>
                <a:off x="3898325" y="2683650"/>
                <a:ext cx="246925" cy="224350"/>
              </a:xfrm>
              <a:custGeom>
                <a:avLst/>
                <a:gdLst/>
                <a:ahLst/>
                <a:cxnLst/>
                <a:rect l="l" t="t" r="r" b="b"/>
                <a:pathLst>
                  <a:path w="9877" h="8974" extrusionOk="0">
                    <a:moveTo>
                      <a:pt x="4911" y="0"/>
                    </a:moveTo>
                    <a:cubicBezTo>
                      <a:pt x="2890" y="0"/>
                      <a:pt x="1064" y="1393"/>
                      <a:pt x="562" y="3447"/>
                    </a:cubicBezTo>
                    <a:cubicBezTo>
                      <a:pt x="0" y="5856"/>
                      <a:pt x="1472" y="8265"/>
                      <a:pt x="3881" y="8854"/>
                    </a:cubicBezTo>
                    <a:cubicBezTo>
                      <a:pt x="4227" y="8935"/>
                      <a:pt x="4574" y="8973"/>
                      <a:pt x="4916" y="8973"/>
                    </a:cubicBezTo>
                    <a:cubicBezTo>
                      <a:pt x="6951" y="8973"/>
                      <a:pt x="8806" y="7598"/>
                      <a:pt x="9288" y="5535"/>
                    </a:cubicBezTo>
                    <a:cubicBezTo>
                      <a:pt x="9877" y="3126"/>
                      <a:pt x="8378" y="690"/>
                      <a:pt x="5969" y="128"/>
                    </a:cubicBezTo>
                    <a:cubicBezTo>
                      <a:pt x="5614" y="42"/>
                      <a:pt x="5260" y="0"/>
                      <a:pt x="491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292;p66">
                <a:extLst>
                  <a:ext uri="{FF2B5EF4-FFF2-40B4-BE49-F238E27FC236}">
                    <a16:creationId xmlns:a16="http://schemas.microsoft.com/office/drawing/2014/main" id="{418AA036-8F20-152C-02A4-600BAC561FD1}"/>
                  </a:ext>
                </a:extLst>
              </p:cNvPr>
              <p:cNvSpPr/>
              <p:nvPr/>
            </p:nvSpPr>
            <p:spPr>
              <a:xfrm>
                <a:off x="4007375" y="2730350"/>
                <a:ext cx="31475" cy="12982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5193" extrusionOk="0">
                    <a:moveTo>
                      <a:pt x="1045" y="0"/>
                    </a:moveTo>
                    <a:lnTo>
                      <a:pt x="1" y="54"/>
                    </a:lnTo>
                    <a:lnTo>
                      <a:pt x="242" y="5193"/>
                    </a:lnTo>
                    <a:lnTo>
                      <a:pt x="1259" y="5139"/>
                    </a:lnTo>
                    <a:lnTo>
                      <a:pt x="1045" y="0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293;p66">
                <a:extLst>
                  <a:ext uri="{FF2B5EF4-FFF2-40B4-BE49-F238E27FC236}">
                    <a16:creationId xmlns:a16="http://schemas.microsoft.com/office/drawing/2014/main" id="{CBFF4317-1684-3E26-1BC4-96F87FAD3F54}"/>
                  </a:ext>
                </a:extLst>
              </p:cNvPr>
              <p:cNvSpPr/>
              <p:nvPr/>
            </p:nvSpPr>
            <p:spPr>
              <a:xfrm>
                <a:off x="3958525" y="2779850"/>
                <a:ext cx="12917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5167" h="1259" extrusionOk="0">
                    <a:moveTo>
                      <a:pt x="5113" y="1"/>
                    </a:moveTo>
                    <a:lnTo>
                      <a:pt x="1" y="215"/>
                    </a:lnTo>
                    <a:lnTo>
                      <a:pt x="28" y="1259"/>
                    </a:lnTo>
                    <a:lnTo>
                      <a:pt x="5167" y="1018"/>
                    </a:lnTo>
                    <a:lnTo>
                      <a:pt x="5113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28" name="Google Shape;2374;p67">
            <a:extLst>
              <a:ext uri="{FF2B5EF4-FFF2-40B4-BE49-F238E27FC236}">
                <a16:creationId xmlns:a16="http://schemas.microsoft.com/office/drawing/2014/main" id="{D7B56C9A-639F-1EBC-7BC1-CCAA43B04D91}"/>
              </a:ext>
            </a:extLst>
          </p:cNvPr>
          <p:cNvGrpSpPr/>
          <p:nvPr/>
        </p:nvGrpSpPr>
        <p:grpSpPr>
          <a:xfrm rot="20379067">
            <a:off x="-548857" y="-7814561"/>
            <a:ext cx="548857" cy="548946"/>
            <a:chOff x="1450775" y="1729324"/>
            <a:chExt cx="961389" cy="961377"/>
          </a:xfrm>
        </p:grpSpPr>
        <p:grpSp>
          <p:nvGrpSpPr>
            <p:cNvPr id="2629" name="Google Shape;2375;p67">
              <a:extLst>
                <a:ext uri="{FF2B5EF4-FFF2-40B4-BE49-F238E27FC236}">
                  <a16:creationId xmlns:a16="http://schemas.microsoft.com/office/drawing/2014/main" id="{A0EA2400-6356-98A3-3662-2855C4EB92ED}"/>
                </a:ext>
              </a:extLst>
            </p:cNvPr>
            <p:cNvGrpSpPr/>
            <p:nvPr/>
          </p:nvGrpSpPr>
          <p:grpSpPr>
            <a:xfrm>
              <a:off x="1450788" y="1729324"/>
              <a:ext cx="961377" cy="961377"/>
              <a:chOff x="1190625" y="238125"/>
              <a:chExt cx="5219200" cy="5219200"/>
            </a:xfrm>
          </p:grpSpPr>
          <p:sp>
            <p:nvSpPr>
              <p:cNvPr id="2651" name="Google Shape;2376;p67">
                <a:extLst>
                  <a:ext uri="{FF2B5EF4-FFF2-40B4-BE49-F238E27FC236}">
                    <a16:creationId xmlns:a16="http://schemas.microsoft.com/office/drawing/2014/main" id="{0468A27A-AB83-0365-13D1-9A093A50CD1D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377;p67">
                <a:extLst>
                  <a:ext uri="{FF2B5EF4-FFF2-40B4-BE49-F238E27FC236}">
                    <a16:creationId xmlns:a16="http://schemas.microsoft.com/office/drawing/2014/main" id="{C9DD458A-85A1-8B1E-7721-ADBC21B0CC6E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378;p67">
                <a:extLst>
                  <a:ext uri="{FF2B5EF4-FFF2-40B4-BE49-F238E27FC236}">
                    <a16:creationId xmlns:a16="http://schemas.microsoft.com/office/drawing/2014/main" id="{CCCF1732-9B02-4B32-0782-80C82EC355CD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379;p67">
                <a:extLst>
                  <a:ext uri="{FF2B5EF4-FFF2-40B4-BE49-F238E27FC236}">
                    <a16:creationId xmlns:a16="http://schemas.microsoft.com/office/drawing/2014/main" id="{564E6F1E-4C83-0A86-6436-2E2F350E6F41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380;p67">
                <a:extLst>
                  <a:ext uri="{FF2B5EF4-FFF2-40B4-BE49-F238E27FC236}">
                    <a16:creationId xmlns:a16="http://schemas.microsoft.com/office/drawing/2014/main" id="{F42F5D9F-1A59-0013-949C-5ECF98D35EAC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381;p67">
                <a:extLst>
                  <a:ext uri="{FF2B5EF4-FFF2-40B4-BE49-F238E27FC236}">
                    <a16:creationId xmlns:a16="http://schemas.microsoft.com/office/drawing/2014/main" id="{8B437969-8896-BB82-7AB0-D0FFB8FEEBF5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382;p67">
                <a:extLst>
                  <a:ext uri="{FF2B5EF4-FFF2-40B4-BE49-F238E27FC236}">
                    <a16:creationId xmlns:a16="http://schemas.microsoft.com/office/drawing/2014/main" id="{3EC80ED4-CC92-258F-53FA-9BF6DB147338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383;p67">
                <a:extLst>
                  <a:ext uri="{FF2B5EF4-FFF2-40B4-BE49-F238E27FC236}">
                    <a16:creationId xmlns:a16="http://schemas.microsoft.com/office/drawing/2014/main" id="{52497C8E-FDAD-2D59-2631-7D4DFEBA254A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384;p67">
                <a:extLst>
                  <a:ext uri="{FF2B5EF4-FFF2-40B4-BE49-F238E27FC236}">
                    <a16:creationId xmlns:a16="http://schemas.microsoft.com/office/drawing/2014/main" id="{522B2984-2137-7651-A7AF-2A44416BF622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385;p67">
                <a:extLst>
                  <a:ext uri="{FF2B5EF4-FFF2-40B4-BE49-F238E27FC236}">
                    <a16:creationId xmlns:a16="http://schemas.microsoft.com/office/drawing/2014/main" id="{93FED7E5-EE12-99FE-E6BE-C92074AA1009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386;p67">
                <a:extLst>
                  <a:ext uri="{FF2B5EF4-FFF2-40B4-BE49-F238E27FC236}">
                    <a16:creationId xmlns:a16="http://schemas.microsoft.com/office/drawing/2014/main" id="{F15CA594-065D-DD58-BAF7-82B3182DBC7F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387;p67">
                <a:extLst>
                  <a:ext uri="{FF2B5EF4-FFF2-40B4-BE49-F238E27FC236}">
                    <a16:creationId xmlns:a16="http://schemas.microsoft.com/office/drawing/2014/main" id="{1A6CC461-EA90-30F4-6248-D43DDCCED93B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388;p67">
                <a:extLst>
                  <a:ext uri="{FF2B5EF4-FFF2-40B4-BE49-F238E27FC236}">
                    <a16:creationId xmlns:a16="http://schemas.microsoft.com/office/drawing/2014/main" id="{5F08974B-8D86-AAE9-AD90-121D72404D33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389;p67">
                <a:extLst>
                  <a:ext uri="{FF2B5EF4-FFF2-40B4-BE49-F238E27FC236}">
                    <a16:creationId xmlns:a16="http://schemas.microsoft.com/office/drawing/2014/main" id="{BB61EA63-5183-0999-CB11-3296179A3489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390;p67">
                <a:extLst>
                  <a:ext uri="{FF2B5EF4-FFF2-40B4-BE49-F238E27FC236}">
                    <a16:creationId xmlns:a16="http://schemas.microsoft.com/office/drawing/2014/main" id="{F82F93E4-3C1B-2E36-2D53-4B80B9DFC7BF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391;p67">
                <a:extLst>
                  <a:ext uri="{FF2B5EF4-FFF2-40B4-BE49-F238E27FC236}">
                    <a16:creationId xmlns:a16="http://schemas.microsoft.com/office/drawing/2014/main" id="{8BF52D4D-A325-0F51-E3F5-DA2219F65010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392;p67">
                <a:extLst>
                  <a:ext uri="{FF2B5EF4-FFF2-40B4-BE49-F238E27FC236}">
                    <a16:creationId xmlns:a16="http://schemas.microsoft.com/office/drawing/2014/main" id="{2E9F475C-99F2-6D2B-042C-C8ABC1372448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393;p67">
                <a:extLst>
                  <a:ext uri="{FF2B5EF4-FFF2-40B4-BE49-F238E27FC236}">
                    <a16:creationId xmlns:a16="http://schemas.microsoft.com/office/drawing/2014/main" id="{167A3426-E9EB-7DC0-19FA-89824FA0D28F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394;p67">
                <a:extLst>
                  <a:ext uri="{FF2B5EF4-FFF2-40B4-BE49-F238E27FC236}">
                    <a16:creationId xmlns:a16="http://schemas.microsoft.com/office/drawing/2014/main" id="{A66E2B98-E4C1-F390-43E2-22D5C2FCB249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395;p67">
                <a:extLst>
                  <a:ext uri="{FF2B5EF4-FFF2-40B4-BE49-F238E27FC236}">
                    <a16:creationId xmlns:a16="http://schemas.microsoft.com/office/drawing/2014/main" id="{7929A072-8738-423B-B4F2-A2149D54F13B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0" name="Google Shape;2396;p67">
              <a:extLst>
                <a:ext uri="{FF2B5EF4-FFF2-40B4-BE49-F238E27FC236}">
                  <a16:creationId xmlns:a16="http://schemas.microsoft.com/office/drawing/2014/main" id="{676F45AF-4C86-9488-0288-1D996C209740}"/>
                </a:ext>
              </a:extLst>
            </p:cNvPr>
            <p:cNvGrpSpPr/>
            <p:nvPr/>
          </p:nvGrpSpPr>
          <p:grpSpPr>
            <a:xfrm>
              <a:off x="1450775" y="1729324"/>
              <a:ext cx="961377" cy="961377"/>
              <a:chOff x="1190625" y="238125"/>
              <a:chExt cx="5219200" cy="5219200"/>
            </a:xfrm>
          </p:grpSpPr>
          <p:sp>
            <p:nvSpPr>
              <p:cNvPr id="2631" name="Google Shape;2397;p67">
                <a:extLst>
                  <a:ext uri="{FF2B5EF4-FFF2-40B4-BE49-F238E27FC236}">
                    <a16:creationId xmlns:a16="http://schemas.microsoft.com/office/drawing/2014/main" id="{79C1E130-F195-912B-0CB4-F9E582A991EF}"/>
                  </a:ext>
                </a:extLst>
              </p:cNvPr>
              <p:cNvSpPr/>
              <p:nvPr/>
            </p:nvSpPr>
            <p:spPr>
              <a:xfrm>
                <a:off x="5180025" y="4251975"/>
                <a:ext cx="548850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54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54" y="42961"/>
                    </a:lnTo>
                    <a:lnTo>
                      <a:pt x="21954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398;p67">
                <a:extLst>
                  <a:ext uri="{FF2B5EF4-FFF2-40B4-BE49-F238E27FC236}">
                    <a16:creationId xmlns:a16="http://schemas.microsoft.com/office/drawing/2014/main" id="{67DCA25B-6562-B4C3-E8CD-880BB4E76A20}"/>
                  </a:ext>
                </a:extLst>
              </p:cNvPr>
              <p:cNvSpPr/>
              <p:nvPr/>
            </p:nvSpPr>
            <p:spPr>
              <a:xfrm>
                <a:off x="2028950" y="4251975"/>
                <a:ext cx="549675" cy="1074050"/>
              </a:xfrm>
              <a:custGeom>
                <a:avLst/>
                <a:gdLst/>
                <a:ahLst/>
                <a:cxnLst/>
                <a:rect l="l" t="t" r="r" b="b"/>
                <a:pathLst>
                  <a:path w="21987" h="42962" extrusionOk="0">
                    <a:moveTo>
                      <a:pt x="0" y="1"/>
                    </a:moveTo>
                    <a:lnTo>
                      <a:pt x="0" y="42961"/>
                    </a:lnTo>
                    <a:lnTo>
                      <a:pt x="21986" y="42961"/>
                    </a:lnTo>
                    <a:lnTo>
                      <a:pt x="21986" y="1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399;p67">
                <a:extLst>
                  <a:ext uri="{FF2B5EF4-FFF2-40B4-BE49-F238E27FC236}">
                    <a16:creationId xmlns:a16="http://schemas.microsoft.com/office/drawing/2014/main" id="{2D5BB6BC-ADD5-2104-CAAE-305C9B21832B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19200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67601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55010"/>
                    </a:lnTo>
                    <a:cubicBezTo>
                      <a:pt x="0" y="161958"/>
                      <a:pt x="5643" y="167601"/>
                      <a:pt x="12591" y="167601"/>
                    </a:cubicBezTo>
                    <a:lnTo>
                      <a:pt x="196176" y="167601"/>
                    </a:lnTo>
                    <a:cubicBezTo>
                      <a:pt x="203124" y="167601"/>
                      <a:pt x="208767" y="161958"/>
                      <a:pt x="208767" y="155010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400;p67">
                <a:extLst>
                  <a:ext uri="{FF2B5EF4-FFF2-40B4-BE49-F238E27FC236}">
                    <a16:creationId xmlns:a16="http://schemas.microsoft.com/office/drawing/2014/main" id="{CF540ECA-1969-2CBF-5769-6C16D35E3B2A}"/>
                  </a:ext>
                </a:extLst>
              </p:cNvPr>
              <p:cNvSpPr/>
              <p:nvPr/>
            </p:nvSpPr>
            <p:spPr>
              <a:xfrm>
                <a:off x="5779400" y="238125"/>
                <a:ext cx="630425" cy="4190025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67601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55010"/>
                    </a:lnTo>
                    <a:cubicBezTo>
                      <a:pt x="12625" y="161958"/>
                      <a:pt x="6982" y="167601"/>
                      <a:pt x="1" y="167601"/>
                    </a:cubicBezTo>
                    <a:lnTo>
                      <a:pt x="12625" y="167601"/>
                    </a:lnTo>
                    <a:cubicBezTo>
                      <a:pt x="19573" y="167601"/>
                      <a:pt x="25216" y="161958"/>
                      <a:pt x="25216" y="155010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401;p67">
                <a:extLst>
                  <a:ext uri="{FF2B5EF4-FFF2-40B4-BE49-F238E27FC236}">
                    <a16:creationId xmlns:a16="http://schemas.microsoft.com/office/drawing/2014/main" id="{5F06B371-AABF-8FEA-FFBA-DEC24707F29D}"/>
                  </a:ext>
                </a:extLst>
              </p:cNvPr>
              <p:cNvSpPr/>
              <p:nvPr/>
            </p:nvSpPr>
            <p:spPr>
              <a:xfrm>
                <a:off x="1662775" y="710275"/>
                <a:ext cx="427487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109245" extrusionOk="0">
                    <a:moveTo>
                      <a:pt x="1697" y="1"/>
                    </a:moveTo>
                    <a:cubicBezTo>
                      <a:pt x="784" y="1"/>
                      <a:pt x="1" y="784"/>
                      <a:pt x="1" y="1697"/>
                    </a:cubicBezTo>
                    <a:lnTo>
                      <a:pt x="1" y="107549"/>
                    </a:lnTo>
                    <a:cubicBezTo>
                      <a:pt x="1" y="108462"/>
                      <a:pt x="784" y="109245"/>
                      <a:pt x="1697" y="109245"/>
                    </a:cubicBezTo>
                    <a:lnTo>
                      <a:pt x="169298" y="109245"/>
                    </a:lnTo>
                    <a:cubicBezTo>
                      <a:pt x="170211" y="109245"/>
                      <a:pt x="170994" y="108495"/>
                      <a:pt x="170994" y="107549"/>
                    </a:cubicBezTo>
                    <a:lnTo>
                      <a:pt x="170994" y="1697"/>
                    </a:lnTo>
                    <a:cubicBezTo>
                      <a:pt x="170994" y="784"/>
                      <a:pt x="170211" y="1"/>
                      <a:pt x="169298" y="1"/>
                    </a:cubicBezTo>
                    <a:close/>
                  </a:path>
                </a:pathLst>
              </a:custGeom>
              <a:solidFill>
                <a:srgbClr val="F7F6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402;p67">
                <a:extLst>
                  <a:ext uri="{FF2B5EF4-FFF2-40B4-BE49-F238E27FC236}">
                    <a16:creationId xmlns:a16="http://schemas.microsoft.com/office/drawing/2014/main" id="{194A738C-2CA2-6AE5-1EEC-53959B90C97A}"/>
                  </a:ext>
                </a:extLst>
              </p:cNvPr>
              <p:cNvSpPr/>
              <p:nvPr/>
            </p:nvSpPr>
            <p:spPr>
              <a:xfrm>
                <a:off x="5580425" y="710275"/>
                <a:ext cx="357225" cy="2731125"/>
              </a:xfrm>
              <a:custGeom>
                <a:avLst/>
                <a:gdLst/>
                <a:ahLst/>
                <a:cxnLst/>
                <a:rect l="l" t="t" r="r" b="b"/>
                <a:pathLst>
                  <a:path w="14289" h="109245" extrusionOk="0">
                    <a:moveTo>
                      <a:pt x="1" y="1"/>
                    </a:moveTo>
                    <a:cubicBezTo>
                      <a:pt x="914" y="1"/>
                      <a:pt x="1664" y="784"/>
                      <a:pt x="1664" y="1697"/>
                    </a:cubicBezTo>
                    <a:lnTo>
                      <a:pt x="1664" y="107549"/>
                    </a:lnTo>
                    <a:cubicBezTo>
                      <a:pt x="1664" y="108495"/>
                      <a:pt x="914" y="109245"/>
                      <a:pt x="1" y="109245"/>
                    </a:cubicBezTo>
                    <a:lnTo>
                      <a:pt x="12592" y="109245"/>
                    </a:lnTo>
                    <a:cubicBezTo>
                      <a:pt x="13505" y="109245"/>
                      <a:pt x="14288" y="108495"/>
                      <a:pt x="14288" y="107549"/>
                    </a:cubicBezTo>
                    <a:lnTo>
                      <a:pt x="14288" y="1697"/>
                    </a:lnTo>
                    <a:cubicBezTo>
                      <a:pt x="14288" y="784"/>
                      <a:pt x="13505" y="1"/>
                      <a:pt x="12592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403;p67">
                <a:extLst>
                  <a:ext uri="{FF2B5EF4-FFF2-40B4-BE49-F238E27FC236}">
                    <a16:creationId xmlns:a16="http://schemas.microsoft.com/office/drawing/2014/main" id="{FBA0F9EE-6B79-E10F-AEB1-D0CBB7C587DC}"/>
                  </a:ext>
                </a:extLst>
              </p:cNvPr>
              <p:cNvSpPr/>
              <p:nvPr/>
            </p:nvSpPr>
            <p:spPr>
              <a:xfrm>
                <a:off x="562202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296" y="1"/>
                    </a:moveTo>
                    <a:cubicBezTo>
                      <a:pt x="2838" y="1"/>
                      <a:pt x="0" y="2839"/>
                      <a:pt x="0" y="6329"/>
                    </a:cubicBezTo>
                    <a:cubicBezTo>
                      <a:pt x="0" y="9787"/>
                      <a:pt x="2838" y="12625"/>
                      <a:pt x="6296" y="12625"/>
                    </a:cubicBezTo>
                    <a:cubicBezTo>
                      <a:pt x="9786" y="12625"/>
                      <a:pt x="12624" y="9787"/>
                      <a:pt x="12624" y="6329"/>
                    </a:cubicBezTo>
                    <a:cubicBezTo>
                      <a:pt x="12624" y="2839"/>
                      <a:pt x="9786" y="1"/>
                      <a:pt x="62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404;p67">
                <a:extLst>
                  <a:ext uri="{FF2B5EF4-FFF2-40B4-BE49-F238E27FC236}">
                    <a16:creationId xmlns:a16="http://schemas.microsoft.com/office/drawing/2014/main" id="{DA5F1D37-5371-8465-A223-3BEDD9478DF9}"/>
                  </a:ext>
                </a:extLst>
              </p:cNvPr>
              <p:cNvSpPr/>
              <p:nvPr/>
            </p:nvSpPr>
            <p:spPr>
              <a:xfrm>
                <a:off x="1662775" y="3797750"/>
                <a:ext cx="315625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2625" extrusionOk="0">
                    <a:moveTo>
                      <a:pt x="6329" y="1"/>
                    </a:moveTo>
                    <a:cubicBezTo>
                      <a:pt x="2839" y="1"/>
                      <a:pt x="1" y="2839"/>
                      <a:pt x="1" y="6329"/>
                    </a:cubicBezTo>
                    <a:cubicBezTo>
                      <a:pt x="1" y="9787"/>
                      <a:pt x="2839" y="12625"/>
                      <a:pt x="6329" y="12625"/>
                    </a:cubicBezTo>
                    <a:cubicBezTo>
                      <a:pt x="9787" y="12625"/>
                      <a:pt x="12625" y="9787"/>
                      <a:pt x="12625" y="6329"/>
                    </a:cubicBezTo>
                    <a:cubicBezTo>
                      <a:pt x="12625" y="2839"/>
                      <a:pt x="9787" y="1"/>
                      <a:pt x="63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405;p67">
                <a:extLst>
                  <a:ext uri="{FF2B5EF4-FFF2-40B4-BE49-F238E27FC236}">
                    <a16:creationId xmlns:a16="http://schemas.microsoft.com/office/drawing/2014/main" id="{0C758199-AC6E-5C66-EC09-52B42D5B45A9}"/>
                  </a:ext>
                </a:extLst>
              </p:cNvPr>
              <p:cNvSpPr/>
              <p:nvPr/>
            </p:nvSpPr>
            <p:spPr>
              <a:xfrm>
                <a:off x="4450975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45" y="14288"/>
                    </a:cubicBezTo>
                    <a:lnTo>
                      <a:pt x="24367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406;p67">
                <a:extLst>
                  <a:ext uri="{FF2B5EF4-FFF2-40B4-BE49-F238E27FC236}">
                    <a16:creationId xmlns:a16="http://schemas.microsoft.com/office/drawing/2014/main" id="{F76B270F-7670-C1B8-1465-0E328C99BA08}"/>
                  </a:ext>
                </a:extLst>
              </p:cNvPr>
              <p:cNvSpPr/>
              <p:nvPr/>
            </p:nvSpPr>
            <p:spPr>
              <a:xfrm>
                <a:off x="4745350" y="3756175"/>
                <a:ext cx="37842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4288" extrusionOk="0">
                    <a:moveTo>
                      <a:pt x="1" y="0"/>
                    </a:moveTo>
                    <a:cubicBezTo>
                      <a:pt x="1404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404" y="14288"/>
                      <a:pt x="1" y="14288"/>
                    </a:cubicBezTo>
                    <a:lnTo>
                      <a:pt x="12592" y="14288"/>
                    </a:lnTo>
                    <a:cubicBezTo>
                      <a:pt x="13995" y="14288"/>
                      <a:pt x="15137" y="13146"/>
                      <a:pt x="15137" y="11743"/>
                    </a:cubicBezTo>
                    <a:lnTo>
                      <a:pt x="15137" y="2512"/>
                    </a:lnTo>
                    <a:cubicBezTo>
                      <a:pt x="15137" y="1109"/>
                      <a:pt x="13995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407;p67">
                <a:extLst>
                  <a:ext uri="{FF2B5EF4-FFF2-40B4-BE49-F238E27FC236}">
                    <a16:creationId xmlns:a16="http://schemas.microsoft.com/office/drawing/2014/main" id="{90F577F0-8185-5641-FB18-0986033DE61F}"/>
                  </a:ext>
                </a:extLst>
              </p:cNvPr>
              <p:cNvSpPr/>
              <p:nvPr/>
            </p:nvSpPr>
            <p:spPr>
              <a:xfrm>
                <a:off x="3464225" y="3756175"/>
                <a:ext cx="671975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879" h="14288" extrusionOk="0">
                    <a:moveTo>
                      <a:pt x="2512" y="0"/>
                    </a:moveTo>
                    <a:cubicBezTo>
                      <a:pt x="1142" y="0"/>
                      <a:pt x="0" y="1109"/>
                      <a:pt x="0" y="2512"/>
                    </a:cubicBezTo>
                    <a:lnTo>
                      <a:pt x="0" y="11743"/>
                    </a:lnTo>
                    <a:cubicBezTo>
                      <a:pt x="0" y="13146"/>
                      <a:pt x="1142" y="14288"/>
                      <a:pt x="2512" y="14288"/>
                    </a:cubicBezTo>
                    <a:lnTo>
                      <a:pt x="24367" y="14288"/>
                    </a:lnTo>
                    <a:cubicBezTo>
                      <a:pt x="25737" y="14288"/>
                      <a:pt x="26879" y="13146"/>
                      <a:pt x="26879" y="11743"/>
                    </a:cubicBezTo>
                    <a:lnTo>
                      <a:pt x="26879" y="2512"/>
                    </a:lnTo>
                    <a:cubicBezTo>
                      <a:pt x="26879" y="1109"/>
                      <a:pt x="25737" y="0"/>
                      <a:pt x="24367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408;p67">
                <a:extLst>
                  <a:ext uri="{FF2B5EF4-FFF2-40B4-BE49-F238E27FC236}">
                    <a16:creationId xmlns:a16="http://schemas.microsoft.com/office/drawing/2014/main" id="{41A8E985-8436-D73D-CB7B-4C496F93173E}"/>
                  </a:ext>
                </a:extLst>
              </p:cNvPr>
              <p:cNvSpPr/>
              <p:nvPr/>
            </p:nvSpPr>
            <p:spPr>
              <a:xfrm>
                <a:off x="3758600" y="3756175"/>
                <a:ext cx="3776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14288" extrusionOk="0">
                    <a:moveTo>
                      <a:pt x="1" y="0"/>
                    </a:moveTo>
                    <a:cubicBezTo>
                      <a:pt x="1371" y="0"/>
                      <a:pt x="2513" y="1109"/>
                      <a:pt x="2513" y="2512"/>
                    </a:cubicBezTo>
                    <a:lnTo>
                      <a:pt x="2513" y="11743"/>
                    </a:lnTo>
                    <a:cubicBezTo>
                      <a:pt x="2513" y="13146"/>
                      <a:pt x="1371" y="14288"/>
                      <a:pt x="1" y="14288"/>
                    </a:cubicBezTo>
                    <a:lnTo>
                      <a:pt x="12592" y="14288"/>
                    </a:lnTo>
                    <a:cubicBezTo>
                      <a:pt x="13962" y="14288"/>
                      <a:pt x="15104" y="13146"/>
                      <a:pt x="15104" y="11743"/>
                    </a:cubicBezTo>
                    <a:lnTo>
                      <a:pt x="15104" y="2512"/>
                    </a:lnTo>
                    <a:cubicBezTo>
                      <a:pt x="15104" y="1109"/>
                      <a:pt x="13962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409;p67">
                <a:extLst>
                  <a:ext uri="{FF2B5EF4-FFF2-40B4-BE49-F238E27FC236}">
                    <a16:creationId xmlns:a16="http://schemas.microsoft.com/office/drawing/2014/main" id="{8DED9781-091C-9870-5FC5-DE335427D3C8}"/>
                  </a:ext>
                </a:extLst>
              </p:cNvPr>
              <p:cNvSpPr/>
              <p:nvPr/>
            </p:nvSpPr>
            <p:spPr>
              <a:xfrm>
                <a:off x="2476650" y="3756175"/>
                <a:ext cx="6728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26912" h="14288" extrusionOk="0">
                    <a:moveTo>
                      <a:pt x="2545" y="0"/>
                    </a:moveTo>
                    <a:cubicBezTo>
                      <a:pt x="1142" y="0"/>
                      <a:pt x="1" y="1109"/>
                      <a:pt x="1" y="2512"/>
                    </a:cubicBezTo>
                    <a:lnTo>
                      <a:pt x="1" y="11743"/>
                    </a:lnTo>
                    <a:cubicBezTo>
                      <a:pt x="1" y="13146"/>
                      <a:pt x="1142" y="14288"/>
                      <a:pt x="2545" y="14288"/>
                    </a:cubicBezTo>
                    <a:lnTo>
                      <a:pt x="24368" y="14288"/>
                    </a:lnTo>
                    <a:cubicBezTo>
                      <a:pt x="25770" y="14288"/>
                      <a:pt x="26912" y="13146"/>
                      <a:pt x="26912" y="11743"/>
                    </a:cubicBezTo>
                    <a:lnTo>
                      <a:pt x="26912" y="2512"/>
                    </a:lnTo>
                    <a:cubicBezTo>
                      <a:pt x="26912" y="1109"/>
                      <a:pt x="25770" y="0"/>
                      <a:pt x="2436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410;p67">
                <a:extLst>
                  <a:ext uri="{FF2B5EF4-FFF2-40B4-BE49-F238E27FC236}">
                    <a16:creationId xmlns:a16="http://schemas.microsoft.com/office/drawing/2014/main" id="{FDAAAEB2-6CCD-AD99-5898-473851257C52}"/>
                  </a:ext>
                </a:extLst>
              </p:cNvPr>
              <p:cNvSpPr/>
              <p:nvPr/>
            </p:nvSpPr>
            <p:spPr>
              <a:xfrm>
                <a:off x="2771050" y="3756175"/>
                <a:ext cx="378400" cy="357200"/>
              </a:xfrm>
              <a:custGeom>
                <a:avLst/>
                <a:gdLst/>
                <a:ahLst/>
                <a:cxnLst/>
                <a:rect l="l" t="t" r="r" b="b"/>
                <a:pathLst>
                  <a:path w="15136" h="14288" extrusionOk="0">
                    <a:moveTo>
                      <a:pt x="0" y="0"/>
                    </a:moveTo>
                    <a:cubicBezTo>
                      <a:pt x="1403" y="0"/>
                      <a:pt x="2512" y="1109"/>
                      <a:pt x="2512" y="2512"/>
                    </a:cubicBezTo>
                    <a:lnTo>
                      <a:pt x="2512" y="11743"/>
                    </a:lnTo>
                    <a:cubicBezTo>
                      <a:pt x="2512" y="13146"/>
                      <a:pt x="1403" y="14288"/>
                      <a:pt x="0" y="14288"/>
                    </a:cubicBezTo>
                    <a:lnTo>
                      <a:pt x="12592" y="14288"/>
                    </a:lnTo>
                    <a:cubicBezTo>
                      <a:pt x="13994" y="14288"/>
                      <a:pt x="15136" y="13146"/>
                      <a:pt x="15136" y="11743"/>
                    </a:cubicBezTo>
                    <a:lnTo>
                      <a:pt x="15136" y="2512"/>
                    </a:lnTo>
                    <a:cubicBezTo>
                      <a:pt x="15136" y="1109"/>
                      <a:pt x="13994" y="0"/>
                      <a:pt x="1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411;p67">
                <a:extLst>
                  <a:ext uri="{FF2B5EF4-FFF2-40B4-BE49-F238E27FC236}">
                    <a16:creationId xmlns:a16="http://schemas.microsoft.com/office/drawing/2014/main" id="{85D2D406-372F-0C32-F543-4E2346222401}"/>
                  </a:ext>
                </a:extLst>
              </p:cNvPr>
              <p:cNvSpPr/>
              <p:nvPr/>
            </p:nvSpPr>
            <p:spPr>
              <a:xfrm>
                <a:off x="1662775" y="1542775"/>
                <a:ext cx="4274875" cy="1645825"/>
              </a:xfrm>
              <a:custGeom>
                <a:avLst/>
                <a:gdLst/>
                <a:ahLst/>
                <a:cxnLst/>
                <a:rect l="l" t="t" r="r" b="b"/>
                <a:pathLst>
                  <a:path w="170995" h="65833" extrusionOk="0">
                    <a:moveTo>
                      <a:pt x="100704" y="1"/>
                    </a:moveTo>
                    <a:cubicBezTo>
                      <a:pt x="98673" y="1"/>
                      <a:pt x="96858" y="1284"/>
                      <a:pt x="96197" y="3235"/>
                    </a:cubicBezTo>
                    <a:lnTo>
                      <a:pt x="83279" y="40096"/>
                    </a:lnTo>
                    <a:lnTo>
                      <a:pt x="73102" y="40096"/>
                    </a:lnTo>
                    <a:cubicBezTo>
                      <a:pt x="71243" y="40096"/>
                      <a:pt x="69612" y="41107"/>
                      <a:pt x="68764" y="42770"/>
                    </a:cubicBezTo>
                    <a:lnTo>
                      <a:pt x="61326" y="57547"/>
                    </a:lnTo>
                    <a:lnTo>
                      <a:pt x="44984" y="20654"/>
                    </a:lnTo>
                    <a:cubicBezTo>
                      <a:pt x="44201" y="18900"/>
                      <a:pt x="42515" y="17778"/>
                      <a:pt x="40621" y="17778"/>
                    </a:cubicBezTo>
                    <a:cubicBezTo>
                      <a:pt x="40542" y="17778"/>
                      <a:pt x="40464" y="17780"/>
                      <a:pt x="40384" y="17784"/>
                    </a:cubicBezTo>
                    <a:cubicBezTo>
                      <a:pt x="38394" y="17849"/>
                      <a:pt x="36666" y="19121"/>
                      <a:pt x="36013" y="21013"/>
                    </a:cubicBezTo>
                    <a:lnTo>
                      <a:pt x="29294" y="40096"/>
                    </a:lnTo>
                    <a:lnTo>
                      <a:pt x="1" y="40096"/>
                    </a:lnTo>
                    <a:lnTo>
                      <a:pt x="1" y="46391"/>
                    </a:lnTo>
                    <a:lnTo>
                      <a:pt x="30337" y="46391"/>
                    </a:lnTo>
                    <a:cubicBezTo>
                      <a:pt x="32392" y="46391"/>
                      <a:pt x="34219" y="45119"/>
                      <a:pt x="34872" y="43162"/>
                    </a:cubicBezTo>
                    <a:lnTo>
                      <a:pt x="40710" y="26591"/>
                    </a:lnTo>
                    <a:lnTo>
                      <a:pt x="56825" y="62962"/>
                    </a:lnTo>
                    <a:cubicBezTo>
                      <a:pt x="57575" y="64691"/>
                      <a:pt x="59239" y="65767"/>
                      <a:pt x="61098" y="65833"/>
                    </a:cubicBezTo>
                    <a:lnTo>
                      <a:pt x="61228" y="65833"/>
                    </a:lnTo>
                    <a:cubicBezTo>
                      <a:pt x="63088" y="65833"/>
                      <a:pt x="64719" y="64821"/>
                      <a:pt x="65534" y="63158"/>
                    </a:cubicBezTo>
                    <a:lnTo>
                      <a:pt x="73983" y="46391"/>
                    </a:lnTo>
                    <a:lnTo>
                      <a:pt x="84291" y="46391"/>
                    </a:lnTo>
                    <a:cubicBezTo>
                      <a:pt x="86346" y="46391"/>
                      <a:pt x="88172" y="45086"/>
                      <a:pt x="88857" y="43162"/>
                    </a:cubicBezTo>
                    <a:lnTo>
                      <a:pt x="100568" y="9792"/>
                    </a:lnTo>
                    <a:lnTo>
                      <a:pt x="114497" y="61462"/>
                    </a:lnTo>
                    <a:cubicBezTo>
                      <a:pt x="115019" y="63419"/>
                      <a:pt x="116650" y="64821"/>
                      <a:pt x="118672" y="65017"/>
                    </a:cubicBezTo>
                    <a:cubicBezTo>
                      <a:pt x="118834" y="65033"/>
                      <a:pt x="118995" y="65041"/>
                      <a:pt x="119155" y="65041"/>
                    </a:cubicBezTo>
                    <a:cubicBezTo>
                      <a:pt x="120991" y="65041"/>
                      <a:pt x="122657" y="64023"/>
                      <a:pt x="123467" y="62342"/>
                    </a:cubicBezTo>
                    <a:lnTo>
                      <a:pt x="131394" y="46391"/>
                    </a:lnTo>
                    <a:lnTo>
                      <a:pt x="136711" y="46391"/>
                    </a:lnTo>
                    <a:cubicBezTo>
                      <a:pt x="138472" y="46391"/>
                      <a:pt x="140136" y="45413"/>
                      <a:pt x="140951" y="43847"/>
                    </a:cubicBezTo>
                    <a:lnTo>
                      <a:pt x="148617" y="29396"/>
                    </a:lnTo>
                    <a:lnTo>
                      <a:pt x="155076" y="43553"/>
                    </a:lnTo>
                    <a:cubicBezTo>
                      <a:pt x="155859" y="45282"/>
                      <a:pt x="157555" y="46391"/>
                      <a:pt x="159447" y="46391"/>
                    </a:cubicBezTo>
                    <a:lnTo>
                      <a:pt x="170994" y="46391"/>
                    </a:lnTo>
                    <a:lnTo>
                      <a:pt x="170994" y="40096"/>
                    </a:lnTo>
                    <a:lnTo>
                      <a:pt x="160393" y="40096"/>
                    </a:lnTo>
                    <a:lnTo>
                      <a:pt x="153119" y="24079"/>
                    </a:lnTo>
                    <a:cubicBezTo>
                      <a:pt x="152336" y="22383"/>
                      <a:pt x="150705" y="21307"/>
                      <a:pt x="148845" y="21241"/>
                    </a:cubicBezTo>
                    <a:cubicBezTo>
                      <a:pt x="148788" y="21239"/>
                      <a:pt x="148731" y="21238"/>
                      <a:pt x="148674" y="21238"/>
                    </a:cubicBezTo>
                    <a:cubicBezTo>
                      <a:pt x="146913" y="21238"/>
                      <a:pt x="145295" y="22207"/>
                      <a:pt x="144442" y="23818"/>
                    </a:cubicBezTo>
                    <a:lnTo>
                      <a:pt x="135797" y="40096"/>
                    </a:lnTo>
                    <a:lnTo>
                      <a:pt x="130480" y="40096"/>
                    </a:lnTo>
                    <a:cubicBezTo>
                      <a:pt x="128621" y="40096"/>
                      <a:pt x="126957" y="41139"/>
                      <a:pt x="126142" y="42770"/>
                    </a:cubicBezTo>
                    <a:lnTo>
                      <a:pt x="119553" y="56079"/>
                    </a:lnTo>
                    <a:lnTo>
                      <a:pt x="105396" y="3561"/>
                    </a:lnTo>
                    <a:cubicBezTo>
                      <a:pt x="104841" y="1506"/>
                      <a:pt x="103047" y="71"/>
                      <a:pt x="100927" y="6"/>
                    </a:cubicBezTo>
                    <a:cubicBezTo>
                      <a:pt x="100852" y="2"/>
                      <a:pt x="100778" y="1"/>
                      <a:pt x="1007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412;p67">
                <a:extLst>
                  <a:ext uri="{FF2B5EF4-FFF2-40B4-BE49-F238E27FC236}">
                    <a16:creationId xmlns:a16="http://schemas.microsoft.com/office/drawing/2014/main" id="{3E4AD664-8034-2D8C-5E07-7990B8229E70}"/>
                  </a:ext>
                </a:extLst>
              </p:cNvPr>
              <p:cNvSpPr/>
              <p:nvPr/>
            </p:nvSpPr>
            <p:spPr>
              <a:xfrm>
                <a:off x="5622025" y="2433425"/>
                <a:ext cx="315625" cy="269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0766" extrusionOk="0">
                    <a:moveTo>
                      <a:pt x="0" y="1"/>
                    </a:moveTo>
                    <a:lnTo>
                      <a:pt x="0" y="10635"/>
                    </a:lnTo>
                    <a:cubicBezTo>
                      <a:pt x="359" y="10733"/>
                      <a:pt x="718" y="10765"/>
                      <a:pt x="1077" y="10765"/>
                    </a:cubicBezTo>
                    <a:lnTo>
                      <a:pt x="12624" y="10765"/>
                    </a:lnTo>
                    <a:lnTo>
                      <a:pt x="12624" y="4470"/>
                    </a:lnTo>
                    <a:lnTo>
                      <a:pt x="2023" y="447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17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413;p67">
                <a:extLst>
                  <a:ext uri="{FF2B5EF4-FFF2-40B4-BE49-F238E27FC236}">
                    <a16:creationId xmlns:a16="http://schemas.microsoft.com/office/drawing/2014/main" id="{5719D4A8-07ED-86C5-44D3-C0C7BA9BB714}"/>
                  </a:ext>
                </a:extLst>
              </p:cNvPr>
              <p:cNvSpPr/>
              <p:nvPr/>
            </p:nvSpPr>
            <p:spPr>
              <a:xfrm>
                <a:off x="1956375" y="1025675"/>
                <a:ext cx="8938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35752" h="28919" extrusionOk="0">
                    <a:moveTo>
                      <a:pt x="9757" y="1"/>
                    </a:moveTo>
                    <a:cubicBezTo>
                      <a:pt x="7486" y="1"/>
                      <a:pt x="5219" y="873"/>
                      <a:pt x="3490" y="2618"/>
                    </a:cubicBezTo>
                    <a:cubicBezTo>
                      <a:pt x="0" y="6076"/>
                      <a:pt x="0" y="11687"/>
                      <a:pt x="3490" y="15177"/>
                    </a:cubicBezTo>
                    <a:lnTo>
                      <a:pt x="5317" y="17004"/>
                    </a:lnTo>
                    <a:lnTo>
                      <a:pt x="16767" y="28453"/>
                    </a:lnTo>
                    <a:cubicBezTo>
                      <a:pt x="17077" y="28763"/>
                      <a:pt x="17484" y="28918"/>
                      <a:pt x="17892" y="28918"/>
                    </a:cubicBezTo>
                    <a:cubicBezTo>
                      <a:pt x="18300" y="28918"/>
                      <a:pt x="18708" y="28763"/>
                      <a:pt x="19017" y="28453"/>
                    </a:cubicBezTo>
                    <a:lnTo>
                      <a:pt x="30434" y="17004"/>
                    </a:lnTo>
                    <a:lnTo>
                      <a:pt x="32294" y="15177"/>
                    </a:lnTo>
                    <a:cubicBezTo>
                      <a:pt x="35751" y="11687"/>
                      <a:pt x="35751" y="6076"/>
                      <a:pt x="32294" y="2618"/>
                    </a:cubicBezTo>
                    <a:cubicBezTo>
                      <a:pt x="30549" y="873"/>
                      <a:pt x="28273" y="1"/>
                      <a:pt x="26002" y="1"/>
                    </a:cubicBezTo>
                    <a:cubicBezTo>
                      <a:pt x="23731" y="1"/>
                      <a:pt x="21464" y="873"/>
                      <a:pt x="19735" y="2618"/>
                    </a:cubicBezTo>
                    <a:lnTo>
                      <a:pt x="18561" y="3760"/>
                    </a:lnTo>
                    <a:cubicBezTo>
                      <a:pt x="18365" y="3956"/>
                      <a:pt x="18120" y="4054"/>
                      <a:pt x="17876" y="4054"/>
                    </a:cubicBezTo>
                    <a:cubicBezTo>
                      <a:pt x="17631" y="4054"/>
                      <a:pt x="17386" y="3956"/>
                      <a:pt x="17191" y="3760"/>
                    </a:cubicBezTo>
                    <a:lnTo>
                      <a:pt x="16049" y="2618"/>
                    </a:lnTo>
                    <a:cubicBezTo>
                      <a:pt x="14304" y="873"/>
                      <a:pt x="12029" y="1"/>
                      <a:pt x="97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414;p67">
                <a:extLst>
                  <a:ext uri="{FF2B5EF4-FFF2-40B4-BE49-F238E27FC236}">
                    <a16:creationId xmlns:a16="http://schemas.microsoft.com/office/drawing/2014/main" id="{804C103A-1DE7-8444-5F15-78A02936D739}"/>
                  </a:ext>
                </a:extLst>
              </p:cNvPr>
              <p:cNvSpPr/>
              <p:nvPr/>
            </p:nvSpPr>
            <p:spPr>
              <a:xfrm>
                <a:off x="2245875" y="1025675"/>
                <a:ext cx="604300" cy="722975"/>
              </a:xfrm>
              <a:custGeom>
                <a:avLst/>
                <a:gdLst/>
                <a:ahLst/>
                <a:cxnLst/>
                <a:rect l="l" t="t" r="r" b="b"/>
                <a:pathLst>
                  <a:path w="24172" h="28919" extrusionOk="0">
                    <a:moveTo>
                      <a:pt x="14422" y="1"/>
                    </a:moveTo>
                    <a:cubicBezTo>
                      <a:pt x="12151" y="1"/>
                      <a:pt x="9884" y="873"/>
                      <a:pt x="8155" y="2618"/>
                    </a:cubicBezTo>
                    <a:lnTo>
                      <a:pt x="8122" y="2618"/>
                    </a:lnTo>
                    <a:cubicBezTo>
                      <a:pt x="11580" y="6109"/>
                      <a:pt x="11580" y="11719"/>
                      <a:pt x="8090" y="15177"/>
                    </a:cubicBezTo>
                    <a:lnTo>
                      <a:pt x="6263" y="17004"/>
                    </a:lnTo>
                    <a:lnTo>
                      <a:pt x="0" y="23267"/>
                    </a:lnTo>
                    <a:lnTo>
                      <a:pt x="5187" y="28453"/>
                    </a:lnTo>
                    <a:cubicBezTo>
                      <a:pt x="5497" y="28763"/>
                      <a:pt x="5904" y="28918"/>
                      <a:pt x="6312" y="28918"/>
                    </a:cubicBezTo>
                    <a:cubicBezTo>
                      <a:pt x="6720" y="28918"/>
                      <a:pt x="7128" y="28763"/>
                      <a:pt x="7437" y="28453"/>
                    </a:cubicBezTo>
                    <a:lnTo>
                      <a:pt x="18854" y="17004"/>
                    </a:lnTo>
                    <a:lnTo>
                      <a:pt x="20714" y="15177"/>
                    </a:lnTo>
                    <a:cubicBezTo>
                      <a:pt x="24171" y="11687"/>
                      <a:pt x="24171" y="6076"/>
                      <a:pt x="20714" y="2618"/>
                    </a:cubicBezTo>
                    <a:cubicBezTo>
                      <a:pt x="18969" y="873"/>
                      <a:pt x="16693" y="1"/>
                      <a:pt x="144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415;p67">
                <a:extLst>
                  <a:ext uri="{FF2B5EF4-FFF2-40B4-BE49-F238E27FC236}">
                    <a16:creationId xmlns:a16="http://schemas.microsoft.com/office/drawing/2014/main" id="{A8AED43E-85C6-CF44-3921-B3E9037E19BC}"/>
                  </a:ext>
                </a:extLst>
              </p:cNvPr>
              <p:cNvSpPr/>
              <p:nvPr/>
            </p:nvSpPr>
            <p:spPr>
              <a:xfrm>
                <a:off x="1190625" y="4908450"/>
                <a:ext cx="5219200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1955" extrusionOk="0">
                    <a:moveTo>
                      <a:pt x="4208" y="1"/>
                    </a:moveTo>
                    <a:cubicBezTo>
                      <a:pt x="1892" y="1"/>
                      <a:pt x="0" y="1893"/>
                      <a:pt x="0" y="4209"/>
                    </a:cubicBezTo>
                    <a:lnTo>
                      <a:pt x="0" y="17746"/>
                    </a:lnTo>
                    <a:cubicBezTo>
                      <a:pt x="0" y="20062"/>
                      <a:pt x="1892" y="21954"/>
                      <a:pt x="4208" y="21954"/>
                    </a:cubicBezTo>
                    <a:lnTo>
                      <a:pt x="204559" y="21954"/>
                    </a:lnTo>
                    <a:cubicBezTo>
                      <a:pt x="206875" y="21954"/>
                      <a:pt x="208767" y="20062"/>
                      <a:pt x="208767" y="17746"/>
                    </a:cubicBezTo>
                    <a:lnTo>
                      <a:pt x="208767" y="4209"/>
                    </a:lnTo>
                    <a:cubicBezTo>
                      <a:pt x="208767" y="1893"/>
                      <a:pt x="206875" y="1"/>
                      <a:pt x="2045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416;p67">
                <a:extLst>
                  <a:ext uri="{FF2B5EF4-FFF2-40B4-BE49-F238E27FC236}">
                    <a16:creationId xmlns:a16="http://schemas.microsoft.com/office/drawing/2014/main" id="{D03BC9DA-5AE1-2CE2-73C2-8BD4EEDE484F}"/>
                  </a:ext>
                </a:extLst>
              </p:cNvPr>
              <p:cNvSpPr/>
              <p:nvPr/>
            </p:nvSpPr>
            <p:spPr>
              <a:xfrm>
                <a:off x="5989800" y="4908450"/>
                <a:ext cx="420025" cy="548875"/>
              </a:xfrm>
              <a:custGeom>
                <a:avLst/>
                <a:gdLst/>
                <a:ahLst/>
                <a:cxnLst/>
                <a:rect l="l" t="t" r="r" b="b"/>
                <a:pathLst>
                  <a:path w="16801" h="21955" extrusionOk="0">
                    <a:moveTo>
                      <a:pt x="1" y="1"/>
                    </a:moveTo>
                    <a:cubicBezTo>
                      <a:pt x="2317" y="1"/>
                      <a:pt x="4209" y="1893"/>
                      <a:pt x="4209" y="4209"/>
                    </a:cubicBezTo>
                    <a:lnTo>
                      <a:pt x="4209" y="17746"/>
                    </a:lnTo>
                    <a:cubicBezTo>
                      <a:pt x="4209" y="20062"/>
                      <a:pt x="2317" y="21954"/>
                      <a:pt x="1" y="21954"/>
                    </a:cubicBezTo>
                    <a:lnTo>
                      <a:pt x="12592" y="21954"/>
                    </a:lnTo>
                    <a:cubicBezTo>
                      <a:pt x="14908" y="21954"/>
                      <a:pt x="16800" y="20062"/>
                      <a:pt x="16800" y="17746"/>
                    </a:cubicBezTo>
                    <a:lnTo>
                      <a:pt x="16800" y="4209"/>
                    </a:lnTo>
                    <a:cubicBezTo>
                      <a:pt x="16800" y="1893"/>
                      <a:pt x="14908" y="1"/>
                      <a:pt x="125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62" name="Group 6161">
            <a:extLst>
              <a:ext uri="{FF2B5EF4-FFF2-40B4-BE49-F238E27FC236}">
                <a16:creationId xmlns:a16="http://schemas.microsoft.com/office/drawing/2014/main" id="{4AFB7265-8174-BFA8-CB8F-D5FD54CD2C3C}"/>
              </a:ext>
            </a:extLst>
          </p:cNvPr>
          <p:cNvGrpSpPr/>
          <p:nvPr/>
        </p:nvGrpSpPr>
        <p:grpSpPr>
          <a:xfrm>
            <a:off x="903399" y="3166389"/>
            <a:ext cx="7315124" cy="1832409"/>
            <a:chOff x="903399" y="3166389"/>
            <a:chExt cx="7315124" cy="1832409"/>
          </a:xfrm>
        </p:grpSpPr>
        <p:grpSp>
          <p:nvGrpSpPr>
            <p:cNvPr id="6144" name="Group 6143">
              <a:extLst>
                <a:ext uri="{FF2B5EF4-FFF2-40B4-BE49-F238E27FC236}">
                  <a16:creationId xmlns:a16="http://schemas.microsoft.com/office/drawing/2014/main" id="{BEDA2B27-5FE8-DFBF-7D42-E016D99A1DDA}"/>
                </a:ext>
              </a:extLst>
            </p:cNvPr>
            <p:cNvGrpSpPr/>
            <p:nvPr/>
          </p:nvGrpSpPr>
          <p:grpSpPr>
            <a:xfrm>
              <a:off x="903399" y="3166389"/>
              <a:ext cx="7315124" cy="1832409"/>
              <a:chOff x="2579647" y="3275012"/>
              <a:chExt cx="7315124" cy="1832409"/>
            </a:xfrm>
          </p:grpSpPr>
          <p:sp>
            <p:nvSpPr>
              <p:cNvPr id="2678" name="Rectangle: Rounded Corners 2677">
                <a:extLst>
                  <a:ext uri="{FF2B5EF4-FFF2-40B4-BE49-F238E27FC236}">
                    <a16:creationId xmlns:a16="http://schemas.microsoft.com/office/drawing/2014/main" id="{461A2055-3A38-7CFF-9371-CF6B7A6009CE}"/>
                  </a:ext>
                </a:extLst>
              </p:cNvPr>
              <p:cNvSpPr/>
              <p:nvPr/>
            </p:nvSpPr>
            <p:spPr>
              <a:xfrm>
                <a:off x="2579647" y="3275012"/>
                <a:ext cx="7315124" cy="1832409"/>
              </a:xfrm>
              <a:prstGeom prst="roundRect">
                <a:avLst/>
              </a:prstGeom>
              <a:solidFill>
                <a:srgbClr val="4EBCF7"/>
              </a:solidFill>
              <a:ln w="762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4" name="Google Shape;2564;p70">
                <a:extLst>
                  <a:ext uri="{FF2B5EF4-FFF2-40B4-BE49-F238E27FC236}">
                    <a16:creationId xmlns:a16="http://schemas.microsoft.com/office/drawing/2014/main" id="{37D1EA3D-FBB4-90E8-A26C-25E6F5ECC8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8054" y="3488271"/>
                <a:ext cx="2099167" cy="493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9pPr>
              </a:lstStyle>
              <a:p>
                <a:r>
                  <a:rPr lang="en-US" sz="2000" dirty="0"/>
                  <a:t>Blood Bank List</a:t>
                </a:r>
              </a:p>
            </p:txBody>
          </p:sp>
          <p:sp>
            <p:nvSpPr>
              <p:cNvPr id="2680" name="Google Shape;2579;p70">
                <a:extLst>
                  <a:ext uri="{FF2B5EF4-FFF2-40B4-BE49-F238E27FC236}">
                    <a16:creationId xmlns:a16="http://schemas.microsoft.com/office/drawing/2014/main" id="{7807B1A9-54CA-0B76-20A3-682366CF1F58}"/>
                  </a:ext>
                </a:extLst>
              </p:cNvPr>
              <p:cNvSpPr/>
              <p:nvPr/>
            </p:nvSpPr>
            <p:spPr>
              <a:xfrm rot="6790061">
                <a:off x="4236243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81" name="Google Shape;2581;p70">
                <a:extLst>
                  <a:ext uri="{FF2B5EF4-FFF2-40B4-BE49-F238E27FC236}">
                    <a16:creationId xmlns:a16="http://schemas.microsoft.com/office/drawing/2014/main" id="{A3ADB950-9D34-97DA-4BD8-F111F6CCF1E3}"/>
                  </a:ext>
                </a:extLst>
              </p:cNvPr>
              <p:cNvSpPr/>
              <p:nvPr/>
            </p:nvSpPr>
            <p:spPr>
              <a:xfrm rot="6790061">
                <a:off x="3744818" y="4603239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82" name="Google Shape;2583;p70">
                <a:extLst>
                  <a:ext uri="{FF2B5EF4-FFF2-40B4-BE49-F238E27FC236}">
                    <a16:creationId xmlns:a16="http://schemas.microsoft.com/office/drawing/2014/main" id="{760776D2-30B8-2648-F79F-5E56F7016682}"/>
                  </a:ext>
                </a:extLst>
              </p:cNvPr>
              <p:cNvSpPr/>
              <p:nvPr/>
            </p:nvSpPr>
            <p:spPr>
              <a:xfrm rot="6790061">
                <a:off x="3279665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585;p70">
                <a:extLst>
                  <a:ext uri="{FF2B5EF4-FFF2-40B4-BE49-F238E27FC236}">
                    <a16:creationId xmlns:a16="http://schemas.microsoft.com/office/drawing/2014/main" id="{7748C109-D801-137D-D618-570B37C11344}"/>
                  </a:ext>
                </a:extLst>
              </p:cNvPr>
              <p:cNvSpPr/>
              <p:nvPr/>
            </p:nvSpPr>
            <p:spPr>
              <a:xfrm rot="6790061">
                <a:off x="2891617" y="4603354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579;p70">
                <a:extLst>
                  <a:ext uri="{FF2B5EF4-FFF2-40B4-BE49-F238E27FC236}">
                    <a16:creationId xmlns:a16="http://schemas.microsoft.com/office/drawing/2014/main" id="{2E2DE2E4-C93E-CD42-E27B-014F4A2C5A80}"/>
                  </a:ext>
                </a:extLst>
              </p:cNvPr>
              <p:cNvSpPr/>
              <p:nvPr/>
            </p:nvSpPr>
            <p:spPr>
              <a:xfrm rot="6790061">
                <a:off x="4236242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85" name="Google Shape;2581;p70">
                <a:extLst>
                  <a:ext uri="{FF2B5EF4-FFF2-40B4-BE49-F238E27FC236}">
                    <a16:creationId xmlns:a16="http://schemas.microsoft.com/office/drawing/2014/main" id="{5F42710E-734A-A239-8885-D1FACDAAFE23}"/>
                  </a:ext>
                </a:extLst>
              </p:cNvPr>
              <p:cNvSpPr/>
              <p:nvPr/>
            </p:nvSpPr>
            <p:spPr>
              <a:xfrm rot="6790061">
                <a:off x="3744817" y="4191035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86" name="Google Shape;2583;p70">
                <a:extLst>
                  <a:ext uri="{FF2B5EF4-FFF2-40B4-BE49-F238E27FC236}">
                    <a16:creationId xmlns:a16="http://schemas.microsoft.com/office/drawing/2014/main" id="{B43DD332-2366-8F23-B580-9BB964057B38}"/>
                  </a:ext>
                </a:extLst>
              </p:cNvPr>
              <p:cNvSpPr/>
              <p:nvPr/>
            </p:nvSpPr>
            <p:spPr>
              <a:xfrm rot="6790061">
                <a:off x="3279664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585;p70">
                <a:extLst>
                  <a:ext uri="{FF2B5EF4-FFF2-40B4-BE49-F238E27FC236}">
                    <a16:creationId xmlns:a16="http://schemas.microsoft.com/office/drawing/2014/main" id="{1E7B181A-4C9D-DAA4-8C80-98B1C7BAF200}"/>
                  </a:ext>
                </a:extLst>
              </p:cNvPr>
              <p:cNvSpPr/>
              <p:nvPr/>
            </p:nvSpPr>
            <p:spPr>
              <a:xfrm rot="6790061">
                <a:off x="2891616" y="4191150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77" name="Rectangle: Rounded Corners 2676">
              <a:extLst>
                <a:ext uri="{FF2B5EF4-FFF2-40B4-BE49-F238E27FC236}">
                  <a16:creationId xmlns:a16="http://schemas.microsoft.com/office/drawing/2014/main" id="{40487CDE-9D58-1639-0305-577FA984DC13}"/>
                </a:ext>
              </a:extLst>
            </p:cNvPr>
            <p:cNvSpPr/>
            <p:nvPr/>
          </p:nvSpPr>
          <p:spPr>
            <a:xfrm>
              <a:off x="3170159" y="3294907"/>
              <a:ext cx="4928135" cy="1590686"/>
            </a:xfrm>
            <a:prstGeom prst="roundRect">
              <a:avLst/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61" name="Group 6160">
            <a:extLst>
              <a:ext uri="{FF2B5EF4-FFF2-40B4-BE49-F238E27FC236}">
                <a16:creationId xmlns:a16="http://schemas.microsoft.com/office/drawing/2014/main" id="{F28B8758-A782-F694-ABB6-D3FA4AD8689D}"/>
              </a:ext>
            </a:extLst>
          </p:cNvPr>
          <p:cNvGrpSpPr/>
          <p:nvPr/>
        </p:nvGrpSpPr>
        <p:grpSpPr>
          <a:xfrm>
            <a:off x="3099846" y="463144"/>
            <a:ext cx="5896796" cy="2153290"/>
            <a:chOff x="3071142" y="664249"/>
            <a:chExt cx="5896796" cy="2153290"/>
          </a:xfrm>
        </p:grpSpPr>
        <p:grpSp>
          <p:nvGrpSpPr>
            <p:cNvPr id="6147" name="Group 6146">
              <a:extLst>
                <a:ext uri="{FF2B5EF4-FFF2-40B4-BE49-F238E27FC236}">
                  <a16:creationId xmlns:a16="http://schemas.microsoft.com/office/drawing/2014/main" id="{485BF702-1D68-C96C-A8A4-5436D3EBAAA2}"/>
                </a:ext>
              </a:extLst>
            </p:cNvPr>
            <p:cNvGrpSpPr/>
            <p:nvPr/>
          </p:nvGrpSpPr>
          <p:grpSpPr>
            <a:xfrm>
              <a:off x="3071142" y="664249"/>
              <a:ext cx="5896796" cy="2153290"/>
              <a:chOff x="2579647" y="3275012"/>
              <a:chExt cx="7315124" cy="1832409"/>
            </a:xfrm>
          </p:grpSpPr>
          <p:sp>
            <p:nvSpPr>
              <p:cNvPr id="6149" name="Rectangle: Rounded Corners 6148">
                <a:extLst>
                  <a:ext uri="{FF2B5EF4-FFF2-40B4-BE49-F238E27FC236}">
                    <a16:creationId xmlns:a16="http://schemas.microsoft.com/office/drawing/2014/main" id="{47F9C9BE-084D-74FF-733A-4236052E9752}"/>
                  </a:ext>
                </a:extLst>
              </p:cNvPr>
              <p:cNvSpPr/>
              <p:nvPr/>
            </p:nvSpPr>
            <p:spPr>
              <a:xfrm>
                <a:off x="2579647" y="3275012"/>
                <a:ext cx="7315124" cy="1832409"/>
              </a:xfrm>
              <a:prstGeom prst="roundRect">
                <a:avLst/>
              </a:prstGeom>
              <a:solidFill>
                <a:srgbClr val="4EBCF7"/>
              </a:solidFill>
              <a:ln w="762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0" name="Google Shape;2564;p70">
                <a:extLst>
                  <a:ext uri="{FF2B5EF4-FFF2-40B4-BE49-F238E27FC236}">
                    <a16:creationId xmlns:a16="http://schemas.microsoft.com/office/drawing/2014/main" id="{D5337A21-9768-1BDA-C4D3-966A215BDC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8054" y="3488271"/>
                <a:ext cx="2099167" cy="493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3000"/>
                  <a:buFont typeface="Atkinson Hyperlegible"/>
                  <a:buNone/>
                  <a:defRPr sz="3000" b="1" i="0" u="none" strike="noStrike" cap="none">
                    <a:solidFill>
                      <a:schemeClr val="accent3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defRPr>
                </a:lvl9pPr>
              </a:lstStyle>
              <a:p>
                <a:pPr algn="ctr"/>
                <a:r>
                  <a:rPr lang="en-US" sz="2000" dirty="0"/>
                  <a:t>Donors</a:t>
                </a:r>
              </a:p>
            </p:txBody>
          </p:sp>
          <p:sp>
            <p:nvSpPr>
              <p:cNvPr id="6151" name="Google Shape;2579;p70">
                <a:extLst>
                  <a:ext uri="{FF2B5EF4-FFF2-40B4-BE49-F238E27FC236}">
                    <a16:creationId xmlns:a16="http://schemas.microsoft.com/office/drawing/2014/main" id="{93463818-70E8-82FF-6986-B454C0E2E88A}"/>
                  </a:ext>
                </a:extLst>
              </p:cNvPr>
              <p:cNvSpPr/>
              <p:nvPr/>
            </p:nvSpPr>
            <p:spPr>
              <a:xfrm rot="6790061">
                <a:off x="4236243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52" name="Google Shape;2581;p70">
                <a:extLst>
                  <a:ext uri="{FF2B5EF4-FFF2-40B4-BE49-F238E27FC236}">
                    <a16:creationId xmlns:a16="http://schemas.microsoft.com/office/drawing/2014/main" id="{0383381D-CB5B-8729-0E0E-C4348DCD0FA6}"/>
                  </a:ext>
                </a:extLst>
              </p:cNvPr>
              <p:cNvSpPr/>
              <p:nvPr/>
            </p:nvSpPr>
            <p:spPr>
              <a:xfrm rot="6790061">
                <a:off x="3744818" y="4603239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53" name="Google Shape;2583;p70">
                <a:extLst>
                  <a:ext uri="{FF2B5EF4-FFF2-40B4-BE49-F238E27FC236}">
                    <a16:creationId xmlns:a16="http://schemas.microsoft.com/office/drawing/2014/main" id="{307A24D8-6043-66B8-52EB-278A38CC390A}"/>
                  </a:ext>
                </a:extLst>
              </p:cNvPr>
              <p:cNvSpPr/>
              <p:nvPr/>
            </p:nvSpPr>
            <p:spPr>
              <a:xfrm rot="6790061">
                <a:off x="3279665" y="4603239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4" name="Google Shape;2585;p70">
                <a:extLst>
                  <a:ext uri="{FF2B5EF4-FFF2-40B4-BE49-F238E27FC236}">
                    <a16:creationId xmlns:a16="http://schemas.microsoft.com/office/drawing/2014/main" id="{CC5E5A4E-46FF-A457-57B6-761356BD18CC}"/>
                  </a:ext>
                </a:extLst>
              </p:cNvPr>
              <p:cNvSpPr/>
              <p:nvPr/>
            </p:nvSpPr>
            <p:spPr>
              <a:xfrm rot="6790061">
                <a:off x="2891617" y="4603354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5" name="Google Shape;2579;p70">
                <a:extLst>
                  <a:ext uri="{FF2B5EF4-FFF2-40B4-BE49-F238E27FC236}">
                    <a16:creationId xmlns:a16="http://schemas.microsoft.com/office/drawing/2014/main" id="{AB5E5351-B6E7-4428-EB38-A3F209374132}"/>
                  </a:ext>
                </a:extLst>
              </p:cNvPr>
              <p:cNvSpPr/>
              <p:nvPr/>
            </p:nvSpPr>
            <p:spPr>
              <a:xfrm rot="6790061">
                <a:off x="4236242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790"/>
                      <a:pt x="429" y="4637"/>
                      <a:pt x="1820" y="5520"/>
                    </a:cubicBezTo>
                    <a:cubicBezTo>
                      <a:pt x="2322" y="5832"/>
                      <a:pt x="2876" y="5980"/>
                      <a:pt x="3422" y="5980"/>
                    </a:cubicBezTo>
                    <a:cubicBezTo>
                      <a:pt x="4420" y="5980"/>
                      <a:pt x="5388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56" name="Google Shape;2581;p70">
                <a:extLst>
                  <a:ext uri="{FF2B5EF4-FFF2-40B4-BE49-F238E27FC236}">
                    <a16:creationId xmlns:a16="http://schemas.microsoft.com/office/drawing/2014/main" id="{B61E761A-8991-398F-AADB-F97DAE7798C4}"/>
                  </a:ext>
                </a:extLst>
              </p:cNvPr>
              <p:cNvSpPr/>
              <p:nvPr/>
            </p:nvSpPr>
            <p:spPr>
              <a:xfrm rot="6790061">
                <a:off x="3744817" y="4191035"/>
                <a:ext cx="262635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981" extrusionOk="0">
                    <a:moveTo>
                      <a:pt x="3428" y="0"/>
                    </a:moveTo>
                    <a:cubicBezTo>
                      <a:pt x="2432" y="0"/>
                      <a:pt x="1456" y="492"/>
                      <a:pt x="884" y="1411"/>
                    </a:cubicBezTo>
                    <a:cubicBezTo>
                      <a:pt x="1" y="2803"/>
                      <a:pt x="429" y="4650"/>
                      <a:pt x="1821" y="5533"/>
                    </a:cubicBezTo>
                    <a:cubicBezTo>
                      <a:pt x="2311" y="5835"/>
                      <a:pt x="2858" y="5980"/>
                      <a:pt x="3399" y="5980"/>
                    </a:cubicBezTo>
                    <a:cubicBezTo>
                      <a:pt x="4394" y="5980"/>
                      <a:pt x="5371" y="5488"/>
                      <a:pt x="5943" y="4570"/>
                    </a:cubicBezTo>
                    <a:cubicBezTo>
                      <a:pt x="6826" y="3178"/>
                      <a:pt x="6398" y="1331"/>
                      <a:pt x="5006" y="448"/>
                    </a:cubicBezTo>
                    <a:cubicBezTo>
                      <a:pt x="4516" y="146"/>
                      <a:pt x="3969" y="0"/>
                      <a:pt x="342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57" name="Google Shape;2583;p70">
                <a:extLst>
                  <a:ext uri="{FF2B5EF4-FFF2-40B4-BE49-F238E27FC236}">
                    <a16:creationId xmlns:a16="http://schemas.microsoft.com/office/drawing/2014/main" id="{08511070-9E0E-FD76-95F3-94BD75A4899D}"/>
                  </a:ext>
                </a:extLst>
              </p:cNvPr>
              <p:cNvSpPr/>
              <p:nvPr/>
            </p:nvSpPr>
            <p:spPr>
              <a:xfrm rot="6790061">
                <a:off x="3279664" y="4191035"/>
                <a:ext cx="262596" cy="230089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81" extrusionOk="0">
                    <a:moveTo>
                      <a:pt x="3423" y="1"/>
                    </a:moveTo>
                    <a:cubicBezTo>
                      <a:pt x="2429" y="1"/>
                      <a:pt x="1455" y="498"/>
                      <a:pt x="884" y="1398"/>
                    </a:cubicBezTo>
                    <a:cubicBezTo>
                      <a:pt x="0" y="2817"/>
                      <a:pt x="429" y="4637"/>
                      <a:pt x="1820" y="5520"/>
                    </a:cubicBezTo>
                    <a:cubicBezTo>
                      <a:pt x="2312" y="5832"/>
                      <a:pt x="2861" y="5980"/>
                      <a:pt x="3403" y="5980"/>
                    </a:cubicBezTo>
                    <a:cubicBezTo>
                      <a:pt x="4397" y="5980"/>
                      <a:pt x="5371" y="5483"/>
                      <a:pt x="5942" y="4583"/>
                    </a:cubicBezTo>
                    <a:cubicBezTo>
                      <a:pt x="6826" y="3191"/>
                      <a:pt x="6397" y="1344"/>
                      <a:pt x="5006" y="461"/>
                    </a:cubicBezTo>
                    <a:cubicBezTo>
                      <a:pt x="4514" y="149"/>
                      <a:pt x="3965" y="1"/>
                      <a:pt x="342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8" name="Google Shape;2585;p70">
                <a:extLst>
                  <a:ext uri="{FF2B5EF4-FFF2-40B4-BE49-F238E27FC236}">
                    <a16:creationId xmlns:a16="http://schemas.microsoft.com/office/drawing/2014/main" id="{C094B16F-DE52-524E-087D-AA5293BD2DD5}"/>
                  </a:ext>
                </a:extLst>
              </p:cNvPr>
              <p:cNvSpPr/>
              <p:nvPr/>
            </p:nvSpPr>
            <p:spPr>
              <a:xfrm rot="6790061">
                <a:off x="2891616" y="4191150"/>
                <a:ext cx="262596" cy="229858"/>
              </a:xfrm>
              <a:custGeom>
                <a:avLst/>
                <a:gdLst/>
                <a:ahLst/>
                <a:cxnLst/>
                <a:rect l="l" t="t" r="r" b="b"/>
                <a:pathLst>
                  <a:path w="6826" h="5975" extrusionOk="0">
                    <a:moveTo>
                      <a:pt x="3387" y="1"/>
                    </a:moveTo>
                    <a:cubicBezTo>
                      <a:pt x="2394" y="1"/>
                      <a:pt x="1434" y="492"/>
                      <a:pt x="883" y="1404"/>
                    </a:cubicBezTo>
                    <a:cubicBezTo>
                      <a:pt x="0" y="2796"/>
                      <a:pt x="428" y="4643"/>
                      <a:pt x="1820" y="5526"/>
                    </a:cubicBezTo>
                    <a:cubicBezTo>
                      <a:pt x="2312" y="5829"/>
                      <a:pt x="2862" y="5975"/>
                      <a:pt x="3405" y="5975"/>
                    </a:cubicBezTo>
                    <a:cubicBezTo>
                      <a:pt x="4398" y="5975"/>
                      <a:pt x="5371" y="5489"/>
                      <a:pt x="5942" y="4590"/>
                    </a:cubicBezTo>
                    <a:cubicBezTo>
                      <a:pt x="6825" y="3171"/>
                      <a:pt x="6397" y="1324"/>
                      <a:pt x="5005" y="468"/>
                    </a:cubicBezTo>
                    <a:cubicBezTo>
                      <a:pt x="4499" y="152"/>
                      <a:pt x="3938" y="1"/>
                      <a:pt x="3387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 w="8700" cap="flat" cmpd="sng">
                <a:solidFill>
                  <a:srgbClr val="E7D8DD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45" name="Rectangle: Rounded Corners 6144">
              <a:extLst>
                <a:ext uri="{FF2B5EF4-FFF2-40B4-BE49-F238E27FC236}">
                  <a16:creationId xmlns:a16="http://schemas.microsoft.com/office/drawing/2014/main" id="{8EDC9BE3-86B8-591D-AD4B-5A33B05AD0DC}"/>
                </a:ext>
              </a:extLst>
            </p:cNvPr>
            <p:cNvSpPr/>
            <p:nvPr/>
          </p:nvSpPr>
          <p:spPr>
            <a:xfrm>
              <a:off x="4838700" y="801626"/>
              <a:ext cx="3898232" cy="1819063"/>
            </a:xfrm>
            <a:prstGeom prst="round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66" name="Google Shape;2566;p70"/>
          <p:cNvGrpSpPr/>
          <p:nvPr/>
        </p:nvGrpSpPr>
        <p:grpSpPr>
          <a:xfrm>
            <a:off x="140503" y="630150"/>
            <a:ext cx="2778111" cy="2243686"/>
            <a:chOff x="5450725" y="891550"/>
            <a:chExt cx="1805375" cy="1458075"/>
          </a:xfrm>
        </p:grpSpPr>
        <p:sp>
          <p:nvSpPr>
            <p:cNvPr id="2567" name="Google Shape;2567;p70"/>
            <p:cNvSpPr/>
            <p:nvPr/>
          </p:nvSpPr>
          <p:spPr>
            <a:xfrm>
              <a:off x="5450725" y="891550"/>
              <a:ext cx="1805375" cy="1458075"/>
            </a:xfrm>
            <a:custGeom>
              <a:avLst/>
              <a:gdLst/>
              <a:ahLst/>
              <a:cxnLst/>
              <a:rect l="l" t="t" r="r" b="b"/>
              <a:pathLst>
                <a:path w="72215" h="58323" extrusionOk="0">
                  <a:moveTo>
                    <a:pt x="38115" y="0"/>
                  </a:moveTo>
                  <a:cubicBezTo>
                    <a:pt x="35706" y="0"/>
                    <a:pt x="33163" y="1660"/>
                    <a:pt x="31450" y="4283"/>
                  </a:cubicBezTo>
                  <a:cubicBezTo>
                    <a:pt x="31450" y="4310"/>
                    <a:pt x="31423" y="4336"/>
                    <a:pt x="31396" y="4363"/>
                  </a:cubicBezTo>
                  <a:lnTo>
                    <a:pt x="31129" y="3400"/>
                  </a:lnTo>
                  <a:cubicBezTo>
                    <a:pt x="30808" y="2302"/>
                    <a:pt x="30085" y="1392"/>
                    <a:pt x="29095" y="830"/>
                  </a:cubicBezTo>
                  <a:cubicBezTo>
                    <a:pt x="29041" y="830"/>
                    <a:pt x="29014" y="803"/>
                    <a:pt x="28988" y="803"/>
                  </a:cubicBezTo>
                  <a:lnTo>
                    <a:pt x="28880" y="723"/>
                  </a:lnTo>
                  <a:cubicBezTo>
                    <a:pt x="28292" y="455"/>
                    <a:pt x="27649" y="295"/>
                    <a:pt x="27007" y="295"/>
                  </a:cubicBezTo>
                  <a:lnTo>
                    <a:pt x="26712" y="295"/>
                  </a:lnTo>
                  <a:cubicBezTo>
                    <a:pt x="23126" y="536"/>
                    <a:pt x="14026" y="1553"/>
                    <a:pt x="7066" y="5701"/>
                  </a:cubicBezTo>
                  <a:cubicBezTo>
                    <a:pt x="5996" y="6344"/>
                    <a:pt x="5273" y="7388"/>
                    <a:pt x="5032" y="8565"/>
                  </a:cubicBezTo>
                  <a:cubicBezTo>
                    <a:pt x="5006" y="8672"/>
                    <a:pt x="5006" y="8753"/>
                    <a:pt x="4979" y="8833"/>
                  </a:cubicBezTo>
                  <a:cubicBezTo>
                    <a:pt x="4898" y="9395"/>
                    <a:pt x="4925" y="9930"/>
                    <a:pt x="5059" y="10439"/>
                  </a:cubicBezTo>
                  <a:lnTo>
                    <a:pt x="6826" y="17478"/>
                  </a:lnTo>
                  <a:cubicBezTo>
                    <a:pt x="6317" y="17291"/>
                    <a:pt x="5755" y="17157"/>
                    <a:pt x="5166" y="17157"/>
                  </a:cubicBezTo>
                  <a:cubicBezTo>
                    <a:pt x="2623" y="17157"/>
                    <a:pt x="562" y="19245"/>
                    <a:pt x="562" y="21788"/>
                  </a:cubicBezTo>
                  <a:cubicBezTo>
                    <a:pt x="562" y="24196"/>
                    <a:pt x="2409" y="26150"/>
                    <a:pt x="4765" y="26364"/>
                  </a:cubicBezTo>
                  <a:cubicBezTo>
                    <a:pt x="3212" y="27328"/>
                    <a:pt x="1874" y="28934"/>
                    <a:pt x="1071" y="30995"/>
                  </a:cubicBezTo>
                  <a:cubicBezTo>
                    <a:pt x="1017" y="31048"/>
                    <a:pt x="1017" y="31102"/>
                    <a:pt x="991" y="31182"/>
                  </a:cubicBezTo>
                  <a:cubicBezTo>
                    <a:pt x="54" y="33564"/>
                    <a:pt x="0" y="36161"/>
                    <a:pt x="857" y="38061"/>
                  </a:cubicBezTo>
                  <a:cubicBezTo>
                    <a:pt x="1419" y="39346"/>
                    <a:pt x="2329" y="40283"/>
                    <a:pt x="3480" y="40764"/>
                  </a:cubicBezTo>
                  <a:cubicBezTo>
                    <a:pt x="3721" y="40925"/>
                    <a:pt x="3988" y="41032"/>
                    <a:pt x="4256" y="41139"/>
                  </a:cubicBezTo>
                  <a:cubicBezTo>
                    <a:pt x="4658" y="41300"/>
                    <a:pt x="5113" y="41407"/>
                    <a:pt x="5541" y="41433"/>
                  </a:cubicBezTo>
                  <a:cubicBezTo>
                    <a:pt x="5541" y="41460"/>
                    <a:pt x="5541" y="41487"/>
                    <a:pt x="5541" y="41514"/>
                  </a:cubicBezTo>
                  <a:cubicBezTo>
                    <a:pt x="5246" y="42718"/>
                    <a:pt x="5916" y="43923"/>
                    <a:pt x="7040" y="44351"/>
                  </a:cubicBezTo>
                  <a:cubicBezTo>
                    <a:pt x="6986" y="44913"/>
                    <a:pt x="7120" y="45448"/>
                    <a:pt x="7388" y="45903"/>
                  </a:cubicBezTo>
                  <a:lnTo>
                    <a:pt x="6156" y="45903"/>
                  </a:lnTo>
                  <a:cubicBezTo>
                    <a:pt x="3828" y="45903"/>
                    <a:pt x="1927" y="47804"/>
                    <a:pt x="1927" y="50132"/>
                  </a:cubicBezTo>
                  <a:lnTo>
                    <a:pt x="1927" y="52033"/>
                  </a:lnTo>
                  <a:cubicBezTo>
                    <a:pt x="1927" y="54361"/>
                    <a:pt x="3828" y="56262"/>
                    <a:pt x="6156" y="56262"/>
                  </a:cubicBezTo>
                  <a:lnTo>
                    <a:pt x="15498" y="56262"/>
                  </a:lnTo>
                  <a:cubicBezTo>
                    <a:pt x="15979" y="57145"/>
                    <a:pt x="16809" y="57760"/>
                    <a:pt x="17853" y="57975"/>
                  </a:cubicBezTo>
                  <a:cubicBezTo>
                    <a:pt x="18094" y="58028"/>
                    <a:pt x="18388" y="58082"/>
                    <a:pt x="18763" y="58135"/>
                  </a:cubicBezTo>
                  <a:cubicBezTo>
                    <a:pt x="19753" y="58269"/>
                    <a:pt x="20824" y="58322"/>
                    <a:pt x="21948" y="58322"/>
                  </a:cubicBezTo>
                  <a:cubicBezTo>
                    <a:pt x="23206" y="58322"/>
                    <a:pt x="24544" y="58242"/>
                    <a:pt x="25936" y="58082"/>
                  </a:cubicBezTo>
                  <a:cubicBezTo>
                    <a:pt x="27810" y="57841"/>
                    <a:pt x="29844" y="57466"/>
                    <a:pt x="31932" y="56904"/>
                  </a:cubicBezTo>
                  <a:cubicBezTo>
                    <a:pt x="31985" y="56904"/>
                    <a:pt x="32066" y="56877"/>
                    <a:pt x="32119" y="56850"/>
                  </a:cubicBezTo>
                  <a:lnTo>
                    <a:pt x="32521" y="56743"/>
                  </a:lnTo>
                  <a:cubicBezTo>
                    <a:pt x="32547" y="56743"/>
                    <a:pt x="32601" y="56717"/>
                    <a:pt x="32654" y="56717"/>
                  </a:cubicBezTo>
                  <a:cubicBezTo>
                    <a:pt x="32922" y="56636"/>
                    <a:pt x="33217" y="56529"/>
                    <a:pt x="33511" y="56449"/>
                  </a:cubicBezTo>
                  <a:cubicBezTo>
                    <a:pt x="34287" y="57091"/>
                    <a:pt x="35304" y="57466"/>
                    <a:pt x="36348" y="57466"/>
                  </a:cubicBezTo>
                  <a:cubicBezTo>
                    <a:pt x="38677" y="57466"/>
                    <a:pt x="40577" y="55726"/>
                    <a:pt x="40818" y="53478"/>
                  </a:cubicBezTo>
                  <a:cubicBezTo>
                    <a:pt x="40925" y="53424"/>
                    <a:pt x="41032" y="53344"/>
                    <a:pt x="41166" y="53291"/>
                  </a:cubicBezTo>
                  <a:lnTo>
                    <a:pt x="43789" y="54950"/>
                  </a:lnTo>
                  <a:cubicBezTo>
                    <a:pt x="44485" y="55405"/>
                    <a:pt x="45315" y="55619"/>
                    <a:pt x="46144" y="55619"/>
                  </a:cubicBezTo>
                  <a:cubicBezTo>
                    <a:pt x="47697" y="55619"/>
                    <a:pt x="49089" y="54843"/>
                    <a:pt x="49918" y="53558"/>
                  </a:cubicBezTo>
                  <a:lnTo>
                    <a:pt x="57627" y="41246"/>
                  </a:lnTo>
                  <a:cubicBezTo>
                    <a:pt x="57814" y="41166"/>
                    <a:pt x="57975" y="41059"/>
                    <a:pt x="58135" y="40925"/>
                  </a:cubicBezTo>
                  <a:cubicBezTo>
                    <a:pt x="58564" y="41246"/>
                    <a:pt x="59072" y="41407"/>
                    <a:pt x="59607" y="41407"/>
                  </a:cubicBezTo>
                  <a:cubicBezTo>
                    <a:pt x="60250" y="41407"/>
                    <a:pt x="60892" y="41139"/>
                    <a:pt x="61347" y="40657"/>
                  </a:cubicBezTo>
                  <a:cubicBezTo>
                    <a:pt x="61802" y="40202"/>
                    <a:pt x="62043" y="39587"/>
                    <a:pt x="62016" y="38917"/>
                  </a:cubicBezTo>
                  <a:cubicBezTo>
                    <a:pt x="62016" y="38382"/>
                    <a:pt x="61829" y="37847"/>
                    <a:pt x="61481" y="37445"/>
                  </a:cubicBezTo>
                  <a:cubicBezTo>
                    <a:pt x="61802" y="37017"/>
                    <a:pt x="61963" y="36482"/>
                    <a:pt x="61963" y="35920"/>
                  </a:cubicBezTo>
                  <a:cubicBezTo>
                    <a:pt x="61936" y="35545"/>
                    <a:pt x="61856" y="35170"/>
                    <a:pt x="61668" y="34822"/>
                  </a:cubicBezTo>
                  <a:lnTo>
                    <a:pt x="70903" y="20128"/>
                  </a:lnTo>
                  <a:cubicBezTo>
                    <a:pt x="72214" y="18040"/>
                    <a:pt x="71598" y="15284"/>
                    <a:pt x="69511" y="13999"/>
                  </a:cubicBezTo>
                  <a:lnTo>
                    <a:pt x="59661" y="7816"/>
                  </a:lnTo>
                  <a:cubicBezTo>
                    <a:pt x="59822" y="7334"/>
                    <a:pt x="59902" y="6852"/>
                    <a:pt x="59902" y="6344"/>
                  </a:cubicBezTo>
                  <a:cubicBezTo>
                    <a:pt x="59902" y="3801"/>
                    <a:pt x="57841" y="1740"/>
                    <a:pt x="55298" y="1740"/>
                  </a:cubicBezTo>
                  <a:cubicBezTo>
                    <a:pt x="54067" y="1740"/>
                    <a:pt x="52916" y="2222"/>
                    <a:pt x="52086" y="3052"/>
                  </a:cubicBezTo>
                  <a:lnTo>
                    <a:pt x="49865" y="1633"/>
                  </a:lnTo>
                  <a:cubicBezTo>
                    <a:pt x="49142" y="1205"/>
                    <a:pt x="48339" y="964"/>
                    <a:pt x="47509" y="964"/>
                  </a:cubicBezTo>
                  <a:cubicBezTo>
                    <a:pt x="45957" y="964"/>
                    <a:pt x="44538" y="1740"/>
                    <a:pt x="43735" y="3052"/>
                  </a:cubicBezTo>
                  <a:lnTo>
                    <a:pt x="43254" y="3801"/>
                  </a:lnTo>
                  <a:cubicBezTo>
                    <a:pt x="42906" y="2730"/>
                    <a:pt x="42263" y="1847"/>
                    <a:pt x="41353" y="1258"/>
                  </a:cubicBezTo>
                  <a:cubicBezTo>
                    <a:pt x="41139" y="1044"/>
                    <a:pt x="40925" y="884"/>
                    <a:pt x="40657" y="723"/>
                  </a:cubicBezTo>
                  <a:cubicBezTo>
                    <a:pt x="39908" y="268"/>
                    <a:pt x="39051" y="0"/>
                    <a:pt x="38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70"/>
            <p:cNvSpPr/>
            <p:nvPr/>
          </p:nvSpPr>
          <p:spPr>
            <a:xfrm>
              <a:off x="6047600" y="978225"/>
              <a:ext cx="1147600" cy="1259675"/>
            </a:xfrm>
            <a:custGeom>
              <a:avLst/>
              <a:gdLst/>
              <a:ahLst/>
              <a:cxnLst/>
              <a:rect l="l" t="t" r="r" b="b"/>
              <a:pathLst>
                <a:path w="45904" h="50387" extrusionOk="0">
                  <a:moveTo>
                    <a:pt x="23625" y="0"/>
                  </a:moveTo>
                  <a:cubicBezTo>
                    <a:pt x="22861" y="0"/>
                    <a:pt x="22114" y="390"/>
                    <a:pt x="21680" y="1084"/>
                  </a:cubicBezTo>
                  <a:lnTo>
                    <a:pt x="15444" y="10987"/>
                  </a:lnTo>
                  <a:lnTo>
                    <a:pt x="12768" y="15243"/>
                  </a:lnTo>
                  <a:lnTo>
                    <a:pt x="669" y="34514"/>
                  </a:lnTo>
                  <a:cubicBezTo>
                    <a:pt x="0" y="35584"/>
                    <a:pt x="322" y="37003"/>
                    <a:pt x="1392" y="37672"/>
                  </a:cubicBezTo>
                  <a:lnTo>
                    <a:pt x="21038" y="50038"/>
                  </a:lnTo>
                  <a:cubicBezTo>
                    <a:pt x="21425" y="50274"/>
                    <a:pt x="21853" y="50387"/>
                    <a:pt x="22273" y="50387"/>
                  </a:cubicBezTo>
                  <a:cubicBezTo>
                    <a:pt x="23044" y="50387"/>
                    <a:pt x="23790" y="50008"/>
                    <a:pt x="24223" y="49315"/>
                  </a:cubicBezTo>
                  <a:lnTo>
                    <a:pt x="36776" y="29348"/>
                  </a:lnTo>
                  <a:lnTo>
                    <a:pt x="39185" y="25520"/>
                  </a:lnTo>
                  <a:lnTo>
                    <a:pt x="45234" y="15885"/>
                  </a:lnTo>
                  <a:cubicBezTo>
                    <a:pt x="45903" y="14787"/>
                    <a:pt x="45582" y="13369"/>
                    <a:pt x="44512" y="12700"/>
                  </a:cubicBezTo>
                  <a:lnTo>
                    <a:pt x="24839" y="361"/>
                  </a:lnTo>
                  <a:cubicBezTo>
                    <a:pt x="24462" y="116"/>
                    <a:pt x="24041" y="0"/>
                    <a:pt x="23625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70"/>
            <p:cNvSpPr/>
            <p:nvPr/>
          </p:nvSpPr>
          <p:spPr>
            <a:xfrm>
              <a:off x="6336000" y="1176600"/>
              <a:ext cx="575475" cy="883275"/>
            </a:xfrm>
            <a:custGeom>
              <a:avLst/>
              <a:gdLst/>
              <a:ahLst/>
              <a:cxnLst/>
              <a:rect l="l" t="t" r="r" b="b"/>
              <a:pathLst>
                <a:path w="23019" h="35331" fill="none" extrusionOk="0">
                  <a:moveTo>
                    <a:pt x="589" y="35063"/>
                  </a:moveTo>
                  <a:lnTo>
                    <a:pt x="589" y="35063"/>
                  </a:lnTo>
                  <a:cubicBezTo>
                    <a:pt x="134" y="34769"/>
                    <a:pt x="0" y="34153"/>
                    <a:pt x="268" y="33698"/>
                  </a:cubicBezTo>
                  <a:lnTo>
                    <a:pt x="21065" y="616"/>
                  </a:lnTo>
                  <a:cubicBezTo>
                    <a:pt x="21359" y="161"/>
                    <a:pt x="21975" y="1"/>
                    <a:pt x="22430" y="295"/>
                  </a:cubicBezTo>
                  <a:lnTo>
                    <a:pt x="22430" y="295"/>
                  </a:lnTo>
                  <a:cubicBezTo>
                    <a:pt x="22885" y="589"/>
                    <a:pt x="23019" y="1205"/>
                    <a:pt x="22724" y="1660"/>
                  </a:cubicBezTo>
                  <a:lnTo>
                    <a:pt x="1954" y="34742"/>
                  </a:lnTo>
                  <a:cubicBezTo>
                    <a:pt x="1660" y="35197"/>
                    <a:pt x="1044" y="35331"/>
                    <a:pt x="589" y="35063"/>
                  </a:cubicBezTo>
                  <a:close/>
                </a:path>
              </a:pathLst>
            </a:custGeom>
            <a:noFill/>
            <a:ln w="402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70"/>
            <p:cNvSpPr/>
            <p:nvPr/>
          </p:nvSpPr>
          <p:spPr>
            <a:xfrm>
              <a:off x="6580225" y="11236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816"/>
                    <a:pt x="429" y="4636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425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70"/>
            <p:cNvSpPr/>
            <p:nvPr/>
          </p:nvSpPr>
          <p:spPr>
            <a:xfrm>
              <a:off x="6578900" y="1112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396" y="1"/>
                  </a:moveTo>
                  <a:cubicBezTo>
                    <a:pt x="2402" y="1"/>
                    <a:pt x="1428" y="498"/>
                    <a:pt x="857" y="1398"/>
                  </a:cubicBezTo>
                  <a:cubicBezTo>
                    <a:pt x="0" y="2816"/>
                    <a:pt x="402" y="4663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799" y="3191"/>
                    <a:pt x="6397" y="1344"/>
                    <a:pt x="4979" y="461"/>
                  </a:cubicBezTo>
                  <a:cubicBezTo>
                    <a:pt x="4487" y="149"/>
                    <a:pt x="3938" y="1"/>
                    <a:pt x="3396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70"/>
            <p:cNvSpPr/>
            <p:nvPr/>
          </p:nvSpPr>
          <p:spPr>
            <a:xfrm>
              <a:off x="6459125" y="13169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2" y="1"/>
                  </a:moveTo>
                  <a:cubicBezTo>
                    <a:pt x="2429" y="1"/>
                    <a:pt x="1455" y="498"/>
                    <a:pt x="883" y="1398"/>
                  </a:cubicBezTo>
                  <a:cubicBezTo>
                    <a:pt x="0" y="2790"/>
                    <a:pt x="428" y="4637"/>
                    <a:pt x="1820" y="5520"/>
                  </a:cubicBezTo>
                  <a:cubicBezTo>
                    <a:pt x="2312" y="5832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65"/>
                    <a:pt x="6397" y="1318"/>
                    <a:pt x="5005" y="461"/>
                  </a:cubicBezTo>
                  <a:cubicBezTo>
                    <a:pt x="4514" y="149"/>
                    <a:pt x="3965" y="1"/>
                    <a:pt x="3422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70"/>
            <p:cNvSpPr/>
            <p:nvPr/>
          </p:nvSpPr>
          <p:spPr>
            <a:xfrm>
              <a:off x="6457100" y="13056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3" y="1"/>
                  </a:moveTo>
                  <a:cubicBezTo>
                    <a:pt x="2430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70"/>
            <p:cNvSpPr/>
            <p:nvPr/>
          </p:nvSpPr>
          <p:spPr>
            <a:xfrm>
              <a:off x="6334650" y="15147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1"/>
                  </a:moveTo>
                  <a:cubicBezTo>
                    <a:pt x="2432" y="1"/>
                    <a:pt x="1456" y="493"/>
                    <a:pt x="884" y="1412"/>
                  </a:cubicBezTo>
                  <a:cubicBezTo>
                    <a:pt x="1" y="2803"/>
                    <a:pt x="429" y="4650"/>
                    <a:pt x="1821" y="5534"/>
                  </a:cubicBezTo>
                  <a:cubicBezTo>
                    <a:pt x="2321" y="5835"/>
                    <a:pt x="2874" y="5981"/>
                    <a:pt x="3418" y="5981"/>
                  </a:cubicBezTo>
                  <a:cubicBezTo>
                    <a:pt x="4418" y="5981"/>
                    <a:pt x="5388" y="5489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1"/>
                    <a:pt x="3428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70"/>
            <p:cNvSpPr/>
            <p:nvPr/>
          </p:nvSpPr>
          <p:spPr>
            <a:xfrm>
              <a:off x="6333325" y="1503500"/>
              <a:ext cx="169975" cy="149675"/>
            </a:xfrm>
            <a:custGeom>
              <a:avLst/>
              <a:gdLst/>
              <a:ahLst/>
              <a:cxnLst/>
              <a:rect l="l" t="t" r="r" b="b"/>
              <a:pathLst>
                <a:path w="6799" h="5987" extrusionOk="0">
                  <a:moveTo>
                    <a:pt x="3378" y="1"/>
                  </a:moveTo>
                  <a:cubicBezTo>
                    <a:pt x="2391" y="1"/>
                    <a:pt x="1425" y="493"/>
                    <a:pt x="857" y="1405"/>
                  </a:cubicBezTo>
                  <a:cubicBezTo>
                    <a:pt x="0" y="2796"/>
                    <a:pt x="402" y="4643"/>
                    <a:pt x="1820" y="5527"/>
                  </a:cubicBezTo>
                  <a:cubicBezTo>
                    <a:pt x="2312" y="5839"/>
                    <a:pt x="2861" y="5987"/>
                    <a:pt x="3403" y="5987"/>
                  </a:cubicBezTo>
                  <a:cubicBezTo>
                    <a:pt x="4397" y="5987"/>
                    <a:pt x="5371" y="5490"/>
                    <a:pt x="5942" y="4590"/>
                  </a:cubicBezTo>
                  <a:cubicBezTo>
                    <a:pt x="6799" y="3171"/>
                    <a:pt x="6397" y="1324"/>
                    <a:pt x="4979" y="468"/>
                  </a:cubicBezTo>
                  <a:cubicBezTo>
                    <a:pt x="4482" y="153"/>
                    <a:pt x="3927" y="1"/>
                    <a:pt x="3378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70"/>
            <p:cNvSpPr/>
            <p:nvPr/>
          </p:nvSpPr>
          <p:spPr>
            <a:xfrm>
              <a:off x="6201500" y="172717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3" y="0"/>
                  </a:moveTo>
                  <a:cubicBezTo>
                    <a:pt x="2429" y="0"/>
                    <a:pt x="1455" y="497"/>
                    <a:pt x="884" y="1397"/>
                  </a:cubicBezTo>
                  <a:cubicBezTo>
                    <a:pt x="0" y="2789"/>
                    <a:pt x="429" y="4636"/>
                    <a:pt x="1820" y="5519"/>
                  </a:cubicBezTo>
                  <a:cubicBezTo>
                    <a:pt x="2312" y="5831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0"/>
                    <a:pt x="3423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70"/>
            <p:cNvSpPr/>
            <p:nvPr/>
          </p:nvSpPr>
          <p:spPr>
            <a:xfrm>
              <a:off x="6199500" y="1715800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2" y="0"/>
                  </a:moveTo>
                  <a:cubicBezTo>
                    <a:pt x="2429" y="0"/>
                    <a:pt x="1455" y="497"/>
                    <a:pt x="883" y="1397"/>
                  </a:cubicBezTo>
                  <a:cubicBezTo>
                    <a:pt x="0" y="2789"/>
                    <a:pt x="428" y="4636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14" y="148"/>
                    <a:pt x="3965" y="0"/>
                    <a:pt x="3422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70"/>
            <p:cNvSpPr/>
            <p:nvPr/>
          </p:nvSpPr>
          <p:spPr>
            <a:xfrm>
              <a:off x="6897400" y="13230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64"/>
                    <a:pt x="6398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70"/>
            <p:cNvSpPr/>
            <p:nvPr/>
          </p:nvSpPr>
          <p:spPr>
            <a:xfrm>
              <a:off x="6895400" y="131162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790"/>
                    <a:pt x="429" y="4637"/>
                    <a:pt x="1820" y="5520"/>
                  </a:cubicBezTo>
                  <a:cubicBezTo>
                    <a:pt x="2322" y="5832"/>
                    <a:pt x="2876" y="5980"/>
                    <a:pt x="3422" y="5980"/>
                  </a:cubicBezTo>
                  <a:cubicBezTo>
                    <a:pt x="4420" y="5980"/>
                    <a:pt x="5388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70"/>
            <p:cNvSpPr/>
            <p:nvPr/>
          </p:nvSpPr>
          <p:spPr>
            <a:xfrm>
              <a:off x="6776300" y="151572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10" y="0"/>
                  </a:moveTo>
                  <a:cubicBezTo>
                    <a:pt x="2418" y="0"/>
                    <a:pt x="1455" y="497"/>
                    <a:pt x="883" y="1397"/>
                  </a:cubicBezTo>
                  <a:cubicBezTo>
                    <a:pt x="0" y="2816"/>
                    <a:pt x="428" y="4663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04" y="149"/>
                    <a:pt x="3953" y="0"/>
                    <a:pt x="3410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70"/>
            <p:cNvSpPr/>
            <p:nvPr/>
          </p:nvSpPr>
          <p:spPr>
            <a:xfrm>
              <a:off x="6774275" y="1504675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0"/>
                  </a:moveTo>
                  <a:cubicBezTo>
                    <a:pt x="2432" y="0"/>
                    <a:pt x="1456" y="492"/>
                    <a:pt x="884" y="1411"/>
                  </a:cubicBezTo>
                  <a:cubicBezTo>
                    <a:pt x="1" y="2803"/>
                    <a:pt x="429" y="4650"/>
                    <a:pt x="1821" y="5533"/>
                  </a:cubicBezTo>
                  <a:cubicBezTo>
                    <a:pt x="2311" y="5835"/>
                    <a:pt x="2858" y="5980"/>
                    <a:pt x="3399" y="5980"/>
                  </a:cubicBezTo>
                  <a:cubicBezTo>
                    <a:pt x="4394" y="5980"/>
                    <a:pt x="5371" y="5488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0"/>
                    <a:pt x="3428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70"/>
            <p:cNvSpPr/>
            <p:nvPr/>
          </p:nvSpPr>
          <p:spPr>
            <a:xfrm>
              <a:off x="6651825" y="17137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70"/>
            <p:cNvSpPr/>
            <p:nvPr/>
          </p:nvSpPr>
          <p:spPr>
            <a:xfrm>
              <a:off x="6649825" y="17024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817"/>
                    <a:pt x="429" y="4637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70"/>
            <p:cNvSpPr/>
            <p:nvPr/>
          </p:nvSpPr>
          <p:spPr>
            <a:xfrm>
              <a:off x="6518675" y="1926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409" y="1"/>
                  </a:moveTo>
                  <a:cubicBezTo>
                    <a:pt x="2409" y="1"/>
                    <a:pt x="1438" y="493"/>
                    <a:pt x="884" y="1411"/>
                  </a:cubicBezTo>
                  <a:cubicBezTo>
                    <a:pt x="0" y="2803"/>
                    <a:pt x="402" y="4650"/>
                    <a:pt x="1820" y="5533"/>
                  </a:cubicBezTo>
                  <a:cubicBezTo>
                    <a:pt x="2311" y="5835"/>
                    <a:pt x="2858" y="5981"/>
                    <a:pt x="3399" y="5981"/>
                  </a:cubicBezTo>
                  <a:cubicBezTo>
                    <a:pt x="4394" y="5981"/>
                    <a:pt x="5370" y="5489"/>
                    <a:pt x="5942" y="4570"/>
                  </a:cubicBezTo>
                  <a:cubicBezTo>
                    <a:pt x="6799" y="3178"/>
                    <a:pt x="6397" y="1331"/>
                    <a:pt x="5006" y="448"/>
                  </a:cubicBezTo>
                  <a:cubicBezTo>
                    <a:pt x="4506" y="146"/>
                    <a:pt x="3953" y="1"/>
                    <a:pt x="3409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70"/>
            <p:cNvSpPr/>
            <p:nvPr/>
          </p:nvSpPr>
          <p:spPr>
            <a:xfrm>
              <a:off x="6516675" y="1915025"/>
              <a:ext cx="170650" cy="149375"/>
            </a:xfrm>
            <a:custGeom>
              <a:avLst/>
              <a:gdLst/>
              <a:ahLst/>
              <a:cxnLst/>
              <a:rect l="l" t="t" r="r" b="b"/>
              <a:pathLst>
                <a:path w="6826" h="5975" extrusionOk="0">
                  <a:moveTo>
                    <a:pt x="3387" y="1"/>
                  </a:moveTo>
                  <a:cubicBezTo>
                    <a:pt x="2394" y="1"/>
                    <a:pt x="1434" y="492"/>
                    <a:pt x="883" y="1404"/>
                  </a:cubicBezTo>
                  <a:cubicBezTo>
                    <a:pt x="0" y="2796"/>
                    <a:pt x="428" y="4643"/>
                    <a:pt x="1820" y="5526"/>
                  </a:cubicBezTo>
                  <a:cubicBezTo>
                    <a:pt x="2312" y="5829"/>
                    <a:pt x="2862" y="5975"/>
                    <a:pt x="3405" y="5975"/>
                  </a:cubicBezTo>
                  <a:cubicBezTo>
                    <a:pt x="4398" y="5975"/>
                    <a:pt x="5371" y="5489"/>
                    <a:pt x="5942" y="4590"/>
                  </a:cubicBezTo>
                  <a:cubicBezTo>
                    <a:pt x="6825" y="3171"/>
                    <a:pt x="6397" y="1324"/>
                    <a:pt x="5005" y="468"/>
                  </a:cubicBezTo>
                  <a:cubicBezTo>
                    <a:pt x="4499" y="152"/>
                    <a:pt x="3938" y="1"/>
                    <a:pt x="3387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70"/>
            <p:cNvSpPr/>
            <p:nvPr/>
          </p:nvSpPr>
          <p:spPr>
            <a:xfrm>
              <a:off x="5644100" y="1159875"/>
              <a:ext cx="916750" cy="1145525"/>
            </a:xfrm>
            <a:custGeom>
              <a:avLst/>
              <a:gdLst/>
              <a:ahLst/>
              <a:cxnLst/>
              <a:rect l="l" t="t" r="r" b="b"/>
              <a:pathLst>
                <a:path w="36670" h="45821" extrusionOk="0">
                  <a:moveTo>
                    <a:pt x="22163" y="0"/>
                  </a:moveTo>
                  <a:lnTo>
                    <a:pt x="12393" y="2168"/>
                  </a:lnTo>
                  <a:lnTo>
                    <a:pt x="6398" y="3426"/>
                  </a:lnTo>
                  <a:lnTo>
                    <a:pt x="2865" y="5327"/>
                  </a:lnTo>
                  <a:lnTo>
                    <a:pt x="3560" y="7843"/>
                  </a:lnTo>
                  <a:lnTo>
                    <a:pt x="3748" y="8485"/>
                  </a:lnTo>
                  <a:cubicBezTo>
                    <a:pt x="3748" y="8485"/>
                    <a:pt x="1" y="10546"/>
                    <a:pt x="991" y="17104"/>
                  </a:cubicBezTo>
                  <a:cubicBezTo>
                    <a:pt x="1018" y="17184"/>
                    <a:pt x="1018" y="17237"/>
                    <a:pt x="1044" y="17318"/>
                  </a:cubicBezTo>
                  <a:cubicBezTo>
                    <a:pt x="1205" y="18335"/>
                    <a:pt x="1500" y="19646"/>
                    <a:pt x="1928" y="21172"/>
                  </a:cubicBezTo>
                  <a:cubicBezTo>
                    <a:pt x="3373" y="26632"/>
                    <a:pt x="6076" y="34662"/>
                    <a:pt x="7896" y="39935"/>
                  </a:cubicBezTo>
                  <a:cubicBezTo>
                    <a:pt x="7896" y="39988"/>
                    <a:pt x="7923" y="40015"/>
                    <a:pt x="7923" y="40068"/>
                  </a:cubicBezTo>
                  <a:cubicBezTo>
                    <a:pt x="8673" y="42156"/>
                    <a:pt x="9235" y="43816"/>
                    <a:pt x="9556" y="44672"/>
                  </a:cubicBezTo>
                  <a:cubicBezTo>
                    <a:pt x="9717" y="45100"/>
                    <a:pt x="10065" y="45421"/>
                    <a:pt x="10520" y="45502"/>
                  </a:cubicBezTo>
                  <a:cubicBezTo>
                    <a:pt x="10734" y="45555"/>
                    <a:pt x="11001" y="45582"/>
                    <a:pt x="11323" y="45636"/>
                  </a:cubicBezTo>
                  <a:cubicBezTo>
                    <a:pt x="12038" y="45736"/>
                    <a:pt x="13006" y="45821"/>
                    <a:pt x="14219" y="45821"/>
                  </a:cubicBezTo>
                  <a:cubicBezTo>
                    <a:pt x="15274" y="45821"/>
                    <a:pt x="16514" y="45756"/>
                    <a:pt x="17934" y="45582"/>
                  </a:cubicBezTo>
                  <a:cubicBezTo>
                    <a:pt x="19620" y="45368"/>
                    <a:pt x="21574" y="45020"/>
                    <a:pt x="23795" y="44431"/>
                  </a:cubicBezTo>
                  <a:lnTo>
                    <a:pt x="24197" y="44324"/>
                  </a:lnTo>
                  <a:cubicBezTo>
                    <a:pt x="31316" y="42290"/>
                    <a:pt x="34903" y="39587"/>
                    <a:pt x="36161" y="38462"/>
                  </a:cubicBezTo>
                  <a:cubicBezTo>
                    <a:pt x="36509" y="38141"/>
                    <a:pt x="36670" y="37686"/>
                    <a:pt x="36563" y="37258"/>
                  </a:cubicBezTo>
                  <a:cubicBezTo>
                    <a:pt x="36348" y="36187"/>
                    <a:pt x="35920" y="33993"/>
                    <a:pt x="35358" y="31263"/>
                  </a:cubicBezTo>
                  <a:cubicBezTo>
                    <a:pt x="35305" y="31022"/>
                    <a:pt x="35251" y="30754"/>
                    <a:pt x="35197" y="30513"/>
                  </a:cubicBezTo>
                  <a:cubicBezTo>
                    <a:pt x="33913" y="24491"/>
                    <a:pt x="32093" y="16194"/>
                    <a:pt x="30594" y="11429"/>
                  </a:cubicBezTo>
                  <a:cubicBezTo>
                    <a:pt x="30326" y="10546"/>
                    <a:pt x="30058" y="9770"/>
                    <a:pt x="29818" y="9181"/>
                  </a:cubicBezTo>
                  <a:cubicBezTo>
                    <a:pt x="29657" y="8753"/>
                    <a:pt x="29470" y="8351"/>
                    <a:pt x="29282" y="8003"/>
                  </a:cubicBezTo>
                  <a:cubicBezTo>
                    <a:pt x="26895" y="3306"/>
                    <a:pt x="23424" y="3185"/>
                    <a:pt x="23075" y="3185"/>
                  </a:cubicBezTo>
                  <a:cubicBezTo>
                    <a:pt x="23056" y="3185"/>
                    <a:pt x="23046" y="3185"/>
                    <a:pt x="23046" y="3185"/>
                  </a:cubicBezTo>
                  <a:lnTo>
                    <a:pt x="22163" y="0"/>
                  </a:ln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70"/>
            <p:cNvSpPr/>
            <p:nvPr/>
          </p:nvSpPr>
          <p:spPr>
            <a:xfrm>
              <a:off x="5670200" y="1359950"/>
              <a:ext cx="853850" cy="798300"/>
            </a:xfrm>
            <a:custGeom>
              <a:avLst/>
              <a:gdLst/>
              <a:ahLst/>
              <a:cxnLst/>
              <a:rect l="l" t="t" r="r" b="b"/>
              <a:pathLst>
                <a:path w="34154" h="31932" extrusionOk="0">
                  <a:moveTo>
                    <a:pt x="28238" y="0"/>
                  </a:moveTo>
                  <a:cubicBezTo>
                    <a:pt x="19807" y="5434"/>
                    <a:pt x="9984" y="8672"/>
                    <a:pt x="0" y="9315"/>
                  </a:cubicBezTo>
                  <a:cubicBezTo>
                    <a:pt x="161" y="10332"/>
                    <a:pt x="456" y="11643"/>
                    <a:pt x="884" y="13169"/>
                  </a:cubicBezTo>
                  <a:cubicBezTo>
                    <a:pt x="2329" y="18629"/>
                    <a:pt x="5032" y="26659"/>
                    <a:pt x="6852" y="31932"/>
                  </a:cubicBezTo>
                  <a:cubicBezTo>
                    <a:pt x="13196" y="31423"/>
                    <a:pt x="19593" y="30299"/>
                    <a:pt x="25455" y="27917"/>
                  </a:cubicBezTo>
                  <a:cubicBezTo>
                    <a:pt x="30647" y="25829"/>
                    <a:pt x="32226" y="24571"/>
                    <a:pt x="34153" y="22510"/>
                  </a:cubicBezTo>
                  <a:cubicBezTo>
                    <a:pt x="32869" y="16488"/>
                    <a:pt x="31049" y="8191"/>
                    <a:pt x="29550" y="3453"/>
                  </a:cubicBezTo>
                  <a:cubicBezTo>
                    <a:pt x="29282" y="2543"/>
                    <a:pt x="29014" y="1794"/>
                    <a:pt x="28774" y="1178"/>
                  </a:cubicBezTo>
                  <a:cubicBezTo>
                    <a:pt x="28613" y="750"/>
                    <a:pt x="28426" y="348"/>
                    <a:pt x="2823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70"/>
            <p:cNvSpPr/>
            <p:nvPr/>
          </p:nvSpPr>
          <p:spPr>
            <a:xfrm>
              <a:off x="6057625" y="1628950"/>
              <a:ext cx="162625" cy="343950"/>
            </a:xfrm>
            <a:custGeom>
              <a:avLst/>
              <a:gdLst/>
              <a:ahLst/>
              <a:cxnLst/>
              <a:rect l="l" t="t" r="r" b="b"/>
              <a:pathLst>
                <a:path w="6505" h="13758" extrusionOk="0">
                  <a:moveTo>
                    <a:pt x="2276" y="0"/>
                  </a:moveTo>
                  <a:lnTo>
                    <a:pt x="1" y="749"/>
                  </a:lnTo>
                  <a:lnTo>
                    <a:pt x="4203" y="13757"/>
                  </a:lnTo>
                  <a:lnTo>
                    <a:pt x="6505" y="13008"/>
                  </a:lnTo>
                  <a:lnTo>
                    <a:pt x="2276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70"/>
            <p:cNvSpPr/>
            <p:nvPr/>
          </p:nvSpPr>
          <p:spPr>
            <a:xfrm>
              <a:off x="5986700" y="1722625"/>
              <a:ext cx="303150" cy="156600"/>
            </a:xfrm>
            <a:custGeom>
              <a:avLst/>
              <a:gdLst/>
              <a:ahLst/>
              <a:cxnLst/>
              <a:rect l="l" t="t" r="r" b="b"/>
              <a:pathLst>
                <a:path w="12126" h="6264" extrusionOk="0">
                  <a:moveTo>
                    <a:pt x="11269" y="0"/>
                  </a:moveTo>
                  <a:lnTo>
                    <a:pt x="1" y="3640"/>
                  </a:lnTo>
                  <a:lnTo>
                    <a:pt x="857" y="6263"/>
                  </a:lnTo>
                  <a:lnTo>
                    <a:pt x="12125" y="2623"/>
                  </a:lnTo>
                  <a:lnTo>
                    <a:pt x="11269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70"/>
            <p:cNvSpPr/>
            <p:nvPr/>
          </p:nvSpPr>
          <p:spPr>
            <a:xfrm>
              <a:off x="6239200" y="1312825"/>
              <a:ext cx="102175" cy="113475"/>
            </a:xfrm>
            <a:custGeom>
              <a:avLst/>
              <a:gdLst/>
              <a:ahLst/>
              <a:cxnLst/>
              <a:rect l="l" t="t" r="r" b="b"/>
              <a:pathLst>
                <a:path w="4087" h="4539" extrusionOk="0">
                  <a:moveTo>
                    <a:pt x="1566" y="0"/>
                  </a:moveTo>
                  <a:cubicBezTo>
                    <a:pt x="614" y="0"/>
                    <a:pt x="1" y="1058"/>
                    <a:pt x="339" y="2394"/>
                  </a:cubicBezTo>
                  <a:cubicBezTo>
                    <a:pt x="527" y="3170"/>
                    <a:pt x="1062" y="3866"/>
                    <a:pt x="1758" y="4267"/>
                  </a:cubicBezTo>
                  <a:cubicBezTo>
                    <a:pt x="2027" y="4414"/>
                    <a:pt x="2318" y="4538"/>
                    <a:pt x="2632" y="4538"/>
                  </a:cubicBezTo>
                  <a:cubicBezTo>
                    <a:pt x="2661" y="4538"/>
                    <a:pt x="2691" y="4537"/>
                    <a:pt x="2721" y="4535"/>
                  </a:cubicBezTo>
                  <a:cubicBezTo>
                    <a:pt x="3337" y="4508"/>
                    <a:pt x="3846" y="3919"/>
                    <a:pt x="3979" y="3277"/>
                  </a:cubicBezTo>
                  <a:cubicBezTo>
                    <a:pt x="4086" y="2661"/>
                    <a:pt x="3872" y="1992"/>
                    <a:pt x="3551" y="1457"/>
                  </a:cubicBezTo>
                  <a:cubicBezTo>
                    <a:pt x="3391" y="1136"/>
                    <a:pt x="3176" y="841"/>
                    <a:pt x="2909" y="627"/>
                  </a:cubicBezTo>
                  <a:cubicBezTo>
                    <a:pt x="2431" y="190"/>
                    <a:pt x="1968" y="0"/>
                    <a:pt x="15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70"/>
            <p:cNvSpPr/>
            <p:nvPr/>
          </p:nvSpPr>
          <p:spPr>
            <a:xfrm>
              <a:off x="6303200" y="1441450"/>
              <a:ext cx="103075" cy="131375"/>
            </a:xfrm>
            <a:custGeom>
              <a:avLst/>
              <a:gdLst/>
              <a:ahLst/>
              <a:cxnLst/>
              <a:rect l="l" t="t" r="r" b="b"/>
              <a:pathLst>
                <a:path w="4123" h="5255" extrusionOk="0">
                  <a:moveTo>
                    <a:pt x="1965" y="0"/>
                  </a:moveTo>
                  <a:cubicBezTo>
                    <a:pt x="1926" y="0"/>
                    <a:pt x="1887" y="2"/>
                    <a:pt x="1848" y="6"/>
                  </a:cubicBezTo>
                  <a:cubicBezTo>
                    <a:pt x="1" y="193"/>
                    <a:pt x="670" y="3137"/>
                    <a:pt x="1259" y="4128"/>
                  </a:cubicBezTo>
                  <a:cubicBezTo>
                    <a:pt x="1473" y="4502"/>
                    <a:pt x="1767" y="4850"/>
                    <a:pt x="2142" y="5064"/>
                  </a:cubicBezTo>
                  <a:cubicBezTo>
                    <a:pt x="2352" y="5185"/>
                    <a:pt x="2597" y="5254"/>
                    <a:pt x="2837" y="5254"/>
                  </a:cubicBezTo>
                  <a:cubicBezTo>
                    <a:pt x="3024" y="5254"/>
                    <a:pt x="3209" y="5212"/>
                    <a:pt x="3373" y="5118"/>
                  </a:cubicBezTo>
                  <a:cubicBezTo>
                    <a:pt x="3935" y="4823"/>
                    <a:pt x="4123" y="4128"/>
                    <a:pt x="4096" y="3485"/>
                  </a:cubicBezTo>
                  <a:cubicBezTo>
                    <a:pt x="4096" y="2390"/>
                    <a:pt x="3410" y="0"/>
                    <a:pt x="19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70"/>
            <p:cNvSpPr/>
            <p:nvPr/>
          </p:nvSpPr>
          <p:spPr>
            <a:xfrm>
              <a:off x="5644100" y="1355925"/>
              <a:ext cx="283075" cy="944850"/>
            </a:xfrm>
            <a:custGeom>
              <a:avLst/>
              <a:gdLst/>
              <a:ahLst/>
              <a:cxnLst/>
              <a:rect l="l" t="t" r="r" b="b"/>
              <a:pathLst>
                <a:path w="11323" h="37794" extrusionOk="0">
                  <a:moveTo>
                    <a:pt x="3560" y="1"/>
                  </a:moveTo>
                  <a:lnTo>
                    <a:pt x="3748" y="643"/>
                  </a:lnTo>
                  <a:cubicBezTo>
                    <a:pt x="3748" y="643"/>
                    <a:pt x="1" y="2704"/>
                    <a:pt x="991" y="9262"/>
                  </a:cubicBezTo>
                  <a:cubicBezTo>
                    <a:pt x="1018" y="9342"/>
                    <a:pt x="1018" y="9395"/>
                    <a:pt x="1044" y="9476"/>
                  </a:cubicBezTo>
                  <a:cubicBezTo>
                    <a:pt x="1205" y="10493"/>
                    <a:pt x="1500" y="11804"/>
                    <a:pt x="1928" y="13330"/>
                  </a:cubicBezTo>
                  <a:cubicBezTo>
                    <a:pt x="3373" y="18790"/>
                    <a:pt x="6076" y="26820"/>
                    <a:pt x="7896" y="32093"/>
                  </a:cubicBezTo>
                  <a:cubicBezTo>
                    <a:pt x="7896" y="32146"/>
                    <a:pt x="7923" y="32173"/>
                    <a:pt x="7923" y="32226"/>
                  </a:cubicBezTo>
                  <a:cubicBezTo>
                    <a:pt x="8673" y="34314"/>
                    <a:pt x="9235" y="35974"/>
                    <a:pt x="9556" y="36830"/>
                  </a:cubicBezTo>
                  <a:cubicBezTo>
                    <a:pt x="9717" y="37258"/>
                    <a:pt x="10065" y="37579"/>
                    <a:pt x="10520" y="37660"/>
                  </a:cubicBezTo>
                  <a:cubicBezTo>
                    <a:pt x="10734" y="37713"/>
                    <a:pt x="11001" y="37740"/>
                    <a:pt x="11323" y="37794"/>
                  </a:cubicBezTo>
                  <a:cubicBezTo>
                    <a:pt x="9288" y="33698"/>
                    <a:pt x="7977" y="29282"/>
                    <a:pt x="6879" y="24839"/>
                  </a:cubicBezTo>
                  <a:cubicBezTo>
                    <a:pt x="5755" y="20396"/>
                    <a:pt x="4872" y="15873"/>
                    <a:pt x="4176" y="11322"/>
                  </a:cubicBezTo>
                  <a:cubicBezTo>
                    <a:pt x="3908" y="9476"/>
                    <a:pt x="3668" y="7575"/>
                    <a:pt x="3721" y="5675"/>
                  </a:cubicBezTo>
                  <a:cubicBezTo>
                    <a:pt x="3721" y="4872"/>
                    <a:pt x="3801" y="4042"/>
                    <a:pt x="3962" y="3239"/>
                  </a:cubicBezTo>
                  <a:cubicBezTo>
                    <a:pt x="4069" y="2570"/>
                    <a:pt x="4444" y="1847"/>
                    <a:pt x="4444" y="1205"/>
                  </a:cubicBezTo>
                  <a:cubicBezTo>
                    <a:pt x="4444" y="536"/>
                    <a:pt x="4096" y="188"/>
                    <a:pt x="356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70"/>
            <p:cNvSpPr/>
            <p:nvPr/>
          </p:nvSpPr>
          <p:spPr>
            <a:xfrm>
              <a:off x="5627375" y="961675"/>
              <a:ext cx="594900" cy="382550"/>
            </a:xfrm>
            <a:custGeom>
              <a:avLst/>
              <a:gdLst/>
              <a:ahLst/>
              <a:cxnLst/>
              <a:rect l="l" t="t" r="r" b="b"/>
              <a:pathLst>
                <a:path w="23796" h="15302" extrusionOk="0">
                  <a:moveTo>
                    <a:pt x="19932" y="1"/>
                  </a:moveTo>
                  <a:cubicBezTo>
                    <a:pt x="19882" y="1"/>
                    <a:pt x="19831" y="2"/>
                    <a:pt x="19780" y="6"/>
                  </a:cubicBezTo>
                  <a:cubicBezTo>
                    <a:pt x="16167" y="247"/>
                    <a:pt x="7602" y="1237"/>
                    <a:pt x="1098" y="5118"/>
                  </a:cubicBezTo>
                  <a:cubicBezTo>
                    <a:pt x="536" y="5439"/>
                    <a:pt x="161" y="5974"/>
                    <a:pt x="54" y="6563"/>
                  </a:cubicBezTo>
                  <a:cubicBezTo>
                    <a:pt x="54" y="6617"/>
                    <a:pt x="54" y="6644"/>
                    <a:pt x="27" y="6670"/>
                  </a:cubicBezTo>
                  <a:cubicBezTo>
                    <a:pt x="0" y="6938"/>
                    <a:pt x="0" y="7232"/>
                    <a:pt x="81" y="7500"/>
                  </a:cubicBezTo>
                  <a:lnTo>
                    <a:pt x="1901" y="14780"/>
                  </a:lnTo>
                  <a:cubicBezTo>
                    <a:pt x="1901" y="14780"/>
                    <a:pt x="2490" y="15048"/>
                    <a:pt x="3694" y="15182"/>
                  </a:cubicBezTo>
                  <a:cubicBezTo>
                    <a:pt x="3721" y="15182"/>
                    <a:pt x="3748" y="15182"/>
                    <a:pt x="3801" y="15209"/>
                  </a:cubicBezTo>
                  <a:cubicBezTo>
                    <a:pt x="4272" y="15261"/>
                    <a:pt x="4834" y="15302"/>
                    <a:pt x="5486" y="15302"/>
                  </a:cubicBezTo>
                  <a:cubicBezTo>
                    <a:pt x="5835" y="15302"/>
                    <a:pt x="6210" y="15290"/>
                    <a:pt x="6612" y="15262"/>
                  </a:cubicBezTo>
                  <a:cubicBezTo>
                    <a:pt x="6665" y="15262"/>
                    <a:pt x="6692" y="15262"/>
                    <a:pt x="6719" y="15235"/>
                  </a:cubicBezTo>
                  <a:cubicBezTo>
                    <a:pt x="7629" y="15182"/>
                    <a:pt x="8646" y="15048"/>
                    <a:pt x="9797" y="14807"/>
                  </a:cubicBezTo>
                  <a:cubicBezTo>
                    <a:pt x="9823" y="14807"/>
                    <a:pt x="9877" y="14780"/>
                    <a:pt x="9904" y="14780"/>
                  </a:cubicBezTo>
                  <a:cubicBezTo>
                    <a:pt x="10974" y="14566"/>
                    <a:pt x="12152" y="14245"/>
                    <a:pt x="13437" y="13790"/>
                  </a:cubicBezTo>
                  <a:cubicBezTo>
                    <a:pt x="13464" y="13763"/>
                    <a:pt x="13490" y="13763"/>
                    <a:pt x="13544" y="13763"/>
                  </a:cubicBezTo>
                  <a:cubicBezTo>
                    <a:pt x="13731" y="13683"/>
                    <a:pt x="13919" y="13603"/>
                    <a:pt x="14133" y="13549"/>
                  </a:cubicBezTo>
                  <a:cubicBezTo>
                    <a:pt x="15043" y="13201"/>
                    <a:pt x="15899" y="12853"/>
                    <a:pt x="16649" y="12532"/>
                  </a:cubicBezTo>
                  <a:cubicBezTo>
                    <a:pt x="16702" y="12505"/>
                    <a:pt x="16729" y="12505"/>
                    <a:pt x="16756" y="12479"/>
                  </a:cubicBezTo>
                  <a:cubicBezTo>
                    <a:pt x="17853" y="11997"/>
                    <a:pt x="18817" y="11515"/>
                    <a:pt x="19593" y="11087"/>
                  </a:cubicBezTo>
                  <a:cubicBezTo>
                    <a:pt x="19646" y="11060"/>
                    <a:pt x="19673" y="11033"/>
                    <a:pt x="19700" y="11033"/>
                  </a:cubicBezTo>
                  <a:cubicBezTo>
                    <a:pt x="20717" y="10444"/>
                    <a:pt x="21493" y="9936"/>
                    <a:pt x="22055" y="9481"/>
                  </a:cubicBezTo>
                  <a:cubicBezTo>
                    <a:pt x="22109" y="9454"/>
                    <a:pt x="22136" y="9427"/>
                    <a:pt x="22162" y="9400"/>
                  </a:cubicBezTo>
                  <a:cubicBezTo>
                    <a:pt x="23447" y="8410"/>
                    <a:pt x="23795" y="7741"/>
                    <a:pt x="23795" y="7741"/>
                  </a:cubicBezTo>
                  <a:lnTo>
                    <a:pt x="22002" y="1558"/>
                  </a:lnTo>
                  <a:cubicBezTo>
                    <a:pt x="21841" y="996"/>
                    <a:pt x="21467" y="541"/>
                    <a:pt x="20985" y="273"/>
                  </a:cubicBezTo>
                  <a:cubicBezTo>
                    <a:pt x="20931" y="247"/>
                    <a:pt x="20904" y="220"/>
                    <a:pt x="20878" y="220"/>
                  </a:cubicBezTo>
                  <a:cubicBezTo>
                    <a:pt x="20597" y="80"/>
                    <a:pt x="20276" y="1"/>
                    <a:pt x="19932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70"/>
            <p:cNvSpPr/>
            <p:nvPr/>
          </p:nvSpPr>
          <p:spPr>
            <a:xfrm>
              <a:off x="5628050" y="967150"/>
              <a:ext cx="523950" cy="165975"/>
            </a:xfrm>
            <a:custGeom>
              <a:avLst/>
              <a:gdLst/>
              <a:ahLst/>
              <a:cxnLst/>
              <a:rect l="l" t="t" r="r" b="b"/>
              <a:pathLst>
                <a:path w="20958" h="6639" extrusionOk="0">
                  <a:moveTo>
                    <a:pt x="20851" y="1"/>
                  </a:moveTo>
                  <a:cubicBezTo>
                    <a:pt x="20235" y="536"/>
                    <a:pt x="19566" y="1018"/>
                    <a:pt x="18897" y="1446"/>
                  </a:cubicBezTo>
                  <a:lnTo>
                    <a:pt x="18870" y="1446"/>
                  </a:lnTo>
                  <a:cubicBezTo>
                    <a:pt x="16434" y="3025"/>
                    <a:pt x="13704" y="4016"/>
                    <a:pt x="11188" y="4819"/>
                  </a:cubicBezTo>
                  <a:cubicBezTo>
                    <a:pt x="9449" y="5381"/>
                    <a:pt x="7575" y="5809"/>
                    <a:pt x="5407" y="6130"/>
                  </a:cubicBezTo>
                  <a:cubicBezTo>
                    <a:pt x="3881" y="6379"/>
                    <a:pt x="2724" y="6535"/>
                    <a:pt x="1728" y="6535"/>
                  </a:cubicBezTo>
                  <a:cubicBezTo>
                    <a:pt x="1117" y="6535"/>
                    <a:pt x="566" y="6477"/>
                    <a:pt x="27" y="6344"/>
                  </a:cubicBezTo>
                  <a:cubicBezTo>
                    <a:pt x="27" y="6398"/>
                    <a:pt x="27" y="6425"/>
                    <a:pt x="0" y="6451"/>
                  </a:cubicBezTo>
                  <a:cubicBezTo>
                    <a:pt x="455" y="6558"/>
                    <a:pt x="884" y="6612"/>
                    <a:pt x="1365" y="6639"/>
                  </a:cubicBezTo>
                  <a:lnTo>
                    <a:pt x="1686" y="6639"/>
                  </a:lnTo>
                  <a:cubicBezTo>
                    <a:pt x="2436" y="6639"/>
                    <a:pt x="3266" y="6558"/>
                    <a:pt x="4283" y="6425"/>
                  </a:cubicBezTo>
                  <a:cubicBezTo>
                    <a:pt x="4310" y="6398"/>
                    <a:pt x="4336" y="6398"/>
                    <a:pt x="4390" y="6398"/>
                  </a:cubicBezTo>
                  <a:cubicBezTo>
                    <a:pt x="4711" y="6344"/>
                    <a:pt x="5059" y="6291"/>
                    <a:pt x="5407" y="6237"/>
                  </a:cubicBezTo>
                  <a:cubicBezTo>
                    <a:pt x="6130" y="6130"/>
                    <a:pt x="6799" y="6023"/>
                    <a:pt x="7468" y="5889"/>
                  </a:cubicBezTo>
                  <a:cubicBezTo>
                    <a:pt x="7495" y="5863"/>
                    <a:pt x="7548" y="5863"/>
                    <a:pt x="7575" y="5863"/>
                  </a:cubicBezTo>
                  <a:cubicBezTo>
                    <a:pt x="8619" y="5648"/>
                    <a:pt x="9582" y="5408"/>
                    <a:pt x="10492" y="5140"/>
                  </a:cubicBezTo>
                  <a:cubicBezTo>
                    <a:pt x="10546" y="5140"/>
                    <a:pt x="10573" y="5113"/>
                    <a:pt x="10599" y="5113"/>
                  </a:cubicBezTo>
                  <a:cubicBezTo>
                    <a:pt x="10814" y="5060"/>
                    <a:pt x="11028" y="4979"/>
                    <a:pt x="11215" y="4926"/>
                  </a:cubicBezTo>
                  <a:cubicBezTo>
                    <a:pt x="11938" y="4712"/>
                    <a:pt x="12660" y="4444"/>
                    <a:pt x="13410" y="4176"/>
                  </a:cubicBezTo>
                  <a:cubicBezTo>
                    <a:pt x="13437" y="4176"/>
                    <a:pt x="13463" y="4150"/>
                    <a:pt x="13517" y="4150"/>
                  </a:cubicBezTo>
                  <a:cubicBezTo>
                    <a:pt x="14400" y="3828"/>
                    <a:pt x="15283" y="3454"/>
                    <a:pt x="16167" y="3052"/>
                  </a:cubicBezTo>
                  <a:cubicBezTo>
                    <a:pt x="16193" y="3052"/>
                    <a:pt x="16220" y="3025"/>
                    <a:pt x="16247" y="2999"/>
                  </a:cubicBezTo>
                  <a:cubicBezTo>
                    <a:pt x="17157" y="2597"/>
                    <a:pt x="18067" y="2115"/>
                    <a:pt x="18924" y="1553"/>
                  </a:cubicBezTo>
                  <a:cubicBezTo>
                    <a:pt x="18950" y="1527"/>
                    <a:pt x="18977" y="1527"/>
                    <a:pt x="19004" y="1500"/>
                  </a:cubicBezTo>
                  <a:cubicBezTo>
                    <a:pt x="19673" y="1045"/>
                    <a:pt x="20342" y="590"/>
                    <a:pt x="20958" y="54"/>
                  </a:cubicBezTo>
                  <a:cubicBezTo>
                    <a:pt x="20904" y="28"/>
                    <a:pt x="20877" y="1"/>
                    <a:pt x="2085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70"/>
            <p:cNvSpPr/>
            <p:nvPr/>
          </p:nvSpPr>
          <p:spPr>
            <a:xfrm>
              <a:off x="5662175" y="1131775"/>
              <a:ext cx="60250" cy="210125"/>
            </a:xfrm>
            <a:custGeom>
              <a:avLst/>
              <a:gdLst/>
              <a:ahLst/>
              <a:cxnLst/>
              <a:rect l="l" t="t" r="r" b="b"/>
              <a:pathLst>
                <a:path w="2410" h="8405" extrusionOk="0">
                  <a:moveTo>
                    <a:pt x="107" y="0"/>
                  </a:moveTo>
                  <a:lnTo>
                    <a:pt x="0" y="27"/>
                  </a:lnTo>
                  <a:lnTo>
                    <a:pt x="0" y="54"/>
                  </a:lnTo>
                  <a:lnTo>
                    <a:pt x="2302" y="8378"/>
                  </a:lnTo>
                  <a:cubicBezTo>
                    <a:pt x="2329" y="8378"/>
                    <a:pt x="2356" y="8378"/>
                    <a:pt x="2409" y="8405"/>
                  </a:cubicBezTo>
                  <a:lnTo>
                    <a:pt x="107" y="5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70"/>
            <p:cNvSpPr/>
            <p:nvPr/>
          </p:nvSpPr>
          <p:spPr>
            <a:xfrm>
              <a:off x="5735100" y="1125750"/>
              <a:ext cx="60925" cy="217500"/>
            </a:xfrm>
            <a:custGeom>
              <a:avLst/>
              <a:gdLst/>
              <a:ahLst/>
              <a:cxnLst/>
              <a:rect l="l" t="t" r="r" b="b"/>
              <a:pathLst>
                <a:path w="2437" h="8700" extrusionOk="0">
                  <a:moveTo>
                    <a:pt x="81" y="0"/>
                  </a:moveTo>
                  <a:lnTo>
                    <a:pt x="1" y="27"/>
                  </a:lnTo>
                  <a:cubicBezTo>
                    <a:pt x="1" y="54"/>
                    <a:pt x="1" y="54"/>
                    <a:pt x="1" y="81"/>
                  </a:cubicBezTo>
                  <a:cubicBezTo>
                    <a:pt x="402" y="1606"/>
                    <a:pt x="830" y="3159"/>
                    <a:pt x="1232" y="4711"/>
                  </a:cubicBezTo>
                  <a:cubicBezTo>
                    <a:pt x="1607" y="6049"/>
                    <a:pt x="1955" y="7361"/>
                    <a:pt x="2303" y="8699"/>
                  </a:cubicBezTo>
                  <a:cubicBezTo>
                    <a:pt x="2356" y="8699"/>
                    <a:pt x="2383" y="8699"/>
                    <a:pt x="2436" y="8672"/>
                  </a:cubicBezTo>
                  <a:cubicBezTo>
                    <a:pt x="2062" y="7361"/>
                    <a:pt x="1714" y="6023"/>
                    <a:pt x="1339" y="4658"/>
                  </a:cubicBezTo>
                  <a:cubicBezTo>
                    <a:pt x="938" y="3132"/>
                    <a:pt x="509" y="1580"/>
                    <a:pt x="108" y="54"/>
                  </a:cubicBezTo>
                  <a:cubicBezTo>
                    <a:pt x="108" y="27"/>
                    <a:pt x="108" y="27"/>
                    <a:pt x="81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70"/>
            <p:cNvSpPr/>
            <p:nvPr/>
          </p:nvSpPr>
          <p:spPr>
            <a:xfrm>
              <a:off x="5814075" y="1112375"/>
              <a:ext cx="60900" cy="219500"/>
            </a:xfrm>
            <a:custGeom>
              <a:avLst/>
              <a:gdLst/>
              <a:ahLst/>
              <a:cxnLst/>
              <a:rect l="l" t="t" r="r" b="b"/>
              <a:pathLst>
                <a:path w="2436" h="8780" extrusionOk="0">
                  <a:moveTo>
                    <a:pt x="107" y="0"/>
                  </a:moveTo>
                  <a:lnTo>
                    <a:pt x="0" y="27"/>
                  </a:lnTo>
                  <a:cubicBezTo>
                    <a:pt x="0" y="27"/>
                    <a:pt x="27" y="54"/>
                    <a:pt x="27" y="80"/>
                  </a:cubicBezTo>
                  <a:cubicBezTo>
                    <a:pt x="776" y="2944"/>
                    <a:pt x="1553" y="5888"/>
                    <a:pt x="2329" y="8779"/>
                  </a:cubicBezTo>
                  <a:cubicBezTo>
                    <a:pt x="2355" y="8779"/>
                    <a:pt x="2409" y="8752"/>
                    <a:pt x="2436" y="8752"/>
                  </a:cubicBezTo>
                  <a:cubicBezTo>
                    <a:pt x="1660" y="5862"/>
                    <a:pt x="883" y="2944"/>
                    <a:pt x="134" y="54"/>
                  </a:cubicBezTo>
                  <a:cubicBezTo>
                    <a:pt x="134" y="27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70"/>
            <p:cNvSpPr/>
            <p:nvPr/>
          </p:nvSpPr>
          <p:spPr>
            <a:xfrm>
              <a:off x="5890350" y="1092950"/>
              <a:ext cx="75625" cy="213500"/>
            </a:xfrm>
            <a:custGeom>
              <a:avLst/>
              <a:gdLst/>
              <a:ahLst/>
              <a:cxnLst/>
              <a:rect l="l" t="t" r="r" b="b"/>
              <a:pathLst>
                <a:path w="3025" h="8540" extrusionOk="0">
                  <a:moveTo>
                    <a:pt x="81" y="1"/>
                  </a:moveTo>
                  <a:lnTo>
                    <a:pt x="0" y="54"/>
                  </a:lnTo>
                  <a:cubicBezTo>
                    <a:pt x="0" y="81"/>
                    <a:pt x="0" y="81"/>
                    <a:pt x="0" y="108"/>
                  </a:cubicBezTo>
                  <a:cubicBezTo>
                    <a:pt x="1017" y="2892"/>
                    <a:pt x="1981" y="5729"/>
                    <a:pt x="2918" y="8539"/>
                  </a:cubicBezTo>
                  <a:cubicBezTo>
                    <a:pt x="2945" y="8512"/>
                    <a:pt x="2971" y="8512"/>
                    <a:pt x="3025" y="8512"/>
                  </a:cubicBezTo>
                  <a:cubicBezTo>
                    <a:pt x="2088" y="5702"/>
                    <a:pt x="1098" y="2865"/>
                    <a:pt x="107" y="81"/>
                  </a:cubicBezTo>
                  <a:cubicBezTo>
                    <a:pt x="107" y="54"/>
                    <a:pt x="107" y="28"/>
                    <a:pt x="8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70"/>
            <p:cNvSpPr/>
            <p:nvPr/>
          </p:nvSpPr>
          <p:spPr>
            <a:xfrm>
              <a:off x="5961950" y="1068200"/>
              <a:ext cx="84325" cy="206800"/>
            </a:xfrm>
            <a:custGeom>
              <a:avLst/>
              <a:gdLst/>
              <a:ahLst/>
              <a:cxnLst/>
              <a:rect l="l" t="t" r="r" b="b"/>
              <a:pathLst>
                <a:path w="3373" h="8272" extrusionOk="0">
                  <a:moveTo>
                    <a:pt x="107" y="1"/>
                  </a:moveTo>
                  <a:lnTo>
                    <a:pt x="0" y="54"/>
                  </a:lnTo>
                  <a:lnTo>
                    <a:pt x="54" y="134"/>
                  </a:lnTo>
                  <a:lnTo>
                    <a:pt x="3266" y="8271"/>
                  </a:lnTo>
                  <a:cubicBezTo>
                    <a:pt x="3319" y="8244"/>
                    <a:pt x="3346" y="8244"/>
                    <a:pt x="3373" y="8218"/>
                  </a:cubicBezTo>
                  <a:lnTo>
                    <a:pt x="161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70"/>
            <p:cNvSpPr/>
            <p:nvPr/>
          </p:nvSpPr>
          <p:spPr>
            <a:xfrm>
              <a:off x="6031525" y="1042100"/>
              <a:ext cx="88350" cy="196750"/>
            </a:xfrm>
            <a:custGeom>
              <a:avLst/>
              <a:gdLst/>
              <a:ahLst/>
              <a:cxnLst/>
              <a:rect l="l" t="t" r="r" b="b"/>
              <a:pathLst>
                <a:path w="3534" h="7870" extrusionOk="0">
                  <a:moveTo>
                    <a:pt x="108" y="1"/>
                  </a:moveTo>
                  <a:lnTo>
                    <a:pt x="1" y="27"/>
                  </a:lnTo>
                  <a:cubicBezTo>
                    <a:pt x="1" y="54"/>
                    <a:pt x="1" y="54"/>
                    <a:pt x="28" y="54"/>
                  </a:cubicBezTo>
                  <a:cubicBezTo>
                    <a:pt x="1098" y="2677"/>
                    <a:pt x="2249" y="5300"/>
                    <a:pt x="3427" y="7870"/>
                  </a:cubicBezTo>
                  <a:cubicBezTo>
                    <a:pt x="3480" y="7843"/>
                    <a:pt x="3507" y="7816"/>
                    <a:pt x="3534" y="7816"/>
                  </a:cubicBezTo>
                  <a:cubicBezTo>
                    <a:pt x="2330" y="5247"/>
                    <a:pt x="1179" y="2624"/>
                    <a:pt x="108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70"/>
            <p:cNvSpPr/>
            <p:nvPr/>
          </p:nvSpPr>
          <p:spPr>
            <a:xfrm>
              <a:off x="6099800" y="1002625"/>
              <a:ext cx="81650" cy="196075"/>
            </a:xfrm>
            <a:custGeom>
              <a:avLst/>
              <a:gdLst/>
              <a:ahLst/>
              <a:cxnLst/>
              <a:rect l="l" t="t" r="r" b="b"/>
              <a:pathLst>
                <a:path w="3266" h="7843" extrusionOk="0">
                  <a:moveTo>
                    <a:pt x="107" y="0"/>
                  </a:moveTo>
                  <a:lnTo>
                    <a:pt x="0" y="27"/>
                  </a:lnTo>
                  <a:cubicBezTo>
                    <a:pt x="27" y="81"/>
                    <a:pt x="27" y="108"/>
                    <a:pt x="54" y="134"/>
                  </a:cubicBezTo>
                  <a:cubicBezTo>
                    <a:pt x="1178" y="2650"/>
                    <a:pt x="2222" y="5247"/>
                    <a:pt x="3158" y="7843"/>
                  </a:cubicBezTo>
                  <a:cubicBezTo>
                    <a:pt x="3212" y="7816"/>
                    <a:pt x="3239" y="7789"/>
                    <a:pt x="3265" y="7762"/>
                  </a:cubicBezTo>
                  <a:cubicBezTo>
                    <a:pt x="2329" y="5166"/>
                    <a:pt x="1285" y="2597"/>
                    <a:pt x="134" y="81"/>
                  </a:cubicBezTo>
                  <a:cubicBezTo>
                    <a:pt x="134" y="54"/>
                    <a:pt x="107" y="27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70"/>
            <p:cNvSpPr/>
            <p:nvPr/>
          </p:nvSpPr>
          <p:spPr>
            <a:xfrm>
              <a:off x="5514950" y="1598750"/>
              <a:ext cx="230875" cy="284850"/>
            </a:xfrm>
            <a:custGeom>
              <a:avLst/>
              <a:gdLst/>
              <a:ahLst/>
              <a:cxnLst/>
              <a:rect l="l" t="t" r="r" b="b"/>
              <a:pathLst>
                <a:path w="9235" h="11394" extrusionOk="0">
                  <a:moveTo>
                    <a:pt x="5839" y="0"/>
                  </a:moveTo>
                  <a:cubicBezTo>
                    <a:pt x="4076" y="0"/>
                    <a:pt x="2090" y="1726"/>
                    <a:pt x="1098" y="4286"/>
                  </a:cubicBezTo>
                  <a:cubicBezTo>
                    <a:pt x="1071" y="4286"/>
                    <a:pt x="1071" y="4313"/>
                    <a:pt x="1071" y="4340"/>
                  </a:cubicBezTo>
                  <a:cubicBezTo>
                    <a:pt x="1" y="7070"/>
                    <a:pt x="402" y="9827"/>
                    <a:pt x="1901" y="10924"/>
                  </a:cubicBezTo>
                  <a:cubicBezTo>
                    <a:pt x="2062" y="11058"/>
                    <a:pt x="2249" y="11138"/>
                    <a:pt x="2463" y="11218"/>
                  </a:cubicBezTo>
                  <a:cubicBezTo>
                    <a:pt x="2762" y="11337"/>
                    <a:pt x="3075" y="11394"/>
                    <a:pt x="3394" y="11394"/>
                  </a:cubicBezTo>
                  <a:cubicBezTo>
                    <a:pt x="5163" y="11394"/>
                    <a:pt x="7140" y="9654"/>
                    <a:pt x="8138" y="7070"/>
                  </a:cubicBezTo>
                  <a:cubicBezTo>
                    <a:pt x="8218" y="6856"/>
                    <a:pt x="8298" y="6668"/>
                    <a:pt x="8352" y="6454"/>
                  </a:cubicBezTo>
                  <a:cubicBezTo>
                    <a:pt x="9235" y="3617"/>
                    <a:pt x="8566" y="887"/>
                    <a:pt x="6746" y="164"/>
                  </a:cubicBezTo>
                  <a:cubicBezTo>
                    <a:pt x="6719" y="164"/>
                    <a:pt x="6692" y="137"/>
                    <a:pt x="6666" y="137"/>
                  </a:cubicBezTo>
                  <a:cubicBezTo>
                    <a:pt x="6399" y="45"/>
                    <a:pt x="6122" y="0"/>
                    <a:pt x="583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70"/>
            <p:cNvSpPr/>
            <p:nvPr/>
          </p:nvSpPr>
          <p:spPr>
            <a:xfrm>
              <a:off x="5495550" y="1590600"/>
              <a:ext cx="232225" cy="284675"/>
            </a:xfrm>
            <a:custGeom>
              <a:avLst/>
              <a:gdLst/>
              <a:ahLst/>
              <a:cxnLst/>
              <a:rect l="l" t="t" r="r" b="b"/>
              <a:pathLst>
                <a:path w="9289" h="11387" extrusionOk="0">
                  <a:moveTo>
                    <a:pt x="5965" y="1"/>
                  </a:moveTo>
                  <a:cubicBezTo>
                    <a:pt x="4211" y="1"/>
                    <a:pt x="2231" y="1699"/>
                    <a:pt x="1232" y="4264"/>
                  </a:cubicBezTo>
                  <a:cubicBezTo>
                    <a:pt x="1205" y="4264"/>
                    <a:pt x="1205" y="4291"/>
                    <a:pt x="1205" y="4318"/>
                  </a:cubicBezTo>
                  <a:cubicBezTo>
                    <a:pt x="1" y="7369"/>
                    <a:pt x="643" y="10447"/>
                    <a:pt x="2570" y="11223"/>
                  </a:cubicBezTo>
                  <a:cubicBezTo>
                    <a:pt x="2624" y="11223"/>
                    <a:pt x="2650" y="11250"/>
                    <a:pt x="2677" y="11250"/>
                  </a:cubicBezTo>
                  <a:cubicBezTo>
                    <a:pt x="2943" y="11342"/>
                    <a:pt x="3220" y="11387"/>
                    <a:pt x="3503" y="11387"/>
                  </a:cubicBezTo>
                  <a:cubicBezTo>
                    <a:pt x="5267" y="11387"/>
                    <a:pt x="7256" y="9658"/>
                    <a:pt x="8271" y="7074"/>
                  </a:cubicBezTo>
                  <a:cubicBezTo>
                    <a:pt x="8298" y="6941"/>
                    <a:pt x="8352" y="6834"/>
                    <a:pt x="8378" y="6727"/>
                  </a:cubicBezTo>
                  <a:cubicBezTo>
                    <a:pt x="9288" y="4103"/>
                    <a:pt x="8860" y="1507"/>
                    <a:pt x="7442" y="463"/>
                  </a:cubicBezTo>
                  <a:cubicBezTo>
                    <a:pt x="7254" y="356"/>
                    <a:pt x="7067" y="249"/>
                    <a:pt x="6879" y="169"/>
                  </a:cubicBezTo>
                  <a:cubicBezTo>
                    <a:pt x="6587" y="55"/>
                    <a:pt x="6279" y="1"/>
                    <a:pt x="596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70"/>
            <p:cNvSpPr/>
            <p:nvPr/>
          </p:nvSpPr>
          <p:spPr>
            <a:xfrm>
              <a:off x="5526325" y="1590600"/>
              <a:ext cx="201450" cy="168175"/>
            </a:xfrm>
            <a:custGeom>
              <a:avLst/>
              <a:gdLst/>
              <a:ahLst/>
              <a:cxnLst/>
              <a:rect l="l" t="t" r="r" b="b"/>
              <a:pathLst>
                <a:path w="8058" h="6727" extrusionOk="0">
                  <a:moveTo>
                    <a:pt x="4734" y="1"/>
                  </a:moveTo>
                  <a:cubicBezTo>
                    <a:pt x="2980" y="1"/>
                    <a:pt x="1000" y="1699"/>
                    <a:pt x="1" y="4264"/>
                  </a:cubicBezTo>
                  <a:cubicBezTo>
                    <a:pt x="215" y="4371"/>
                    <a:pt x="429" y="4505"/>
                    <a:pt x="643" y="4612"/>
                  </a:cubicBezTo>
                  <a:cubicBezTo>
                    <a:pt x="2062" y="5361"/>
                    <a:pt x="3614" y="5870"/>
                    <a:pt x="5167" y="6298"/>
                  </a:cubicBezTo>
                  <a:cubicBezTo>
                    <a:pt x="5836" y="6486"/>
                    <a:pt x="6478" y="6646"/>
                    <a:pt x="7147" y="6727"/>
                  </a:cubicBezTo>
                  <a:cubicBezTo>
                    <a:pt x="8057" y="4103"/>
                    <a:pt x="7629" y="1507"/>
                    <a:pt x="6211" y="463"/>
                  </a:cubicBezTo>
                  <a:cubicBezTo>
                    <a:pt x="6023" y="356"/>
                    <a:pt x="5836" y="249"/>
                    <a:pt x="5648" y="169"/>
                  </a:cubicBezTo>
                  <a:cubicBezTo>
                    <a:pt x="5356" y="55"/>
                    <a:pt x="5048" y="1"/>
                    <a:pt x="4734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70"/>
            <p:cNvSpPr/>
            <p:nvPr/>
          </p:nvSpPr>
          <p:spPr>
            <a:xfrm>
              <a:off x="6252350" y="966025"/>
              <a:ext cx="246275" cy="270650"/>
            </a:xfrm>
            <a:custGeom>
              <a:avLst/>
              <a:gdLst/>
              <a:ahLst/>
              <a:cxnLst/>
              <a:rect l="l" t="t" r="r" b="b"/>
              <a:pathLst>
                <a:path w="9851" h="10826" extrusionOk="0">
                  <a:moveTo>
                    <a:pt x="6619" y="0"/>
                  </a:moveTo>
                  <a:cubicBezTo>
                    <a:pt x="4987" y="0"/>
                    <a:pt x="3038" y="1274"/>
                    <a:pt x="1714" y="3365"/>
                  </a:cubicBezTo>
                  <a:cubicBezTo>
                    <a:pt x="1714" y="3365"/>
                    <a:pt x="1687" y="3392"/>
                    <a:pt x="1687" y="3392"/>
                  </a:cubicBezTo>
                  <a:cubicBezTo>
                    <a:pt x="134" y="5908"/>
                    <a:pt x="1" y="8691"/>
                    <a:pt x="1259" y="10029"/>
                  </a:cubicBezTo>
                  <a:cubicBezTo>
                    <a:pt x="1419" y="10190"/>
                    <a:pt x="1580" y="10324"/>
                    <a:pt x="1767" y="10431"/>
                  </a:cubicBezTo>
                  <a:cubicBezTo>
                    <a:pt x="2188" y="10698"/>
                    <a:pt x="2670" y="10825"/>
                    <a:pt x="3185" y="10825"/>
                  </a:cubicBezTo>
                  <a:cubicBezTo>
                    <a:pt x="4832" y="10825"/>
                    <a:pt x="6805" y="9528"/>
                    <a:pt x="8111" y="7406"/>
                  </a:cubicBezTo>
                  <a:cubicBezTo>
                    <a:pt x="8244" y="7219"/>
                    <a:pt x="8351" y="7032"/>
                    <a:pt x="8459" y="6844"/>
                  </a:cubicBezTo>
                  <a:cubicBezTo>
                    <a:pt x="9850" y="4221"/>
                    <a:pt x="9690" y="1411"/>
                    <a:pt x="8057" y="367"/>
                  </a:cubicBezTo>
                  <a:cubicBezTo>
                    <a:pt x="8030" y="367"/>
                    <a:pt x="7977" y="340"/>
                    <a:pt x="7950" y="340"/>
                  </a:cubicBezTo>
                  <a:cubicBezTo>
                    <a:pt x="7550" y="110"/>
                    <a:pt x="7098" y="0"/>
                    <a:pt x="661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70"/>
            <p:cNvSpPr/>
            <p:nvPr/>
          </p:nvSpPr>
          <p:spPr>
            <a:xfrm>
              <a:off x="6236950" y="954225"/>
              <a:ext cx="244950" cy="271025"/>
            </a:xfrm>
            <a:custGeom>
              <a:avLst/>
              <a:gdLst/>
              <a:ahLst/>
              <a:cxnLst/>
              <a:rect l="l" t="t" r="r" b="b"/>
              <a:pathLst>
                <a:path w="9798" h="10841" extrusionOk="0">
                  <a:moveTo>
                    <a:pt x="6678" y="0"/>
                  </a:moveTo>
                  <a:cubicBezTo>
                    <a:pt x="5044" y="0"/>
                    <a:pt x="3094" y="1273"/>
                    <a:pt x="1768" y="3355"/>
                  </a:cubicBezTo>
                  <a:cubicBezTo>
                    <a:pt x="1768" y="3382"/>
                    <a:pt x="1741" y="3409"/>
                    <a:pt x="1741" y="3409"/>
                  </a:cubicBezTo>
                  <a:cubicBezTo>
                    <a:pt x="1" y="6192"/>
                    <a:pt x="28" y="9351"/>
                    <a:pt x="1794" y="10448"/>
                  </a:cubicBezTo>
                  <a:cubicBezTo>
                    <a:pt x="1821" y="10475"/>
                    <a:pt x="1848" y="10501"/>
                    <a:pt x="1875" y="10501"/>
                  </a:cubicBezTo>
                  <a:cubicBezTo>
                    <a:pt x="2280" y="10731"/>
                    <a:pt x="2736" y="10841"/>
                    <a:pt x="3219" y="10841"/>
                  </a:cubicBezTo>
                  <a:cubicBezTo>
                    <a:pt x="4872" y="10841"/>
                    <a:pt x="6839" y="9557"/>
                    <a:pt x="8165" y="7423"/>
                  </a:cubicBezTo>
                  <a:cubicBezTo>
                    <a:pt x="8218" y="7343"/>
                    <a:pt x="8272" y="7236"/>
                    <a:pt x="8352" y="7129"/>
                  </a:cubicBezTo>
                  <a:cubicBezTo>
                    <a:pt x="9717" y="4720"/>
                    <a:pt x="9797" y="2097"/>
                    <a:pt x="8566" y="786"/>
                  </a:cubicBezTo>
                  <a:cubicBezTo>
                    <a:pt x="8432" y="652"/>
                    <a:pt x="8272" y="518"/>
                    <a:pt x="8084" y="384"/>
                  </a:cubicBezTo>
                  <a:cubicBezTo>
                    <a:pt x="7665" y="124"/>
                    <a:pt x="7187" y="0"/>
                    <a:pt x="66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70"/>
            <p:cNvSpPr/>
            <p:nvPr/>
          </p:nvSpPr>
          <p:spPr>
            <a:xfrm>
              <a:off x="6281125" y="954225"/>
              <a:ext cx="200775" cy="178225"/>
            </a:xfrm>
            <a:custGeom>
              <a:avLst/>
              <a:gdLst/>
              <a:ahLst/>
              <a:cxnLst/>
              <a:rect l="l" t="t" r="r" b="b"/>
              <a:pathLst>
                <a:path w="8031" h="7129" extrusionOk="0">
                  <a:moveTo>
                    <a:pt x="4911" y="0"/>
                  </a:moveTo>
                  <a:cubicBezTo>
                    <a:pt x="3277" y="0"/>
                    <a:pt x="1327" y="1273"/>
                    <a:pt x="1" y="3355"/>
                  </a:cubicBezTo>
                  <a:cubicBezTo>
                    <a:pt x="188" y="3516"/>
                    <a:pt x="375" y="3676"/>
                    <a:pt x="563" y="3837"/>
                  </a:cubicBezTo>
                  <a:cubicBezTo>
                    <a:pt x="1821" y="4827"/>
                    <a:pt x="3266" y="5630"/>
                    <a:pt x="4711" y="6326"/>
                  </a:cubicBezTo>
                  <a:cubicBezTo>
                    <a:pt x="5327" y="6647"/>
                    <a:pt x="5942" y="6915"/>
                    <a:pt x="6585" y="7129"/>
                  </a:cubicBezTo>
                  <a:cubicBezTo>
                    <a:pt x="7950" y="4720"/>
                    <a:pt x="8030" y="2097"/>
                    <a:pt x="6799" y="786"/>
                  </a:cubicBezTo>
                  <a:cubicBezTo>
                    <a:pt x="6665" y="652"/>
                    <a:pt x="6505" y="518"/>
                    <a:pt x="6317" y="384"/>
                  </a:cubicBezTo>
                  <a:cubicBezTo>
                    <a:pt x="5898" y="124"/>
                    <a:pt x="5420" y="0"/>
                    <a:pt x="491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70"/>
            <p:cNvSpPr/>
            <p:nvPr/>
          </p:nvSpPr>
          <p:spPr>
            <a:xfrm>
              <a:off x="5552425" y="2102025"/>
              <a:ext cx="534675" cy="151900"/>
            </a:xfrm>
            <a:custGeom>
              <a:avLst/>
              <a:gdLst/>
              <a:ahLst/>
              <a:cxnLst/>
              <a:rect l="l" t="t" r="r" b="b"/>
              <a:pathLst>
                <a:path w="21387" h="6076" extrusionOk="0">
                  <a:moveTo>
                    <a:pt x="2088" y="0"/>
                  </a:moveTo>
                  <a:cubicBezTo>
                    <a:pt x="938" y="0"/>
                    <a:pt x="1" y="910"/>
                    <a:pt x="1" y="2061"/>
                  </a:cubicBezTo>
                  <a:lnTo>
                    <a:pt x="1" y="3988"/>
                  </a:lnTo>
                  <a:cubicBezTo>
                    <a:pt x="1" y="5139"/>
                    <a:pt x="938" y="6076"/>
                    <a:pt x="2088" y="6076"/>
                  </a:cubicBezTo>
                  <a:lnTo>
                    <a:pt x="19299" y="6076"/>
                  </a:lnTo>
                  <a:cubicBezTo>
                    <a:pt x="20450" y="6076"/>
                    <a:pt x="21386" y="5139"/>
                    <a:pt x="21386" y="3988"/>
                  </a:cubicBezTo>
                  <a:lnTo>
                    <a:pt x="21386" y="2061"/>
                  </a:lnTo>
                  <a:cubicBezTo>
                    <a:pt x="21386" y="910"/>
                    <a:pt x="20450" y="0"/>
                    <a:pt x="1929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70"/>
            <p:cNvSpPr/>
            <p:nvPr/>
          </p:nvSpPr>
          <p:spPr>
            <a:xfrm>
              <a:off x="5719050" y="2118075"/>
              <a:ext cx="176000" cy="119800"/>
            </a:xfrm>
            <a:custGeom>
              <a:avLst/>
              <a:gdLst/>
              <a:ahLst/>
              <a:cxnLst/>
              <a:rect l="l" t="t" r="r" b="b"/>
              <a:pathLst>
                <a:path w="7040" h="4792" fill="none" extrusionOk="0">
                  <a:moveTo>
                    <a:pt x="0" y="1"/>
                  </a:moveTo>
                  <a:lnTo>
                    <a:pt x="7040" y="1"/>
                  </a:lnTo>
                  <a:lnTo>
                    <a:pt x="7040" y="4792"/>
                  </a:lnTo>
                  <a:lnTo>
                    <a:pt x="0" y="4792"/>
                  </a:lnTo>
                  <a:close/>
                </a:path>
              </a:pathLst>
            </a:custGeom>
            <a:noFill/>
            <a:ln w="2000" cap="flat" cmpd="sng">
              <a:solidFill>
                <a:srgbClr val="AD8B96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70"/>
            <p:cNvSpPr/>
            <p:nvPr/>
          </p:nvSpPr>
          <p:spPr>
            <a:xfrm>
              <a:off x="55992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70"/>
            <p:cNvSpPr/>
            <p:nvPr/>
          </p:nvSpPr>
          <p:spPr>
            <a:xfrm>
              <a:off x="563740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70"/>
            <p:cNvSpPr/>
            <p:nvPr/>
          </p:nvSpPr>
          <p:spPr>
            <a:xfrm>
              <a:off x="560060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1" y="0"/>
                    <a:pt x="1" y="161"/>
                    <a:pt x="1" y="348"/>
                  </a:cubicBezTo>
                  <a:cubicBezTo>
                    <a:pt x="1" y="536"/>
                    <a:pt x="161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70"/>
            <p:cNvSpPr/>
            <p:nvPr/>
          </p:nvSpPr>
          <p:spPr>
            <a:xfrm>
              <a:off x="60087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70"/>
            <p:cNvSpPr/>
            <p:nvPr/>
          </p:nvSpPr>
          <p:spPr>
            <a:xfrm>
              <a:off x="597065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70"/>
            <p:cNvSpPr/>
            <p:nvPr/>
          </p:nvSpPr>
          <p:spPr>
            <a:xfrm>
              <a:off x="600745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70"/>
            <p:cNvSpPr/>
            <p:nvPr/>
          </p:nvSpPr>
          <p:spPr>
            <a:xfrm>
              <a:off x="6300525" y="2165575"/>
              <a:ext cx="117800" cy="118475"/>
            </a:xfrm>
            <a:custGeom>
              <a:avLst/>
              <a:gdLst/>
              <a:ahLst/>
              <a:cxnLst/>
              <a:rect l="l" t="t" r="r" b="b"/>
              <a:pathLst>
                <a:path w="4712" h="4739" extrusionOk="0">
                  <a:moveTo>
                    <a:pt x="2356" y="1"/>
                  </a:moveTo>
                  <a:cubicBezTo>
                    <a:pt x="1045" y="1"/>
                    <a:pt x="1" y="1072"/>
                    <a:pt x="1" y="2383"/>
                  </a:cubicBezTo>
                  <a:cubicBezTo>
                    <a:pt x="1" y="3668"/>
                    <a:pt x="1045" y="4738"/>
                    <a:pt x="2356" y="4738"/>
                  </a:cubicBezTo>
                  <a:cubicBezTo>
                    <a:pt x="3668" y="4738"/>
                    <a:pt x="4711" y="3668"/>
                    <a:pt x="4711" y="2383"/>
                  </a:cubicBezTo>
                  <a:cubicBezTo>
                    <a:pt x="4711" y="1072"/>
                    <a:pt x="3668" y="1"/>
                    <a:pt x="2356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70"/>
            <p:cNvSpPr/>
            <p:nvPr/>
          </p:nvSpPr>
          <p:spPr>
            <a:xfrm>
              <a:off x="5520975" y="1386050"/>
              <a:ext cx="117800" cy="118450"/>
            </a:xfrm>
            <a:custGeom>
              <a:avLst/>
              <a:gdLst/>
              <a:ahLst/>
              <a:cxnLst/>
              <a:rect l="l" t="t" r="r" b="b"/>
              <a:pathLst>
                <a:path w="4712" h="4738" fill="none" extrusionOk="0">
                  <a:moveTo>
                    <a:pt x="4712" y="2355"/>
                  </a:moveTo>
                  <a:cubicBezTo>
                    <a:pt x="4712" y="3667"/>
                    <a:pt x="3668" y="4738"/>
                    <a:pt x="2356" y="4738"/>
                  </a:cubicBezTo>
                  <a:cubicBezTo>
                    <a:pt x="1045" y="4738"/>
                    <a:pt x="1" y="3667"/>
                    <a:pt x="1" y="2355"/>
                  </a:cubicBezTo>
                  <a:cubicBezTo>
                    <a:pt x="1" y="1071"/>
                    <a:pt x="1045" y="0"/>
                    <a:pt x="2356" y="0"/>
                  </a:cubicBezTo>
                  <a:cubicBezTo>
                    <a:pt x="3668" y="0"/>
                    <a:pt x="4712" y="1071"/>
                    <a:pt x="4712" y="2355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70"/>
            <p:cNvSpPr/>
            <p:nvPr/>
          </p:nvSpPr>
          <p:spPr>
            <a:xfrm>
              <a:off x="6774275" y="1000625"/>
              <a:ext cx="117800" cy="117775"/>
            </a:xfrm>
            <a:custGeom>
              <a:avLst/>
              <a:gdLst/>
              <a:ahLst/>
              <a:cxnLst/>
              <a:rect l="l" t="t" r="r" b="b"/>
              <a:pathLst>
                <a:path w="4712" h="4711" fill="none" extrusionOk="0">
                  <a:moveTo>
                    <a:pt x="4712" y="2356"/>
                  </a:moveTo>
                  <a:cubicBezTo>
                    <a:pt x="4712" y="3667"/>
                    <a:pt x="3668" y="4711"/>
                    <a:pt x="2356" y="4711"/>
                  </a:cubicBezTo>
                  <a:cubicBezTo>
                    <a:pt x="1045" y="4711"/>
                    <a:pt x="1" y="3667"/>
                    <a:pt x="1" y="2356"/>
                  </a:cubicBezTo>
                  <a:cubicBezTo>
                    <a:pt x="1" y="1044"/>
                    <a:pt x="1045" y="0"/>
                    <a:pt x="2356" y="0"/>
                  </a:cubicBezTo>
                  <a:cubicBezTo>
                    <a:pt x="3668" y="0"/>
                    <a:pt x="4712" y="1044"/>
                    <a:pt x="4712" y="235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70"/>
            <p:cNvSpPr/>
            <p:nvPr/>
          </p:nvSpPr>
          <p:spPr>
            <a:xfrm>
              <a:off x="5648125" y="1952125"/>
              <a:ext cx="103075" cy="25450"/>
            </a:xfrm>
            <a:custGeom>
              <a:avLst/>
              <a:gdLst/>
              <a:ahLst/>
              <a:cxnLst/>
              <a:rect l="l" t="t" r="r" b="b"/>
              <a:pathLst>
                <a:path w="4123" h="1018" fill="none" extrusionOk="0">
                  <a:moveTo>
                    <a:pt x="4122" y="1018"/>
                  </a:moveTo>
                  <a:lnTo>
                    <a:pt x="0" y="1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70"/>
            <p:cNvSpPr/>
            <p:nvPr/>
          </p:nvSpPr>
          <p:spPr>
            <a:xfrm>
              <a:off x="5686925" y="1913325"/>
              <a:ext cx="25450" cy="103075"/>
            </a:xfrm>
            <a:custGeom>
              <a:avLst/>
              <a:gdLst/>
              <a:ahLst/>
              <a:cxnLst/>
              <a:rect l="l" t="t" r="r" b="b"/>
              <a:pathLst>
                <a:path w="1018" h="4123" fill="none" extrusionOk="0">
                  <a:moveTo>
                    <a:pt x="1018" y="0"/>
                  </a:moveTo>
                  <a:lnTo>
                    <a:pt x="1" y="4122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70"/>
            <p:cNvSpPr/>
            <p:nvPr/>
          </p:nvSpPr>
          <p:spPr>
            <a:xfrm>
              <a:off x="6865275" y="1800225"/>
              <a:ext cx="73650" cy="77000"/>
            </a:xfrm>
            <a:custGeom>
              <a:avLst/>
              <a:gdLst/>
              <a:ahLst/>
              <a:cxnLst/>
              <a:rect l="l" t="t" r="r" b="b"/>
              <a:pathLst>
                <a:path w="2946" h="3080" fill="none" extrusionOk="0">
                  <a:moveTo>
                    <a:pt x="2945" y="1"/>
                  </a:moveTo>
                  <a:lnTo>
                    <a:pt x="1" y="3079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70"/>
            <p:cNvSpPr/>
            <p:nvPr/>
          </p:nvSpPr>
          <p:spPr>
            <a:xfrm>
              <a:off x="6863950" y="1802250"/>
              <a:ext cx="76975" cy="72950"/>
            </a:xfrm>
            <a:custGeom>
              <a:avLst/>
              <a:gdLst/>
              <a:ahLst/>
              <a:cxnLst/>
              <a:rect l="l" t="t" r="r" b="b"/>
              <a:pathLst>
                <a:path w="3079" h="2918" fill="none" extrusionOk="0">
                  <a:moveTo>
                    <a:pt x="0" y="0"/>
                  </a:moveTo>
                  <a:lnTo>
                    <a:pt x="3078" y="2918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12">
          <a:extLst>
            <a:ext uri="{FF2B5EF4-FFF2-40B4-BE49-F238E27FC236}">
              <a16:creationId xmlns:a16="http://schemas.microsoft.com/office/drawing/2014/main" id="{A5517F85-1691-9DD3-674A-212C8D4C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5388E7-3B59-F9DD-5EDD-F5D0A76BF389}"/>
              </a:ext>
            </a:extLst>
          </p:cNvPr>
          <p:cNvSpPr/>
          <p:nvPr/>
        </p:nvSpPr>
        <p:spPr>
          <a:xfrm rot="5400000">
            <a:off x="1406659" y="2265414"/>
            <a:ext cx="70432" cy="7549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Google Shape;2275;p66">
            <a:extLst>
              <a:ext uri="{FF2B5EF4-FFF2-40B4-BE49-F238E27FC236}">
                <a16:creationId xmlns:a16="http://schemas.microsoft.com/office/drawing/2014/main" id="{65E1BB08-065B-7336-D03B-7E655692FE06}"/>
              </a:ext>
            </a:extLst>
          </p:cNvPr>
          <p:cNvCxnSpPr>
            <a:cxnSpLocks/>
          </p:cNvCxnSpPr>
          <p:nvPr/>
        </p:nvCxnSpPr>
        <p:spPr>
          <a:xfrm flipV="1">
            <a:off x="1631552" y="198950"/>
            <a:ext cx="2032972" cy="342589"/>
          </a:xfrm>
          <a:prstGeom prst="bentConnector3">
            <a:avLst>
              <a:gd name="adj1" fmla="val 117884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9" name="Google Shape;2275;p66">
            <a:extLst>
              <a:ext uri="{FF2B5EF4-FFF2-40B4-BE49-F238E27FC236}">
                <a16:creationId xmlns:a16="http://schemas.microsoft.com/office/drawing/2014/main" id="{1FA2CDE4-8383-E91F-10FE-0BDE2D6252B4}"/>
              </a:ext>
            </a:extLst>
          </p:cNvPr>
          <p:cNvCxnSpPr>
            <a:cxnSpLocks/>
          </p:cNvCxnSpPr>
          <p:nvPr/>
        </p:nvCxnSpPr>
        <p:spPr>
          <a:xfrm flipV="1">
            <a:off x="1751859" y="2095715"/>
            <a:ext cx="1727941" cy="305377"/>
          </a:xfrm>
          <a:prstGeom prst="bentConnector3">
            <a:avLst>
              <a:gd name="adj1" fmla="val 11222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" name="Google Shape;2275;p66">
            <a:extLst>
              <a:ext uri="{FF2B5EF4-FFF2-40B4-BE49-F238E27FC236}">
                <a16:creationId xmlns:a16="http://schemas.microsoft.com/office/drawing/2014/main" id="{667C4BA0-0C52-2E74-8895-E432F916E723}"/>
              </a:ext>
            </a:extLst>
          </p:cNvPr>
          <p:cNvCxnSpPr>
            <a:cxnSpLocks/>
          </p:cNvCxnSpPr>
          <p:nvPr/>
        </p:nvCxnSpPr>
        <p:spPr>
          <a:xfrm flipV="1">
            <a:off x="1853919" y="3708400"/>
            <a:ext cx="1490414" cy="433490"/>
          </a:xfrm>
          <a:prstGeom prst="bentConnector3">
            <a:avLst>
              <a:gd name="adj1" fmla="val 107944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14" name="Google Shape;1414;p52">
            <a:extLst>
              <a:ext uri="{FF2B5EF4-FFF2-40B4-BE49-F238E27FC236}">
                <a16:creationId xmlns:a16="http://schemas.microsoft.com/office/drawing/2014/main" id="{A20FA8E1-7710-B5CE-C285-B14CF5F64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11" y="945086"/>
            <a:ext cx="271631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Doctor Dashboard</a:t>
            </a:r>
            <a:endParaRPr dirty="0"/>
          </a:p>
        </p:txBody>
      </p:sp>
      <p:sp>
        <p:nvSpPr>
          <p:cNvPr id="1416" name="Google Shape;1416;p52">
            <a:extLst>
              <a:ext uri="{FF2B5EF4-FFF2-40B4-BE49-F238E27FC236}">
                <a16:creationId xmlns:a16="http://schemas.microsoft.com/office/drawing/2014/main" id="{51BDEE0C-2662-09E0-EDA8-6FED8CE33BF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0820" y="2777378"/>
            <a:ext cx="271631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General Dashboard</a:t>
            </a:r>
            <a:endParaRPr dirty="0"/>
          </a:p>
        </p:txBody>
      </p:sp>
      <p:sp>
        <p:nvSpPr>
          <p:cNvPr id="1418" name="Google Shape;1418;p52">
            <a:extLst>
              <a:ext uri="{FF2B5EF4-FFF2-40B4-BE49-F238E27FC236}">
                <a16:creationId xmlns:a16="http://schemas.microsoft.com/office/drawing/2014/main" id="{C0842C82-7757-BAEC-29C5-FCB1F701ABBA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24344" y="4528389"/>
            <a:ext cx="276278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Patient Dashboard</a:t>
            </a:r>
            <a:endParaRPr dirty="0"/>
          </a:p>
        </p:txBody>
      </p:sp>
      <p:grpSp>
        <p:nvGrpSpPr>
          <p:cNvPr id="1420" name="Google Shape;1420;p52">
            <a:extLst>
              <a:ext uri="{FF2B5EF4-FFF2-40B4-BE49-F238E27FC236}">
                <a16:creationId xmlns:a16="http://schemas.microsoft.com/office/drawing/2014/main" id="{455AB9E5-6EEC-2335-BBC8-7F10F79466E4}"/>
              </a:ext>
            </a:extLst>
          </p:cNvPr>
          <p:cNvGrpSpPr/>
          <p:nvPr/>
        </p:nvGrpSpPr>
        <p:grpSpPr>
          <a:xfrm>
            <a:off x="1065091" y="216224"/>
            <a:ext cx="548913" cy="548913"/>
            <a:chOff x="1485491" y="1793271"/>
            <a:chExt cx="922233" cy="922233"/>
          </a:xfrm>
        </p:grpSpPr>
        <p:grpSp>
          <p:nvGrpSpPr>
            <p:cNvPr id="1421" name="Google Shape;1421;p52">
              <a:extLst>
                <a:ext uri="{FF2B5EF4-FFF2-40B4-BE49-F238E27FC236}">
                  <a16:creationId xmlns:a16="http://schemas.microsoft.com/office/drawing/2014/main" id="{E6A6DFD2-D3D7-9232-32BB-02908D57B8CA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1422" name="Google Shape;1422;p52">
                <a:extLst>
                  <a:ext uri="{FF2B5EF4-FFF2-40B4-BE49-F238E27FC236}">
                    <a16:creationId xmlns:a16="http://schemas.microsoft.com/office/drawing/2014/main" id="{4549E985-4BA4-7F4C-27C8-4FCFE39AAAC7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52">
                <a:extLst>
                  <a:ext uri="{FF2B5EF4-FFF2-40B4-BE49-F238E27FC236}">
                    <a16:creationId xmlns:a16="http://schemas.microsoft.com/office/drawing/2014/main" id="{FB58DD15-134F-B222-A30C-7AAC9AB2E074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52">
                <a:extLst>
                  <a:ext uri="{FF2B5EF4-FFF2-40B4-BE49-F238E27FC236}">
                    <a16:creationId xmlns:a16="http://schemas.microsoft.com/office/drawing/2014/main" id="{5475A209-5FF2-6D93-BA43-3E522C3DD904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52">
                <a:extLst>
                  <a:ext uri="{FF2B5EF4-FFF2-40B4-BE49-F238E27FC236}">
                    <a16:creationId xmlns:a16="http://schemas.microsoft.com/office/drawing/2014/main" id="{3E4C8480-68ED-BC00-35D2-CE970652FB4D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52">
                <a:extLst>
                  <a:ext uri="{FF2B5EF4-FFF2-40B4-BE49-F238E27FC236}">
                    <a16:creationId xmlns:a16="http://schemas.microsoft.com/office/drawing/2014/main" id="{6B297D3D-8F8B-62FC-3120-FBD18E5A50F7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52">
                <a:extLst>
                  <a:ext uri="{FF2B5EF4-FFF2-40B4-BE49-F238E27FC236}">
                    <a16:creationId xmlns:a16="http://schemas.microsoft.com/office/drawing/2014/main" id="{8D3C1DD4-F109-7C69-7B67-9127E37EBB5F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52">
                <a:extLst>
                  <a:ext uri="{FF2B5EF4-FFF2-40B4-BE49-F238E27FC236}">
                    <a16:creationId xmlns:a16="http://schemas.microsoft.com/office/drawing/2014/main" id="{90BC2A7D-2533-6A99-64F1-AA14B9432FE5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52">
                <a:extLst>
                  <a:ext uri="{FF2B5EF4-FFF2-40B4-BE49-F238E27FC236}">
                    <a16:creationId xmlns:a16="http://schemas.microsoft.com/office/drawing/2014/main" id="{736D10E3-4FC4-6C54-AE0C-4AC24F57BBF2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52">
                <a:extLst>
                  <a:ext uri="{FF2B5EF4-FFF2-40B4-BE49-F238E27FC236}">
                    <a16:creationId xmlns:a16="http://schemas.microsoft.com/office/drawing/2014/main" id="{ABECB010-EC05-59D9-D09D-F78F24B0B955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52">
                <a:extLst>
                  <a:ext uri="{FF2B5EF4-FFF2-40B4-BE49-F238E27FC236}">
                    <a16:creationId xmlns:a16="http://schemas.microsoft.com/office/drawing/2014/main" id="{DBA61243-F722-EF7F-2A52-EA393B4F91A7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52">
                <a:extLst>
                  <a:ext uri="{FF2B5EF4-FFF2-40B4-BE49-F238E27FC236}">
                    <a16:creationId xmlns:a16="http://schemas.microsoft.com/office/drawing/2014/main" id="{A3697B35-5141-F30E-81EB-6280886D683A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52">
                <a:extLst>
                  <a:ext uri="{FF2B5EF4-FFF2-40B4-BE49-F238E27FC236}">
                    <a16:creationId xmlns:a16="http://schemas.microsoft.com/office/drawing/2014/main" id="{40ED7327-2895-F7B1-69C6-2C73CCFD8C50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4" name="Google Shape;1434;p52">
              <a:extLst>
                <a:ext uri="{FF2B5EF4-FFF2-40B4-BE49-F238E27FC236}">
                  <a16:creationId xmlns:a16="http://schemas.microsoft.com/office/drawing/2014/main" id="{FE8FE9E0-0DCD-3E66-C1DD-329D1F7ED6A4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1435" name="Google Shape;1435;p52">
                <a:extLst>
                  <a:ext uri="{FF2B5EF4-FFF2-40B4-BE49-F238E27FC236}">
                    <a16:creationId xmlns:a16="http://schemas.microsoft.com/office/drawing/2014/main" id="{BEA9F9C0-104A-3271-C3A0-697AD5FD5DC1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52">
                <a:extLst>
                  <a:ext uri="{FF2B5EF4-FFF2-40B4-BE49-F238E27FC236}">
                    <a16:creationId xmlns:a16="http://schemas.microsoft.com/office/drawing/2014/main" id="{6915DF3E-302C-B8DD-D6F5-8A7470FEBF78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52">
                <a:extLst>
                  <a:ext uri="{FF2B5EF4-FFF2-40B4-BE49-F238E27FC236}">
                    <a16:creationId xmlns:a16="http://schemas.microsoft.com/office/drawing/2014/main" id="{B6D058C2-C2C1-55A2-A7E1-FA82A4F57FBE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52">
                <a:extLst>
                  <a:ext uri="{FF2B5EF4-FFF2-40B4-BE49-F238E27FC236}">
                    <a16:creationId xmlns:a16="http://schemas.microsoft.com/office/drawing/2014/main" id="{B6E15ACE-C65C-E139-269A-E05EC6BFDE50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52">
                <a:extLst>
                  <a:ext uri="{FF2B5EF4-FFF2-40B4-BE49-F238E27FC236}">
                    <a16:creationId xmlns:a16="http://schemas.microsoft.com/office/drawing/2014/main" id="{67B45088-493B-2D19-5E65-434DC425C038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52">
                <a:extLst>
                  <a:ext uri="{FF2B5EF4-FFF2-40B4-BE49-F238E27FC236}">
                    <a16:creationId xmlns:a16="http://schemas.microsoft.com/office/drawing/2014/main" id="{A72AB6D5-E338-F5AE-FBB9-6B069676A7AE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52">
                <a:extLst>
                  <a:ext uri="{FF2B5EF4-FFF2-40B4-BE49-F238E27FC236}">
                    <a16:creationId xmlns:a16="http://schemas.microsoft.com/office/drawing/2014/main" id="{DE5A4249-819A-8244-7D65-84ADB35D0E92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52">
                <a:extLst>
                  <a:ext uri="{FF2B5EF4-FFF2-40B4-BE49-F238E27FC236}">
                    <a16:creationId xmlns:a16="http://schemas.microsoft.com/office/drawing/2014/main" id="{3B4EBA47-C941-31EB-FC70-2941BFD97FC8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52">
                <a:extLst>
                  <a:ext uri="{FF2B5EF4-FFF2-40B4-BE49-F238E27FC236}">
                    <a16:creationId xmlns:a16="http://schemas.microsoft.com/office/drawing/2014/main" id="{5320987B-7BCA-9E42-2C00-46DDA90E5ACD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52">
                <a:extLst>
                  <a:ext uri="{FF2B5EF4-FFF2-40B4-BE49-F238E27FC236}">
                    <a16:creationId xmlns:a16="http://schemas.microsoft.com/office/drawing/2014/main" id="{F1FCECA6-FCD6-FAA4-3282-C0F4408D0B06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52">
                <a:extLst>
                  <a:ext uri="{FF2B5EF4-FFF2-40B4-BE49-F238E27FC236}">
                    <a16:creationId xmlns:a16="http://schemas.microsoft.com/office/drawing/2014/main" id="{91D06447-59AC-C420-A4E4-048903A15215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52">
                <a:extLst>
                  <a:ext uri="{FF2B5EF4-FFF2-40B4-BE49-F238E27FC236}">
                    <a16:creationId xmlns:a16="http://schemas.microsoft.com/office/drawing/2014/main" id="{AD7CF47F-F6A5-14B0-7972-3BFD1C9446F6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47" name="Google Shape;1447;p52">
            <a:extLst>
              <a:ext uri="{FF2B5EF4-FFF2-40B4-BE49-F238E27FC236}">
                <a16:creationId xmlns:a16="http://schemas.microsoft.com/office/drawing/2014/main" id="{85DF369A-FA3A-C60E-FC37-A15EEA298F37}"/>
              </a:ext>
            </a:extLst>
          </p:cNvPr>
          <p:cNvGrpSpPr/>
          <p:nvPr/>
        </p:nvGrpSpPr>
        <p:grpSpPr>
          <a:xfrm>
            <a:off x="1136498" y="2095715"/>
            <a:ext cx="672978" cy="548886"/>
            <a:chOff x="4104607" y="1938037"/>
            <a:chExt cx="953227" cy="777459"/>
          </a:xfrm>
        </p:grpSpPr>
        <p:grpSp>
          <p:nvGrpSpPr>
            <p:cNvPr id="1448" name="Google Shape;1448;p52">
              <a:extLst>
                <a:ext uri="{FF2B5EF4-FFF2-40B4-BE49-F238E27FC236}">
                  <a16:creationId xmlns:a16="http://schemas.microsoft.com/office/drawing/2014/main" id="{D281F227-6536-B600-BB19-8BE5FE3E83AD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1449" name="Google Shape;1449;p52">
                <a:extLst>
                  <a:ext uri="{FF2B5EF4-FFF2-40B4-BE49-F238E27FC236}">
                    <a16:creationId xmlns:a16="http://schemas.microsoft.com/office/drawing/2014/main" id="{EBA4A8F2-C959-CA5E-D34F-8A8C57C01570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52">
                <a:extLst>
                  <a:ext uri="{FF2B5EF4-FFF2-40B4-BE49-F238E27FC236}">
                    <a16:creationId xmlns:a16="http://schemas.microsoft.com/office/drawing/2014/main" id="{2601D939-EDBD-E35E-960B-B70AFAC90489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2">
                <a:extLst>
                  <a:ext uri="{FF2B5EF4-FFF2-40B4-BE49-F238E27FC236}">
                    <a16:creationId xmlns:a16="http://schemas.microsoft.com/office/drawing/2014/main" id="{269C315E-9AD4-B968-9F57-73A86F3D8F23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2">
                <a:extLst>
                  <a:ext uri="{FF2B5EF4-FFF2-40B4-BE49-F238E27FC236}">
                    <a16:creationId xmlns:a16="http://schemas.microsoft.com/office/drawing/2014/main" id="{CFD3523E-D1AB-4BCF-F962-3245C9FF915E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2">
                <a:extLst>
                  <a:ext uri="{FF2B5EF4-FFF2-40B4-BE49-F238E27FC236}">
                    <a16:creationId xmlns:a16="http://schemas.microsoft.com/office/drawing/2014/main" id="{DBC3054E-C112-6B61-8A3D-31E5A004D718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4" name="Google Shape;1454;p52">
              <a:extLst>
                <a:ext uri="{FF2B5EF4-FFF2-40B4-BE49-F238E27FC236}">
                  <a16:creationId xmlns:a16="http://schemas.microsoft.com/office/drawing/2014/main" id="{D9AF6BEF-2C5B-162D-1B40-E3C20C091DCE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1455" name="Google Shape;1455;p52">
                <a:extLst>
                  <a:ext uri="{FF2B5EF4-FFF2-40B4-BE49-F238E27FC236}">
                    <a16:creationId xmlns:a16="http://schemas.microsoft.com/office/drawing/2014/main" id="{AC85611D-B41D-61F2-639E-C200F0823FFD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2">
                <a:extLst>
                  <a:ext uri="{FF2B5EF4-FFF2-40B4-BE49-F238E27FC236}">
                    <a16:creationId xmlns:a16="http://schemas.microsoft.com/office/drawing/2014/main" id="{9C739344-72DB-3A4D-7237-2DCDDB698A67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52">
                <a:extLst>
                  <a:ext uri="{FF2B5EF4-FFF2-40B4-BE49-F238E27FC236}">
                    <a16:creationId xmlns:a16="http://schemas.microsoft.com/office/drawing/2014/main" id="{EFB6124C-EB00-2D0D-CA9E-EB3E86EF7EC4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52">
                <a:extLst>
                  <a:ext uri="{FF2B5EF4-FFF2-40B4-BE49-F238E27FC236}">
                    <a16:creationId xmlns:a16="http://schemas.microsoft.com/office/drawing/2014/main" id="{1E657233-528C-51DE-A0D4-7B65EE836B3C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2">
                <a:extLst>
                  <a:ext uri="{FF2B5EF4-FFF2-40B4-BE49-F238E27FC236}">
                    <a16:creationId xmlns:a16="http://schemas.microsoft.com/office/drawing/2014/main" id="{C988BDAB-4D68-2E37-F51C-C02E797FFCEE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0" name="Google Shape;1460;p52">
            <a:extLst>
              <a:ext uri="{FF2B5EF4-FFF2-40B4-BE49-F238E27FC236}">
                <a16:creationId xmlns:a16="http://schemas.microsoft.com/office/drawing/2014/main" id="{EDC42557-E8FF-4148-9AED-394C5EFA34F8}"/>
              </a:ext>
            </a:extLst>
          </p:cNvPr>
          <p:cNvGrpSpPr/>
          <p:nvPr/>
        </p:nvGrpSpPr>
        <p:grpSpPr>
          <a:xfrm>
            <a:off x="1176991" y="3791492"/>
            <a:ext cx="672981" cy="662979"/>
            <a:chOff x="6802850" y="1938059"/>
            <a:chExt cx="789143" cy="777415"/>
          </a:xfrm>
        </p:grpSpPr>
        <p:grpSp>
          <p:nvGrpSpPr>
            <p:cNvPr id="1461" name="Google Shape;1461;p52">
              <a:extLst>
                <a:ext uri="{FF2B5EF4-FFF2-40B4-BE49-F238E27FC236}">
                  <a16:creationId xmlns:a16="http://schemas.microsoft.com/office/drawing/2014/main" id="{1BFC2B2D-DFF1-D3D5-4122-2D8B50FE8D9A}"/>
                </a:ext>
              </a:extLst>
            </p:cNvPr>
            <p:cNvGrpSpPr/>
            <p:nvPr/>
          </p:nvGrpSpPr>
          <p:grpSpPr>
            <a:xfrm>
              <a:off x="6802850" y="1938059"/>
              <a:ext cx="789143" cy="777402"/>
              <a:chOff x="1190625" y="276625"/>
              <a:chExt cx="5219200" cy="5141550"/>
            </a:xfrm>
          </p:grpSpPr>
          <p:sp>
            <p:nvSpPr>
              <p:cNvPr id="1462" name="Google Shape;1462;p52">
                <a:extLst>
                  <a:ext uri="{FF2B5EF4-FFF2-40B4-BE49-F238E27FC236}">
                    <a16:creationId xmlns:a16="http://schemas.microsoft.com/office/drawing/2014/main" id="{BF786120-A4BB-EA40-88AB-F7E38E3B4928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2">
                <a:extLst>
                  <a:ext uri="{FF2B5EF4-FFF2-40B4-BE49-F238E27FC236}">
                    <a16:creationId xmlns:a16="http://schemas.microsoft.com/office/drawing/2014/main" id="{C1C98183-C419-B635-23FB-73AE4C5F55D9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2">
                <a:extLst>
                  <a:ext uri="{FF2B5EF4-FFF2-40B4-BE49-F238E27FC236}">
                    <a16:creationId xmlns:a16="http://schemas.microsoft.com/office/drawing/2014/main" id="{95290548-3380-2B6D-2C2D-39B9D6221617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52">
                <a:extLst>
                  <a:ext uri="{FF2B5EF4-FFF2-40B4-BE49-F238E27FC236}">
                    <a16:creationId xmlns:a16="http://schemas.microsoft.com/office/drawing/2014/main" id="{5D49F66C-D7E2-3C51-DB27-11719F6A94C5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52">
                <a:extLst>
                  <a:ext uri="{FF2B5EF4-FFF2-40B4-BE49-F238E27FC236}">
                    <a16:creationId xmlns:a16="http://schemas.microsoft.com/office/drawing/2014/main" id="{21D51DEB-E76B-355F-CCF3-14F68793EEF0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2">
                <a:extLst>
                  <a:ext uri="{FF2B5EF4-FFF2-40B4-BE49-F238E27FC236}">
                    <a16:creationId xmlns:a16="http://schemas.microsoft.com/office/drawing/2014/main" id="{153EE8C8-6817-5538-1ACE-E0B75BFA1CDB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2">
                <a:extLst>
                  <a:ext uri="{FF2B5EF4-FFF2-40B4-BE49-F238E27FC236}">
                    <a16:creationId xmlns:a16="http://schemas.microsoft.com/office/drawing/2014/main" id="{C04EBF36-7225-E319-18BB-7C9DBB7F8486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2">
                <a:extLst>
                  <a:ext uri="{FF2B5EF4-FFF2-40B4-BE49-F238E27FC236}">
                    <a16:creationId xmlns:a16="http://schemas.microsoft.com/office/drawing/2014/main" id="{D776E620-FCEC-92D8-F71A-5A7730718399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2">
                <a:extLst>
                  <a:ext uri="{FF2B5EF4-FFF2-40B4-BE49-F238E27FC236}">
                    <a16:creationId xmlns:a16="http://schemas.microsoft.com/office/drawing/2014/main" id="{81536339-31CA-4DF1-99DF-D8795008EE9D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2">
                <a:extLst>
                  <a:ext uri="{FF2B5EF4-FFF2-40B4-BE49-F238E27FC236}">
                    <a16:creationId xmlns:a16="http://schemas.microsoft.com/office/drawing/2014/main" id="{40275E7D-8FB0-49EC-E8F0-F613EBC54048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52">
                <a:extLst>
                  <a:ext uri="{FF2B5EF4-FFF2-40B4-BE49-F238E27FC236}">
                    <a16:creationId xmlns:a16="http://schemas.microsoft.com/office/drawing/2014/main" id="{C843F8F7-E2E7-FBCE-1151-3FB88C51F0C2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52">
                <a:extLst>
                  <a:ext uri="{FF2B5EF4-FFF2-40B4-BE49-F238E27FC236}">
                    <a16:creationId xmlns:a16="http://schemas.microsoft.com/office/drawing/2014/main" id="{C1A0AD0F-41FE-33E4-F296-9892A21E8257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2">
                <a:extLst>
                  <a:ext uri="{FF2B5EF4-FFF2-40B4-BE49-F238E27FC236}">
                    <a16:creationId xmlns:a16="http://schemas.microsoft.com/office/drawing/2014/main" id="{FE5003D9-CB42-932C-113D-2EFD88C79F27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2">
                <a:extLst>
                  <a:ext uri="{FF2B5EF4-FFF2-40B4-BE49-F238E27FC236}">
                    <a16:creationId xmlns:a16="http://schemas.microsoft.com/office/drawing/2014/main" id="{ACD66DEF-B70F-0A2F-CE3B-C2BBED5681E9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2">
                <a:extLst>
                  <a:ext uri="{FF2B5EF4-FFF2-40B4-BE49-F238E27FC236}">
                    <a16:creationId xmlns:a16="http://schemas.microsoft.com/office/drawing/2014/main" id="{E1D62C78-A404-4E05-DDD1-7CF151DABE6E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7" name="Google Shape;1477;p52">
              <a:extLst>
                <a:ext uri="{FF2B5EF4-FFF2-40B4-BE49-F238E27FC236}">
                  <a16:creationId xmlns:a16="http://schemas.microsoft.com/office/drawing/2014/main" id="{64E9C843-878E-4586-89A8-7767E81D00B9}"/>
                </a:ext>
              </a:extLst>
            </p:cNvPr>
            <p:cNvGrpSpPr/>
            <p:nvPr/>
          </p:nvGrpSpPr>
          <p:grpSpPr>
            <a:xfrm>
              <a:off x="6802850" y="1938071"/>
              <a:ext cx="789143" cy="777402"/>
              <a:chOff x="1190625" y="276625"/>
              <a:chExt cx="5219200" cy="5141550"/>
            </a:xfrm>
          </p:grpSpPr>
          <p:sp>
            <p:nvSpPr>
              <p:cNvPr id="1478" name="Google Shape;1478;p52">
                <a:extLst>
                  <a:ext uri="{FF2B5EF4-FFF2-40B4-BE49-F238E27FC236}">
                    <a16:creationId xmlns:a16="http://schemas.microsoft.com/office/drawing/2014/main" id="{9CA71559-8E05-F081-A67D-EC331A2B46D1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2">
                <a:extLst>
                  <a:ext uri="{FF2B5EF4-FFF2-40B4-BE49-F238E27FC236}">
                    <a16:creationId xmlns:a16="http://schemas.microsoft.com/office/drawing/2014/main" id="{D083A197-F248-D5F6-61B0-D824787FA694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2">
                <a:extLst>
                  <a:ext uri="{FF2B5EF4-FFF2-40B4-BE49-F238E27FC236}">
                    <a16:creationId xmlns:a16="http://schemas.microsoft.com/office/drawing/2014/main" id="{0A684EAD-BA50-8ED1-5AE0-0ED6F45F487A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2">
                <a:extLst>
                  <a:ext uri="{FF2B5EF4-FFF2-40B4-BE49-F238E27FC236}">
                    <a16:creationId xmlns:a16="http://schemas.microsoft.com/office/drawing/2014/main" id="{8A0EDB7A-2000-F98C-F8BF-4543EB0C7B3D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52">
                <a:extLst>
                  <a:ext uri="{FF2B5EF4-FFF2-40B4-BE49-F238E27FC236}">
                    <a16:creationId xmlns:a16="http://schemas.microsoft.com/office/drawing/2014/main" id="{830F8AF7-1F26-99E0-185A-AE3718E40434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52">
                <a:extLst>
                  <a:ext uri="{FF2B5EF4-FFF2-40B4-BE49-F238E27FC236}">
                    <a16:creationId xmlns:a16="http://schemas.microsoft.com/office/drawing/2014/main" id="{AE36446B-3D70-CCB4-CD03-277F0D6D9CDF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2">
                <a:extLst>
                  <a:ext uri="{FF2B5EF4-FFF2-40B4-BE49-F238E27FC236}">
                    <a16:creationId xmlns:a16="http://schemas.microsoft.com/office/drawing/2014/main" id="{94A56EF5-66E9-5DE1-4E7B-825B4FDB072A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2">
                <a:extLst>
                  <a:ext uri="{FF2B5EF4-FFF2-40B4-BE49-F238E27FC236}">
                    <a16:creationId xmlns:a16="http://schemas.microsoft.com/office/drawing/2014/main" id="{99E6D84E-421F-8F13-00B9-E8864E82D97F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2">
                <a:extLst>
                  <a:ext uri="{FF2B5EF4-FFF2-40B4-BE49-F238E27FC236}">
                    <a16:creationId xmlns:a16="http://schemas.microsoft.com/office/drawing/2014/main" id="{1F147DFF-70BA-FFBA-80E4-76449A18E44F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2">
                <a:extLst>
                  <a:ext uri="{FF2B5EF4-FFF2-40B4-BE49-F238E27FC236}">
                    <a16:creationId xmlns:a16="http://schemas.microsoft.com/office/drawing/2014/main" id="{918F55DB-CE01-AD0E-A330-814DD36A0A3D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2">
                <a:extLst>
                  <a:ext uri="{FF2B5EF4-FFF2-40B4-BE49-F238E27FC236}">
                    <a16:creationId xmlns:a16="http://schemas.microsoft.com/office/drawing/2014/main" id="{551134E8-CADC-8261-BD7B-87035C41CE76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2">
                <a:extLst>
                  <a:ext uri="{FF2B5EF4-FFF2-40B4-BE49-F238E27FC236}">
                    <a16:creationId xmlns:a16="http://schemas.microsoft.com/office/drawing/2014/main" id="{40AC958F-DEB3-327B-07F8-BA21B045FDF0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2">
                <a:extLst>
                  <a:ext uri="{FF2B5EF4-FFF2-40B4-BE49-F238E27FC236}">
                    <a16:creationId xmlns:a16="http://schemas.microsoft.com/office/drawing/2014/main" id="{73D9F568-9FB6-E7F6-D3C2-4B8DE9C67F55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2">
                <a:extLst>
                  <a:ext uri="{FF2B5EF4-FFF2-40B4-BE49-F238E27FC236}">
                    <a16:creationId xmlns:a16="http://schemas.microsoft.com/office/drawing/2014/main" id="{E79FC698-1959-61AB-AD60-B8950A34D6EB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52">
                <a:extLst>
                  <a:ext uri="{FF2B5EF4-FFF2-40B4-BE49-F238E27FC236}">
                    <a16:creationId xmlns:a16="http://schemas.microsoft.com/office/drawing/2014/main" id="{F9BBB154-51EC-E508-DE27-B5F8FACFBB5F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4A947441-A422-57C7-58DB-63D155BE0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524" y="117894"/>
            <a:ext cx="3810330" cy="153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B4EF92F2-AE0A-FEDE-C27F-B8E35534B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481" y="3643151"/>
            <a:ext cx="4773906" cy="141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AA1BFCC3-9FFF-9A0B-34C3-DC07CA0E8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62" y="2038804"/>
            <a:ext cx="4858016" cy="128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83;p50">
            <a:extLst>
              <a:ext uri="{FF2B5EF4-FFF2-40B4-BE49-F238E27FC236}">
                <a16:creationId xmlns:a16="http://schemas.microsoft.com/office/drawing/2014/main" id="{6A6AE658-253F-ACA5-0D34-7E94FEA8EC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1366691">
            <a:off x="4327443" y="7657949"/>
            <a:ext cx="4024924" cy="1646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This section describes how user accounts are linked to patient and doctor profiles, ensuring each user has a unique identity in the system</a:t>
            </a:r>
          </a:p>
        </p:txBody>
      </p:sp>
      <p:grpSp>
        <p:nvGrpSpPr>
          <p:cNvPr id="4" name="Google Shape;1284;p50">
            <a:extLst>
              <a:ext uri="{FF2B5EF4-FFF2-40B4-BE49-F238E27FC236}">
                <a16:creationId xmlns:a16="http://schemas.microsoft.com/office/drawing/2014/main" id="{518E70A5-E95A-C9A5-9381-9973933F63BB}"/>
              </a:ext>
            </a:extLst>
          </p:cNvPr>
          <p:cNvGrpSpPr/>
          <p:nvPr/>
        </p:nvGrpSpPr>
        <p:grpSpPr>
          <a:xfrm rot="19330432">
            <a:off x="-734087" y="6758902"/>
            <a:ext cx="4327954" cy="3225702"/>
            <a:chOff x="474325" y="2953825"/>
            <a:chExt cx="1862250" cy="1668200"/>
          </a:xfrm>
        </p:grpSpPr>
        <p:sp>
          <p:nvSpPr>
            <p:cNvPr id="5" name="Google Shape;1285;p50">
              <a:extLst>
                <a:ext uri="{FF2B5EF4-FFF2-40B4-BE49-F238E27FC236}">
                  <a16:creationId xmlns:a16="http://schemas.microsoft.com/office/drawing/2014/main" id="{C44869D8-9DB7-4CAE-58CC-EC6DA6CD9561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86;p50">
              <a:extLst>
                <a:ext uri="{FF2B5EF4-FFF2-40B4-BE49-F238E27FC236}">
                  <a16:creationId xmlns:a16="http://schemas.microsoft.com/office/drawing/2014/main" id="{818422A3-7741-3879-48D7-815692048B3B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87;p50">
              <a:extLst>
                <a:ext uri="{FF2B5EF4-FFF2-40B4-BE49-F238E27FC236}">
                  <a16:creationId xmlns:a16="http://schemas.microsoft.com/office/drawing/2014/main" id="{D3F38B20-3DD7-47E5-007C-C9A55824D870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8;p50">
              <a:extLst>
                <a:ext uri="{FF2B5EF4-FFF2-40B4-BE49-F238E27FC236}">
                  <a16:creationId xmlns:a16="http://schemas.microsoft.com/office/drawing/2014/main" id="{4A793533-4D1C-19C0-4BDA-41460CA5278E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89;p50">
              <a:extLst>
                <a:ext uri="{FF2B5EF4-FFF2-40B4-BE49-F238E27FC236}">
                  <a16:creationId xmlns:a16="http://schemas.microsoft.com/office/drawing/2014/main" id="{7BAF5934-493C-0F25-FD01-83DA86EB09AB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90;p50">
              <a:extLst>
                <a:ext uri="{FF2B5EF4-FFF2-40B4-BE49-F238E27FC236}">
                  <a16:creationId xmlns:a16="http://schemas.microsoft.com/office/drawing/2014/main" id="{FDA1753E-D0F3-48C1-7B0E-72BE8DE61C9A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91;p50">
              <a:extLst>
                <a:ext uri="{FF2B5EF4-FFF2-40B4-BE49-F238E27FC236}">
                  <a16:creationId xmlns:a16="http://schemas.microsoft.com/office/drawing/2014/main" id="{D07909E1-D38D-2A30-4440-61DFA8918437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92;p50">
              <a:extLst>
                <a:ext uri="{FF2B5EF4-FFF2-40B4-BE49-F238E27FC236}">
                  <a16:creationId xmlns:a16="http://schemas.microsoft.com/office/drawing/2014/main" id="{D2646F6A-BA27-9B3E-F48F-4B6B3ED3A699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93;p50">
              <a:extLst>
                <a:ext uri="{FF2B5EF4-FFF2-40B4-BE49-F238E27FC236}">
                  <a16:creationId xmlns:a16="http://schemas.microsoft.com/office/drawing/2014/main" id="{3A8CEF45-F164-7AD9-E18B-58CAF0A61636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94;p50">
              <a:extLst>
                <a:ext uri="{FF2B5EF4-FFF2-40B4-BE49-F238E27FC236}">
                  <a16:creationId xmlns:a16="http://schemas.microsoft.com/office/drawing/2014/main" id="{1F33F5B8-6476-16D0-4789-2AA57A56F361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95;p50">
              <a:extLst>
                <a:ext uri="{FF2B5EF4-FFF2-40B4-BE49-F238E27FC236}">
                  <a16:creationId xmlns:a16="http://schemas.microsoft.com/office/drawing/2014/main" id="{DB39BC81-29F0-CA53-04E7-DBB0C2669BEC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96;p50">
              <a:extLst>
                <a:ext uri="{FF2B5EF4-FFF2-40B4-BE49-F238E27FC236}">
                  <a16:creationId xmlns:a16="http://schemas.microsoft.com/office/drawing/2014/main" id="{CC479E60-6DCB-BDC1-A22E-8667DDFFC2C6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97;p50">
              <a:extLst>
                <a:ext uri="{FF2B5EF4-FFF2-40B4-BE49-F238E27FC236}">
                  <a16:creationId xmlns:a16="http://schemas.microsoft.com/office/drawing/2014/main" id="{9AD39321-6EDD-1B32-A186-5DD1F6B4D9D2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98;p50">
              <a:extLst>
                <a:ext uri="{FF2B5EF4-FFF2-40B4-BE49-F238E27FC236}">
                  <a16:creationId xmlns:a16="http://schemas.microsoft.com/office/drawing/2014/main" id="{86651BDD-3553-94C1-C26E-4E5621BF1FCE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99;p50">
              <a:extLst>
                <a:ext uri="{FF2B5EF4-FFF2-40B4-BE49-F238E27FC236}">
                  <a16:creationId xmlns:a16="http://schemas.microsoft.com/office/drawing/2014/main" id="{53E2C1B5-1707-19E8-76CA-CCC3E9B1F358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0;p50">
              <a:extLst>
                <a:ext uri="{FF2B5EF4-FFF2-40B4-BE49-F238E27FC236}">
                  <a16:creationId xmlns:a16="http://schemas.microsoft.com/office/drawing/2014/main" id="{51AF41DE-7E5F-7AB3-63FE-ADF5E6972E30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1;p50">
              <a:extLst>
                <a:ext uri="{FF2B5EF4-FFF2-40B4-BE49-F238E27FC236}">
                  <a16:creationId xmlns:a16="http://schemas.microsoft.com/office/drawing/2014/main" id="{CDD76104-6867-A7AB-1BF0-617AA604902A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2;p50">
              <a:extLst>
                <a:ext uri="{FF2B5EF4-FFF2-40B4-BE49-F238E27FC236}">
                  <a16:creationId xmlns:a16="http://schemas.microsoft.com/office/drawing/2014/main" id="{CCB756AC-7B08-D3D0-EDCE-4B4EC3992A4E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3;p50">
              <a:extLst>
                <a:ext uri="{FF2B5EF4-FFF2-40B4-BE49-F238E27FC236}">
                  <a16:creationId xmlns:a16="http://schemas.microsoft.com/office/drawing/2014/main" id="{07B90C75-AABD-59D3-1405-C05981CFF1F6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4;p50">
              <a:extLst>
                <a:ext uri="{FF2B5EF4-FFF2-40B4-BE49-F238E27FC236}">
                  <a16:creationId xmlns:a16="http://schemas.microsoft.com/office/drawing/2014/main" id="{771B6691-E2FE-2BE4-6960-BAAC5C0576F0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05;p50">
              <a:extLst>
                <a:ext uri="{FF2B5EF4-FFF2-40B4-BE49-F238E27FC236}">
                  <a16:creationId xmlns:a16="http://schemas.microsoft.com/office/drawing/2014/main" id="{43EAE1A5-79B8-CD96-A8E1-48D5BC6B904D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06;p50">
              <a:extLst>
                <a:ext uri="{FF2B5EF4-FFF2-40B4-BE49-F238E27FC236}">
                  <a16:creationId xmlns:a16="http://schemas.microsoft.com/office/drawing/2014/main" id="{6BD058CE-16E8-3AA2-4783-09EFE471C927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07;p50">
              <a:extLst>
                <a:ext uri="{FF2B5EF4-FFF2-40B4-BE49-F238E27FC236}">
                  <a16:creationId xmlns:a16="http://schemas.microsoft.com/office/drawing/2014/main" id="{3A7D48CA-BCD6-878A-9B0F-FF4619196AC5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8;p50">
              <a:extLst>
                <a:ext uri="{FF2B5EF4-FFF2-40B4-BE49-F238E27FC236}">
                  <a16:creationId xmlns:a16="http://schemas.microsoft.com/office/drawing/2014/main" id="{883E7C43-6E9F-9884-AB0C-29DEF76B8478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09;p50">
              <a:extLst>
                <a:ext uri="{FF2B5EF4-FFF2-40B4-BE49-F238E27FC236}">
                  <a16:creationId xmlns:a16="http://schemas.microsoft.com/office/drawing/2014/main" id="{A8DAE5BC-5855-3528-4FEB-0E36AB4C451E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0;p50">
              <a:extLst>
                <a:ext uri="{FF2B5EF4-FFF2-40B4-BE49-F238E27FC236}">
                  <a16:creationId xmlns:a16="http://schemas.microsoft.com/office/drawing/2014/main" id="{26C31300-BBE4-D28E-2BA7-24534E5F4A0A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11;p50">
              <a:extLst>
                <a:ext uri="{FF2B5EF4-FFF2-40B4-BE49-F238E27FC236}">
                  <a16:creationId xmlns:a16="http://schemas.microsoft.com/office/drawing/2014/main" id="{04D3C5C7-DF57-6981-6DF7-750A2514825C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2;p50">
              <a:extLst>
                <a:ext uri="{FF2B5EF4-FFF2-40B4-BE49-F238E27FC236}">
                  <a16:creationId xmlns:a16="http://schemas.microsoft.com/office/drawing/2014/main" id="{39B3E9F6-BBC2-8825-F7D9-EA238C68341E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3;p50">
              <a:extLst>
                <a:ext uri="{FF2B5EF4-FFF2-40B4-BE49-F238E27FC236}">
                  <a16:creationId xmlns:a16="http://schemas.microsoft.com/office/drawing/2014/main" id="{AFEE5164-54D3-B31A-256F-98509C0D3F0A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14;p50">
              <a:extLst>
                <a:ext uri="{FF2B5EF4-FFF2-40B4-BE49-F238E27FC236}">
                  <a16:creationId xmlns:a16="http://schemas.microsoft.com/office/drawing/2014/main" id="{31A17CAD-0FF8-1E36-D1B1-B4CE4BBE66B6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5;p50">
              <a:extLst>
                <a:ext uri="{FF2B5EF4-FFF2-40B4-BE49-F238E27FC236}">
                  <a16:creationId xmlns:a16="http://schemas.microsoft.com/office/drawing/2014/main" id="{93072461-BA93-25C7-FEE2-7D2E8762CE9B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16;p50">
              <a:extLst>
                <a:ext uri="{FF2B5EF4-FFF2-40B4-BE49-F238E27FC236}">
                  <a16:creationId xmlns:a16="http://schemas.microsoft.com/office/drawing/2014/main" id="{22302554-2765-DAA3-C49F-5FE158D04D15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17;p50">
              <a:extLst>
                <a:ext uri="{FF2B5EF4-FFF2-40B4-BE49-F238E27FC236}">
                  <a16:creationId xmlns:a16="http://schemas.microsoft.com/office/drawing/2014/main" id="{E778573A-81B1-FE03-5F73-90017A503FAD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18;p50">
              <a:extLst>
                <a:ext uri="{FF2B5EF4-FFF2-40B4-BE49-F238E27FC236}">
                  <a16:creationId xmlns:a16="http://schemas.microsoft.com/office/drawing/2014/main" id="{7D7ABAB2-3522-5EAD-4C6A-CBBE01D27527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19;p50">
              <a:extLst>
                <a:ext uri="{FF2B5EF4-FFF2-40B4-BE49-F238E27FC236}">
                  <a16:creationId xmlns:a16="http://schemas.microsoft.com/office/drawing/2014/main" id="{8B9BEA00-480F-FA0D-9247-89E496A5BBBA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0;p50">
              <a:extLst>
                <a:ext uri="{FF2B5EF4-FFF2-40B4-BE49-F238E27FC236}">
                  <a16:creationId xmlns:a16="http://schemas.microsoft.com/office/drawing/2014/main" id="{4A8523B3-88EB-2F31-92BA-D570351A3048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21;p50">
              <a:extLst>
                <a:ext uri="{FF2B5EF4-FFF2-40B4-BE49-F238E27FC236}">
                  <a16:creationId xmlns:a16="http://schemas.microsoft.com/office/drawing/2014/main" id="{05A28527-A874-FF76-0367-8D2FDC39B208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22;p50">
              <a:extLst>
                <a:ext uri="{FF2B5EF4-FFF2-40B4-BE49-F238E27FC236}">
                  <a16:creationId xmlns:a16="http://schemas.microsoft.com/office/drawing/2014/main" id="{B33AC250-C4B1-ECB5-1736-DDFD3250B82D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23;p50">
              <a:extLst>
                <a:ext uri="{FF2B5EF4-FFF2-40B4-BE49-F238E27FC236}">
                  <a16:creationId xmlns:a16="http://schemas.microsoft.com/office/drawing/2014/main" id="{6A35A35E-AA34-4B75-127F-2CE26FF86319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24;p50">
              <a:extLst>
                <a:ext uri="{FF2B5EF4-FFF2-40B4-BE49-F238E27FC236}">
                  <a16:creationId xmlns:a16="http://schemas.microsoft.com/office/drawing/2014/main" id="{9930EC07-343C-E509-1BAC-FC5BFD799BC1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25;p50">
              <a:extLst>
                <a:ext uri="{FF2B5EF4-FFF2-40B4-BE49-F238E27FC236}">
                  <a16:creationId xmlns:a16="http://schemas.microsoft.com/office/drawing/2014/main" id="{8FC37283-E356-5D10-95A9-B37ACA5EA59E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26;p50">
              <a:extLst>
                <a:ext uri="{FF2B5EF4-FFF2-40B4-BE49-F238E27FC236}">
                  <a16:creationId xmlns:a16="http://schemas.microsoft.com/office/drawing/2014/main" id="{8130C2DD-6181-41FB-EDDE-79C935CF706D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27;p50">
              <a:extLst>
                <a:ext uri="{FF2B5EF4-FFF2-40B4-BE49-F238E27FC236}">
                  <a16:creationId xmlns:a16="http://schemas.microsoft.com/office/drawing/2014/main" id="{D9CD09B4-A185-BF30-6141-5BD8725A5E6C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28;p50">
              <a:extLst>
                <a:ext uri="{FF2B5EF4-FFF2-40B4-BE49-F238E27FC236}">
                  <a16:creationId xmlns:a16="http://schemas.microsoft.com/office/drawing/2014/main" id="{474D5464-0484-05EA-68FC-E6B7C1E40153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29;p50">
              <a:extLst>
                <a:ext uri="{FF2B5EF4-FFF2-40B4-BE49-F238E27FC236}">
                  <a16:creationId xmlns:a16="http://schemas.microsoft.com/office/drawing/2014/main" id="{047FB88B-2CDA-7894-4147-32D03EF1FE6C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0;p50">
              <a:extLst>
                <a:ext uri="{FF2B5EF4-FFF2-40B4-BE49-F238E27FC236}">
                  <a16:creationId xmlns:a16="http://schemas.microsoft.com/office/drawing/2014/main" id="{FCE6D5ED-56B0-7D79-604F-384E69D524E9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31;p50">
              <a:extLst>
                <a:ext uri="{FF2B5EF4-FFF2-40B4-BE49-F238E27FC236}">
                  <a16:creationId xmlns:a16="http://schemas.microsoft.com/office/drawing/2014/main" id="{BC3FFA6F-24AA-F7F7-818B-0864A9CF2C2B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32;p50">
              <a:extLst>
                <a:ext uri="{FF2B5EF4-FFF2-40B4-BE49-F238E27FC236}">
                  <a16:creationId xmlns:a16="http://schemas.microsoft.com/office/drawing/2014/main" id="{EFF7AEA9-9BEA-6A2E-E72D-A8A1E7FCBDF9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33;p50">
              <a:extLst>
                <a:ext uri="{FF2B5EF4-FFF2-40B4-BE49-F238E27FC236}">
                  <a16:creationId xmlns:a16="http://schemas.microsoft.com/office/drawing/2014/main" id="{C221552F-8362-8327-A6E7-6CF49671DC71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34;p50">
              <a:extLst>
                <a:ext uri="{FF2B5EF4-FFF2-40B4-BE49-F238E27FC236}">
                  <a16:creationId xmlns:a16="http://schemas.microsoft.com/office/drawing/2014/main" id="{3AB46DD2-499B-14D2-75A7-A7A412E22414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35;p50">
              <a:extLst>
                <a:ext uri="{FF2B5EF4-FFF2-40B4-BE49-F238E27FC236}">
                  <a16:creationId xmlns:a16="http://schemas.microsoft.com/office/drawing/2014/main" id="{28366DA7-B326-4BAB-EC3F-6A487274CC1C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36;p50">
              <a:extLst>
                <a:ext uri="{FF2B5EF4-FFF2-40B4-BE49-F238E27FC236}">
                  <a16:creationId xmlns:a16="http://schemas.microsoft.com/office/drawing/2014/main" id="{0406F373-7E8D-942E-3AE7-2AAEA4CCAABB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37;p50">
              <a:extLst>
                <a:ext uri="{FF2B5EF4-FFF2-40B4-BE49-F238E27FC236}">
                  <a16:creationId xmlns:a16="http://schemas.microsoft.com/office/drawing/2014/main" id="{50F83DE5-9671-9DA0-1DF4-EE59330AFB3C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38;p50">
              <a:extLst>
                <a:ext uri="{FF2B5EF4-FFF2-40B4-BE49-F238E27FC236}">
                  <a16:creationId xmlns:a16="http://schemas.microsoft.com/office/drawing/2014/main" id="{ACFA0B25-4E84-D3E3-CD52-8CC8D262C787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39;p50">
              <a:extLst>
                <a:ext uri="{FF2B5EF4-FFF2-40B4-BE49-F238E27FC236}">
                  <a16:creationId xmlns:a16="http://schemas.microsoft.com/office/drawing/2014/main" id="{355993EE-B6D1-110E-BF6C-EA63D1D17F38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40;p50">
              <a:extLst>
                <a:ext uri="{FF2B5EF4-FFF2-40B4-BE49-F238E27FC236}">
                  <a16:creationId xmlns:a16="http://schemas.microsoft.com/office/drawing/2014/main" id="{9256C37C-27B5-DD60-1D5F-5F1DE8B0BDA4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341;p50">
              <a:extLst>
                <a:ext uri="{FF2B5EF4-FFF2-40B4-BE49-F238E27FC236}">
                  <a16:creationId xmlns:a16="http://schemas.microsoft.com/office/drawing/2014/main" id="{65C5312B-847A-883C-A986-7F4662745CE6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342;p50">
              <a:extLst>
                <a:ext uri="{FF2B5EF4-FFF2-40B4-BE49-F238E27FC236}">
                  <a16:creationId xmlns:a16="http://schemas.microsoft.com/office/drawing/2014/main" id="{8ED11BEC-CCD1-F7EF-2F22-F061EBF140D9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343;p50">
              <a:extLst>
                <a:ext uri="{FF2B5EF4-FFF2-40B4-BE49-F238E27FC236}">
                  <a16:creationId xmlns:a16="http://schemas.microsoft.com/office/drawing/2014/main" id="{8927E4A8-8E6C-8FBA-F843-BD4CCDCD2ABE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344;p50">
              <a:extLst>
                <a:ext uri="{FF2B5EF4-FFF2-40B4-BE49-F238E27FC236}">
                  <a16:creationId xmlns:a16="http://schemas.microsoft.com/office/drawing/2014/main" id="{0BE10244-5724-9ECC-29C4-2743C6D5946C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345;p50">
              <a:extLst>
                <a:ext uri="{FF2B5EF4-FFF2-40B4-BE49-F238E27FC236}">
                  <a16:creationId xmlns:a16="http://schemas.microsoft.com/office/drawing/2014/main" id="{8FB206AE-A957-F18F-8833-CFA99EABCCD6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13" name="Picture 1412">
            <a:extLst>
              <a:ext uri="{FF2B5EF4-FFF2-40B4-BE49-F238E27FC236}">
                <a16:creationId xmlns:a16="http://schemas.microsoft.com/office/drawing/2014/main" id="{9713C307-C813-182A-0725-FA1E225728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82960">
            <a:off x="4703835" y="5011790"/>
            <a:ext cx="4091609" cy="3720447"/>
          </a:xfrm>
          <a:prstGeom prst="rect">
            <a:avLst/>
          </a:prstGeom>
        </p:spPr>
      </p:pic>
      <p:pic>
        <p:nvPicPr>
          <p:cNvPr id="1415" name="Picture 1414">
            <a:extLst>
              <a:ext uri="{FF2B5EF4-FFF2-40B4-BE49-F238E27FC236}">
                <a16:creationId xmlns:a16="http://schemas.microsoft.com/office/drawing/2014/main" id="{5B35E190-1C6F-93BF-6AC4-E3A10610F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47250">
            <a:off x="4904849" y="6562870"/>
            <a:ext cx="3590855" cy="1341236"/>
          </a:xfrm>
          <a:prstGeom prst="rect">
            <a:avLst/>
          </a:prstGeom>
        </p:spPr>
      </p:pic>
      <p:sp>
        <p:nvSpPr>
          <p:cNvPr id="1417" name="Rectangle: Rounded Corners 1416">
            <a:extLst>
              <a:ext uri="{FF2B5EF4-FFF2-40B4-BE49-F238E27FC236}">
                <a16:creationId xmlns:a16="http://schemas.microsoft.com/office/drawing/2014/main" id="{57EA0E6D-BAD5-1B52-2CF6-5A5DDFA67CF8}"/>
              </a:ext>
            </a:extLst>
          </p:cNvPr>
          <p:cNvSpPr/>
          <p:nvPr/>
        </p:nvSpPr>
        <p:spPr>
          <a:xfrm>
            <a:off x="-1089498" y="6008961"/>
            <a:ext cx="11381362" cy="65926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9" name="Google Shape;1284;p50">
            <a:extLst>
              <a:ext uri="{FF2B5EF4-FFF2-40B4-BE49-F238E27FC236}">
                <a16:creationId xmlns:a16="http://schemas.microsoft.com/office/drawing/2014/main" id="{9201FE00-70DB-0525-C788-880BDE8E0ADB}"/>
              </a:ext>
            </a:extLst>
          </p:cNvPr>
          <p:cNvGrpSpPr/>
          <p:nvPr/>
        </p:nvGrpSpPr>
        <p:grpSpPr>
          <a:xfrm>
            <a:off x="1149963" y="14759622"/>
            <a:ext cx="2832110" cy="2536999"/>
            <a:chOff x="474325" y="2953825"/>
            <a:chExt cx="1862250" cy="1668200"/>
          </a:xfrm>
        </p:grpSpPr>
        <p:sp>
          <p:nvSpPr>
            <p:cNvPr id="8192" name="Google Shape;1285;p50">
              <a:extLst>
                <a:ext uri="{FF2B5EF4-FFF2-40B4-BE49-F238E27FC236}">
                  <a16:creationId xmlns:a16="http://schemas.microsoft.com/office/drawing/2014/main" id="{CC8FFC8F-8BA1-53D4-7EEC-FDBDD8F47A86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1286;p50">
              <a:extLst>
                <a:ext uri="{FF2B5EF4-FFF2-40B4-BE49-F238E27FC236}">
                  <a16:creationId xmlns:a16="http://schemas.microsoft.com/office/drawing/2014/main" id="{1F663E07-C6A2-B49E-A9F8-E540E7F1DCFC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5" name="Google Shape;1287;p50">
              <a:extLst>
                <a:ext uri="{FF2B5EF4-FFF2-40B4-BE49-F238E27FC236}">
                  <a16:creationId xmlns:a16="http://schemas.microsoft.com/office/drawing/2014/main" id="{A23C1E43-DEB3-9E35-19D7-A95797AB4C57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7" name="Google Shape;1288;p50">
              <a:extLst>
                <a:ext uri="{FF2B5EF4-FFF2-40B4-BE49-F238E27FC236}">
                  <a16:creationId xmlns:a16="http://schemas.microsoft.com/office/drawing/2014/main" id="{3A815D60-D687-BF7A-911A-B1E8646953DF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9" name="Google Shape;1289;p50">
              <a:extLst>
                <a:ext uri="{FF2B5EF4-FFF2-40B4-BE49-F238E27FC236}">
                  <a16:creationId xmlns:a16="http://schemas.microsoft.com/office/drawing/2014/main" id="{FBCD5E0B-0295-63B7-968A-882A16D507D7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0" name="Google Shape;1290;p50">
              <a:extLst>
                <a:ext uri="{FF2B5EF4-FFF2-40B4-BE49-F238E27FC236}">
                  <a16:creationId xmlns:a16="http://schemas.microsoft.com/office/drawing/2014/main" id="{D8089EFA-C289-03BA-082C-367EB9F237AA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1291;p50">
              <a:extLst>
                <a:ext uri="{FF2B5EF4-FFF2-40B4-BE49-F238E27FC236}">
                  <a16:creationId xmlns:a16="http://schemas.microsoft.com/office/drawing/2014/main" id="{470A6064-D094-4A00-7EDA-60A1058909C3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1292;p50">
              <a:extLst>
                <a:ext uri="{FF2B5EF4-FFF2-40B4-BE49-F238E27FC236}">
                  <a16:creationId xmlns:a16="http://schemas.microsoft.com/office/drawing/2014/main" id="{A860EA7E-9ECE-EF8F-0DC6-26AF2F404223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1293;p50">
              <a:extLst>
                <a:ext uri="{FF2B5EF4-FFF2-40B4-BE49-F238E27FC236}">
                  <a16:creationId xmlns:a16="http://schemas.microsoft.com/office/drawing/2014/main" id="{D7FB2AAF-9475-BDD9-6705-C84B50CE78DC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1294;p50">
              <a:extLst>
                <a:ext uri="{FF2B5EF4-FFF2-40B4-BE49-F238E27FC236}">
                  <a16:creationId xmlns:a16="http://schemas.microsoft.com/office/drawing/2014/main" id="{650EF214-81EE-2FA4-74C0-BD1566AB13EB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1295;p50">
              <a:extLst>
                <a:ext uri="{FF2B5EF4-FFF2-40B4-BE49-F238E27FC236}">
                  <a16:creationId xmlns:a16="http://schemas.microsoft.com/office/drawing/2014/main" id="{932924BD-AA22-7002-6C3D-6ECFEB656083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6" name="Google Shape;1296;p50">
              <a:extLst>
                <a:ext uri="{FF2B5EF4-FFF2-40B4-BE49-F238E27FC236}">
                  <a16:creationId xmlns:a16="http://schemas.microsoft.com/office/drawing/2014/main" id="{FE990283-1968-F52D-B2A8-C0E0B38685A0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7" name="Google Shape;1297;p50">
              <a:extLst>
                <a:ext uri="{FF2B5EF4-FFF2-40B4-BE49-F238E27FC236}">
                  <a16:creationId xmlns:a16="http://schemas.microsoft.com/office/drawing/2014/main" id="{2FB89FAC-F308-28BD-6230-0D987A611D73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1298;p50">
              <a:extLst>
                <a:ext uri="{FF2B5EF4-FFF2-40B4-BE49-F238E27FC236}">
                  <a16:creationId xmlns:a16="http://schemas.microsoft.com/office/drawing/2014/main" id="{64F5B54D-D97C-0D0F-972C-DA0ABB4F8E55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1299;p50">
              <a:extLst>
                <a:ext uri="{FF2B5EF4-FFF2-40B4-BE49-F238E27FC236}">
                  <a16:creationId xmlns:a16="http://schemas.microsoft.com/office/drawing/2014/main" id="{89D4DE02-85EB-85E7-302B-4930041C7C3C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1300;p50">
              <a:extLst>
                <a:ext uri="{FF2B5EF4-FFF2-40B4-BE49-F238E27FC236}">
                  <a16:creationId xmlns:a16="http://schemas.microsoft.com/office/drawing/2014/main" id="{0F39E97B-9B7D-D7DC-E852-BBE07FF858BE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1301;p50">
              <a:extLst>
                <a:ext uri="{FF2B5EF4-FFF2-40B4-BE49-F238E27FC236}">
                  <a16:creationId xmlns:a16="http://schemas.microsoft.com/office/drawing/2014/main" id="{634586CD-2B31-1846-52DF-E5B7C277DBD3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1302;p50">
              <a:extLst>
                <a:ext uri="{FF2B5EF4-FFF2-40B4-BE49-F238E27FC236}">
                  <a16:creationId xmlns:a16="http://schemas.microsoft.com/office/drawing/2014/main" id="{2F71ED73-850A-3093-A347-47BF78759544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1303;p50">
              <a:extLst>
                <a:ext uri="{FF2B5EF4-FFF2-40B4-BE49-F238E27FC236}">
                  <a16:creationId xmlns:a16="http://schemas.microsoft.com/office/drawing/2014/main" id="{3722C59B-0E0C-0012-4B82-E0E702618444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1304;p50">
              <a:extLst>
                <a:ext uri="{FF2B5EF4-FFF2-40B4-BE49-F238E27FC236}">
                  <a16:creationId xmlns:a16="http://schemas.microsoft.com/office/drawing/2014/main" id="{65BF9386-B29F-4DB3-32BC-10FEC7C24F0C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1305;p50">
              <a:extLst>
                <a:ext uri="{FF2B5EF4-FFF2-40B4-BE49-F238E27FC236}">
                  <a16:creationId xmlns:a16="http://schemas.microsoft.com/office/drawing/2014/main" id="{254E3D27-F673-39FA-F987-A368FEAA902F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1306;p50">
              <a:extLst>
                <a:ext uri="{FF2B5EF4-FFF2-40B4-BE49-F238E27FC236}">
                  <a16:creationId xmlns:a16="http://schemas.microsoft.com/office/drawing/2014/main" id="{C973A2BF-F13B-52AA-B139-F3DF391117D4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7" name="Google Shape;1307;p50">
              <a:extLst>
                <a:ext uri="{FF2B5EF4-FFF2-40B4-BE49-F238E27FC236}">
                  <a16:creationId xmlns:a16="http://schemas.microsoft.com/office/drawing/2014/main" id="{24B9FC51-9C0F-C983-C9F0-AB7007D1949D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1308;p50">
              <a:extLst>
                <a:ext uri="{FF2B5EF4-FFF2-40B4-BE49-F238E27FC236}">
                  <a16:creationId xmlns:a16="http://schemas.microsoft.com/office/drawing/2014/main" id="{6FB41C29-16AD-51A4-5D51-AC6685294792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1309;p50">
              <a:extLst>
                <a:ext uri="{FF2B5EF4-FFF2-40B4-BE49-F238E27FC236}">
                  <a16:creationId xmlns:a16="http://schemas.microsoft.com/office/drawing/2014/main" id="{5A57D594-B4D4-D1B0-6685-E906B3E8C968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0" name="Google Shape;1310;p50">
              <a:extLst>
                <a:ext uri="{FF2B5EF4-FFF2-40B4-BE49-F238E27FC236}">
                  <a16:creationId xmlns:a16="http://schemas.microsoft.com/office/drawing/2014/main" id="{357E9EF1-3277-BBDD-50D1-7F699FD44F0F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1" name="Google Shape;1311;p50">
              <a:extLst>
                <a:ext uri="{FF2B5EF4-FFF2-40B4-BE49-F238E27FC236}">
                  <a16:creationId xmlns:a16="http://schemas.microsoft.com/office/drawing/2014/main" id="{EBC451BF-81DE-89C8-FB75-CC4C44EEA666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1312;p50">
              <a:extLst>
                <a:ext uri="{FF2B5EF4-FFF2-40B4-BE49-F238E27FC236}">
                  <a16:creationId xmlns:a16="http://schemas.microsoft.com/office/drawing/2014/main" id="{FEB48482-0BFA-369B-63A7-E3DC1D9AAF39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1313;p50">
              <a:extLst>
                <a:ext uri="{FF2B5EF4-FFF2-40B4-BE49-F238E27FC236}">
                  <a16:creationId xmlns:a16="http://schemas.microsoft.com/office/drawing/2014/main" id="{F7304847-6554-77B3-46FF-7290C1D53F67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1314;p50">
              <a:extLst>
                <a:ext uri="{FF2B5EF4-FFF2-40B4-BE49-F238E27FC236}">
                  <a16:creationId xmlns:a16="http://schemas.microsoft.com/office/drawing/2014/main" id="{5D4EF34B-AE86-8867-8AD3-9471571235DB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1315;p50">
              <a:extLst>
                <a:ext uri="{FF2B5EF4-FFF2-40B4-BE49-F238E27FC236}">
                  <a16:creationId xmlns:a16="http://schemas.microsoft.com/office/drawing/2014/main" id="{FD360EA4-0A2A-F7B2-AB83-268333C50254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1316;p50">
              <a:extLst>
                <a:ext uri="{FF2B5EF4-FFF2-40B4-BE49-F238E27FC236}">
                  <a16:creationId xmlns:a16="http://schemas.microsoft.com/office/drawing/2014/main" id="{5521FACB-D1B8-A14D-A09B-38A623E9BD5A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1317;p50">
              <a:extLst>
                <a:ext uri="{FF2B5EF4-FFF2-40B4-BE49-F238E27FC236}">
                  <a16:creationId xmlns:a16="http://schemas.microsoft.com/office/drawing/2014/main" id="{6B98A0A9-2887-69FB-7182-B71E1FF71D62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1318;p50">
              <a:extLst>
                <a:ext uri="{FF2B5EF4-FFF2-40B4-BE49-F238E27FC236}">
                  <a16:creationId xmlns:a16="http://schemas.microsoft.com/office/drawing/2014/main" id="{E96D0449-77B5-8CC2-FE56-D295AE60CA20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1319;p50">
              <a:extLst>
                <a:ext uri="{FF2B5EF4-FFF2-40B4-BE49-F238E27FC236}">
                  <a16:creationId xmlns:a16="http://schemas.microsoft.com/office/drawing/2014/main" id="{10C0CEED-E9D7-5675-F70E-36FB0A7DAD24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1320;p50">
              <a:extLst>
                <a:ext uri="{FF2B5EF4-FFF2-40B4-BE49-F238E27FC236}">
                  <a16:creationId xmlns:a16="http://schemas.microsoft.com/office/drawing/2014/main" id="{3F915636-AD63-A521-B156-9EC5D70488EA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1321;p50">
              <a:extLst>
                <a:ext uri="{FF2B5EF4-FFF2-40B4-BE49-F238E27FC236}">
                  <a16:creationId xmlns:a16="http://schemas.microsoft.com/office/drawing/2014/main" id="{2DA2BD82-F854-5EB8-7259-A19944C24D40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1322;p50">
              <a:extLst>
                <a:ext uri="{FF2B5EF4-FFF2-40B4-BE49-F238E27FC236}">
                  <a16:creationId xmlns:a16="http://schemas.microsoft.com/office/drawing/2014/main" id="{B58FA962-3482-373E-26C8-585ABDD82A66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3" name="Google Shape;1323;p50">
              <a:extLst>
                <a:ext uri="{FF2B5EF4-FFF2-40B4-BE49-F238E27FC236}">
                  <a16:creationId xmlns:a16="http://schemas.microsoft.com/office/drawing/2014/main" id="{183C4B8F-1C6C-A8F6-A5E3-44EDB427BBB5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4" name="Google Shape;1324;p50">
              <a:extLst>
                <a:ext uri="{FF2B5EF4-FFF2-40B4-BE49-F238E27FC236}">
                  <a16:creationId xmlns:a16="http://schemas.microsoft.com/office/drawing/2014/main" id="{6AD2B97F-03C0-BA30-42C8-C030A75D6E2A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1325;p50">
              <a:extLst>
                <a:ext uri="{FF2B5EF4-FFF2-40B4-BE49-F238E27FC236}">
                  <a16:creationId xmlns:a16="http://schemas.microsoft.com/office/drawing/2014/main" id="{FFD830AF-26D2-02BB-94C0-D572D333EBF3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1326;p50">
              <a:extLst>
                <a:ext uri="{FF2B5EF4-FFF2-40B4-BE49-F238E27FC236}">
                  <a16:creationId xmlns:a16="http://schemas.microsoft.com/office/drawing/2014/main" id="{9A507CED-F82E-C476-02EF-FF41B5D193C9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1327;p50">
              <a:extLst>
                <a:ext uri="{FF2B5EF4-FFF2-40B4-BE49-F238E27FC236}">
                  <a16:creationId xmlns:a16="http://schemas.microsoft.com/office/drawing/2014/main" id="{CAADE7B3-C0BE-7DB6-F81D-2D32043CAA38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1328;p50">
              <a:extLst>
                <a:ext uri="{FF2B5EF4-FFF2-40B4-BE49-F238E27FC236}">
                  <a16:creationId xmlns:a16="http://schemas.microsoft.com/office/drawing/2014/main" id="{EFAEEB0C-43A5-E758-34C6-F2B694B34415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1329;p50">
              <a:extLst>
                <a:ext uri="{FF2B5EF4-FFF2-40B4-BE49-F238E27FC236}">
                  <a16:creationId xmlns:a16="http://schemas.microsoft.com/office/drawing/2014/main" id="{A9953483-2212-8473-99FA-03A86DC2990D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1330;p50">
              <a:extLst>
                <a:ext uri="{FF2B5EF4-FFF2-40B4-BE49-F238E27FC236}">
                  <a16:creationId xmlns:a16="http://schemas.microsoft.com/office/drawing/2014/main" id="{81B8267B-A97D-341C-D4D8-AB295FB44369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1331;p50">
              <a:extLst>
                <a:ext uri="{FF2B5EF4-FFF2-40B4-BE49-F238E27FC236}">
                  <a16:creationId xmlns:a16="http://schemas.microsoft.com/office/drawing/2014/main" id="{A8520278-C6AC-7B85-715D-117830EE46F4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1332;p50">
              <a:extLst>
                <a:ext uri="{FF2B5EF4-FFF2-40B4-BE49-F238E27FC236}">
                  <a16:creationId xmlns:a16="http://schemas.microsoft.com/office/drawing/2014/main" id="{897FC3BD-B22B-E6B0-B183-B32B0FF24617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1333;p50">
              <a:extLst>
                <a:ext uri="{FF2B5EF4-FFF2-40B4-BE49-F238E27FC236}">
                  <a16:creationId xmlns:a16="http://schemas.microsoft.com/office/drawing/2014/main" id="{2CE84AD5-872B-6B12-F286-5CA7001B6399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1334;p50">
              <a:extLst>
                <a:ext uri="{FF2B5EF4-FFF2-40B4-BE49-F238E27FC236}">
                  <a16:creationId xmlns:a16="http://schemas.microsoft.com/office/drawing/2014/main" id="{99898743-565E-43F2-5D2D-3713133F4CF0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1335;p50">
              <a:extLst>
                <a:ext uri="{FF2B5EF4-FFF2-40B4-BE49-F238E27FC236}">
                  <a16:creationId xmlns:a16="http://schemas.microsoft.com/office/drawing/2014/main" id="{ADEFD6C7-5270-ED62-5C27-6D486FCEAFFE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1336;p50">
              <a:extLst>
                <a:ext uri="{FF2B5EF4-FFF2-40B4-BE49-F238E27FC236}">
                  <a16:creationId xmlns:a16="http://schemas.microsoft.com/office/drawing/2014/main" id="{942FB5E9-43B8-8D8A-E9F9-5F97DF60050A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1337;p50">
              <a:extLst>
                <a:ext uri="{FF2B5EF4-FFF2-40B4-BE49-F238E27FC236}">
                  <a16:creationId xmlns:a16="http://schemas.microsoft.com/office/drawing/2014/main" id="{1C3004B1-8137-0C88-2145-E93BC8351E10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1338;p50">
              <a:extLst>
                <a:ext uri="{FF2B5EF4-FFF2-40B4-BE49-F238E27FC236}">
                  <a16:creationId xmlns:a16="http://schemas.microsoft.com/office/drawing/2014/main" id="{C1C59195-77CF-1946-8ACC-4DFC48879EC7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1339;p50">
              <a:extLst>
                <a:ext uri="{FF2B5EF4-FFF2-40B4-BE49-F238E27FC236}">
                  <a16:creationId xmlns:a16="http://schemas.microsoft.com/office/drawing/2014/main" id="{94F12424-5257-A655-D110-B40423F9ED5C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1340;p50">
              <a:extLst>
                <a:ext uri="{FF2B5EF4-FFF2-40B4-BE49-F238E27FC236}">
                  <a16:creationId xmlns:a16="http://schemas.microsoft.com/office/drawing/2014/main" id="{B77AADB8-0C8F-1EF1-1B62-70DD932D8AB7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1341;p50">
              <a:extLst>
                <a:ext uri="{FF2B5EF4-FFF2-40B4-BE49-F238E27FC236}">
                  <a16:creationId xmlns:a16="http://schemas.microsoft.com/office/drawing/2014/main" id="{5C9F87DA-2C8F-5065-CA51-3335825D1CD1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1342;p50">
              <a:extLst>
                <a:ext uri="{FF2B5EF4-FFF2-40B4-BE49-F238E27FC236}">
                  <a16:creationId xmlns:a16="http://schemas.microsoft.com/office/drawing/2014/main" id="{01AC83D0-906F-4578-1181-6FA5349991E3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1343;p50">
              <a:extLst>
                <a:ext uri="{FF2B5EF4-FFF2-40B4-BE49-F238E27FC236}">
                  <a16:creationId xmlns:a16="http://schemas.microsoft.com/office/drawing/2014/main" id="{77642E98-6CAD-4799-CA03-685D08211B0E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1344;p50">
              <a:extLst>
                <a:ext uri="{FF2B5EF4-FFF2-40B4-BE49-F238E27FC236}">
                  <a16:creationId xmlns:a16="http://schemas.microsoft.com/office/drawing/2014/main" id="{9A2C65FB-953D-AC45-42F9-1A4728E3EB69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1345;p50">
              <a:extLst>
                <a:ext uri="{FF2B5EF4-FFF2-40B4-BE49-F238E27FC236}">
                  <a16:creationId xmlns:a16="http://schemas.microsoft.com/office/drawing/2014/main" id="{4C8CD1A9-42F4-134F-FDB0-2059F101054F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93" name="Picture 1492">
            <a:extLst>
              <a:ext uri="{FF2B5EF4-FFF2-40B4-BE49-F238E27FC236}">
                <a16:creationId xmlns:a16="http://schemas.microsoft.com/office/drawing/2014/main" id="{305EC6EA-33F8-E62D-A225-2F9CD22D06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108" y="18517745"/>
            <a:ext cx="3590855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5614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B0D8E4"/>
        </a:solidFill>
        <a:effectLst/>
      </p:bgPr>
    </p:bg>
    <p:spTree>
      <p:nvGrpSpPr>
        <p:cNvPr id="1" name="Shape 1279">
          <a:extLst>
            <a:ext uri="{FF2B5EF4-FFF2-40B4-BE49-F238E27FC236}">
              <a16:creationId xmlns:a16="http://schemas.microsoft.com/office/drawing/2014/main" id="{83F713D2-80B2-14A6-8BF6-86593B80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DDBC38-859E-01D6-40FD-A53A50F26D2C}"/>
              </a:ext>
            </a:extLst>
          </p:cNvPr>
          <p:cNvSpPr/>
          <p:nvPr/>
        </p:nvSpPr>
        <p:spPr>
          <a:xfrm>
            <a:off x="-519059" y="-623655"/>
            <a:ext cx="10324540" cy="65926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84" name="Google Shape;1284;p50">
            <a:extLst>
              <a:ext uri="{FF2B5EF4-FFF2-40B4-BE49-F238E27FC236}">
                <a16:creationId xmlns:a16="http://schemas.microsoft.com/office/drawing/2014/main" id="{32DD9532-A8BC-00C4-1F30-C52B52B51714}"/>
              </a:ext>
            </a:extLst>
          </p:cNvPr>
          <p:cNvGrpSpPr/>
          <p:nvPr/>
        </p:nvGrpSpPr>
        <p:grpSpPr>
          <a:xfrm>
            <a:off x="1149963" y="1087922"/>
            <a:ext cx="2832110" cy="2536999"/>
            <a:chOff x="474325" y="2953825"/>
            <a:chExt cx="1862250" cy="1668200"/>
          </a:xfrm>
        </p:grpSpPr>
        <p:sp>
          <p:nvSpPr>
            <p:cNvPr id="1285" name="Google Shape;1285;p50">
              <a:extLst>
                <a:ext uri="{FF2B5EF4-FFF2-40B4-BE49-F238E27FC236}">
                  <a16:creationId xmlns:a16="http://schemas.microsoft.com/office/drawing/2014/main" id="{22CC80DC-BB8B-60A6-7EC2-DB83B048FE6D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>
              <a:extLst>
                <a:ext uri="{FF2B5EF4-FFF2-40B4-BE49-F238E27FC236}">
                  <a16:creationId xmlns:a16="http://schemas.microsoft.com/office/drawing/2014/main" id="{4A34AF78-F216-BD28-FF94-67E4507111C2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>
              <a:extLst>
                <a:ext uri="{FF2B5EF4-FFF2-40B4-BE49-F238E27FC236}">
                  <a16:creationId xmlns:a16="http://schemas.microsoft.com/office/drawing/2014/main" id="{8E77D347-647F-E1D1-5308-DD9352FCA29D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>
              <a:extLst>
                <a:ext uri="{FF2B5EF4-FFF2-40B4-BE49-F238E27FC236}">
                  <a16:creationId xmlns:a16="http://schemas.microsoft.com/office/drawing/2014/main" id="{0BDECD49-AA4C-428E-B43E-DD0422336641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>
              <a:extLst>
                <a:ext uri="{FF2B5EF4-FFF2-40B4-BE49-F238E27FC236}">
                  <a16:creationId xmlns:a16="http://schemas.microsoft.com/office/drawing/2014/main" id="{9D217848-B02B-4652-1466-ECD6DE55C6FE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>
              <a:extLst>
                <a:ext uri="{FF2B5EF4-FFF2-40B4-BE49-F238E27FC236}">
                  <a16:creationId xmlns:a16="http://schemas.microsoft.com/office/drawing/2014/main" id="{73D2DAC3-74FD-0EF3-E9AE-A5ABD12A637B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>
              <a:extLst>
                <a:ext uri="{FF2B5EF4-FFF2-40B4-BE49-F238E27FC236}">
                  <a16:creationId xmlns:a16="http://schemas.microsoft.com/office/drawing/2014/main" id="{5C9DFF1F-C3E7-C582-888B-FE3AACB50BB4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>
              <a:extLst>
                <a:ext uri="{FF2B5EF4-FFF2-40B4-BE49-F238E27FC236}">
                  <a16:creationId xmlns:a16="http://schemas.microsoft.com/office/drawing/2014/main" id="{55D66716-57CF-39D9-76CE-AFE80C006A72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>
              <a:extLst>
                <a:ext uri="{FF2B5EF4-FFF2-40B4-BE49-F238E27FC236}">
                  <a16:creationId xmlns:a16="http://schemas.microsoft.com/office/drawing/2014/main" id="{C23A0ED7-C2F9-28A0-A9F9-C4C900EE7DE7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>
              <a:extLst>
                <a:ext uri="{FF2B5EF4-FFF2-40B4-BE49-F238E27FC236}">
                  <a16:creationId xmlns:a16="http://schemas.microsoft.com/office/drawing/2014/main" id="{3702E2FA-01DA-0472-2CE3-C3594E17141E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>
              <a:extLst>
                <a:ext uri="{FF2B5EF4-FFF2-40B4-BE49-F238E27FC236}">
                  <a16:creationId xmlns:a16="http://schemas.microsoft.com/office/drawing/2014/main" id="{4F05F757-0748-1DCE-2E5E-901E30036001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>
              <a:extLst>
                <a:ext uri="{FF2B5EF4-FFF2-40B4-BE49-F238E27FC236}">
                  <a16:creationId xmlns:a16="http://schemas.microsoft.com/office/drawing/2014/main" id="{49561AE8-45E4-6D9E-52A4-2D4C38688F22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0">
              <a:extLst>
                <a:ext uri="{FF2B5EF4-FFF2-40B4-BE49-F238E27FC236}">
                  <a16:creationId xmlns:a16="http://schemas.microsoft.com/office/drawing/2014/main" id="{89BFA387-5D86-31AB-DC7D-E5FA9EC469C4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0">
              <a:extLst>
                <a:ext uri="{FF2B5EF4-FFF2-40B4-BE49-F238E27FC236}">
                  <a16:creationId xmlns:a16="http://schemas.microsoft.com/office/drawing/2014/main" id="{C3483769-05CE-A6A1-CBF6-0085B131E9EA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0">
              <a:extLst>
                <a:ext uri="{FF2B5EF4-FFF2-40B4-BE49-F238E27FC236}">
                  <a16:creationId xmlns:a16="http://schemas.microsoft.com/office/drawing/2014/main" id="{D1E1B601-46C0-0A84-FD3D-AFA0D9927F84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0">
              <a:extLst>
                <a:ext uri="{FF2B5EF4-FFF2-40B4-BE49-F238E27FC236}">
                  <a16:creationId xmlns:a16="http://schemas.microsoft.com/office/drawing/2014/main" id="{99BA23FD-9A19-0157-DACD-05A2995663ED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0">
              <a:extLst>
                <a:ext uri="{FF2B5EF4-FFF2-40B4-BE49-F238E27FC236}">
                  <a16:creationId xmlns:a16="http://schemas.microsoft.com/office/drawing/2014/main" id="{AE70BA37-5E96-AA5B-10B8-CEE9EDBEB9AB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0">
              <a:extLst>
                <a:ext uri="{FF2B5EF4-FFF2-40B4-BE49-F238E27FC236}">
                  <a16:creationId xmlns:a16="http://schemas.microsoft.com/office/drawing/2014/main" id="{E0A4F9F9-475C-9C40-4658-D131DBB5759F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0">
              <a:extLst>
                <a:ext uri="{FF2B5EF4-FFF2-40B4-BE49-F238E27FC236}">
                  <a16:creationId xmlns:a16="http://schemas.microsoft.com/office/drawing/2014/main" id="{BF5D1C6F-0908-88A1-7687-3FE709B7B93F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50">
              <a:extLst>
                <a:ext uri="{FF2B5EF4-FFF2-40B4-BE49-F238E27FC236}">
                  <a16:creationId xmlns:a16="http://schemas.microsoft.com/office/drawing/2014/main" id="{01297B22-6F4C-1E3D-77BB-AF72CECDC989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0">
              <a:extLst>
                <a:ext uri="{FF2B5EF4-FFF2-40B4-BE49-F238E27FC236}">
                  <a16:creationId xmlns:a16="http://schemas.microsoft.com/office/drawing/2014/main" id="{E2104280-10B2-6391-DEC8-AA6FE1D6DF0E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0">
              <a:extLst>
                <a:ext uri="{FF2B5EF4-FFF2-40B4-BE49-F238E27FC236}">
                  <a16:creationId xmlns:a16="http://schemas.microsoft.com/office/drawing/2014/main" id="{7474696E-32BE-3B20-0656-B1C49519846A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0">
              <a:extLst>
                <a:ext uri="{FF2B5EF4-FFF2-40B4-BE49-F238E27FC236}">
                  <a16:creationId xmlns:a16="http://schemas.microsoft.com/office/drawing/2014/main" id="{C7415C76-037B-A00B-5D1B-709B65E8F8B1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0">
              <a:extLst>
                <a:ext uri="{FF2B5EF4-FFF2-40B4-BE49-F238E27FC236}">
                  <a16:creationId xmlns:a16="http://schemas.microsoft.com/office/drawing/2014/main" id="{0557D650-EF7B-95F2-2870-5E8325341591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0">
              <a:extLst>
                <a:ext uri="{FF2B5EF4-FFF2-40B4-BE49-F238E27FC236}">
                  <a16:creationId xmlns:a16="http://schemas.microsoft.com/office/drawing/2014/main" id="{F17BCD39-9B91-76E6-60D9-025A03516803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0">
              <a:extLst>
                <a:ext uri="{FF2B5EF4-FFF2-40B4-BE49-F238E27FC236}">
                  <a16:creationId xmlns:a16="http://schemas.microsoft.com/office/drawing/2014/main" id="{98E5C7AE-1FAF-AEB0-37A0-BED376119B54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0">
              <a:extLst>
                <a:ext uri="{FF2B5EF4-FFF2-40B4-BE49-F238E27FC236}">
                  <a16:creationId xmlns:a16="http://schemas.microsoft.com/office/drawing/2014/main" id="{E780A3A6-8D42-1FA2-04DD-10AAAFA2335E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0">
              <a:extLst>
                <a:ext uri="{FF2B5EF4-FFF2-40B4-BE49-F238E27FC236}">
                  <a16:creationId xmlns:a16="http://schemas.microsoft.com/office/drawing/2014/main" id="{7F35F0E6-4F23-65E3-ABFB-C493B9949890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0">
              <a:extLst>
                <a:ext uri="{FF2B5EF4-FFF2-40B4-BE49-F238E27FC236}">
                  <a16:creationId xmlns:a16="http://schemas.microsoft.com/office/drawing/2014/main" id="{7AA7F2FF-E9CD-6528-BEE4-7439B5BC644E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0">
              <a:extLst>
                <a:ext uri="{FF2B5EF4-FFF2-40B4-BE49-F238E27FC236}">
                  <a16:creationId xmlns:a16="http://schemas.microsoft.com/office/drawing/2014/main" id="{505B5F3D-5C78-8503-E750-2022D2ED9091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0">
              <a:extLst>
                <a:ext uri="{FF2B5EF4-FFF2-40B4-BE49-F238E27FC236}">
                  <a16:creationId xmlns:a16="http://schemas.microsoft.com/office/drawing/2014/main" id="{52360C0A-7826-815E-14B6-C6938F7F05E1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0">
              <a:extLst>
                <a:ext uri="{FF2B5EF4-FFF2-40B4-BE49-F238E27FC236}">
                  <a16:creationId xmlns:a16="http://schemas.microsoft.com/office/drawing/2014/main" id="{29AD8030-78E3-17EF-7F54-5F35BDDFF3E6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0">
              <a:extLst>
                <a:ext uri="{FF2B5EF4-FFF2-40B4-BE49-F238E27FC236}">
                  <a16:creationId xmlns:a16="http://schemas.microsoft.com/office/drawing/2014/main" id="{336674AE-1A00-CFAB-CB08-CC43E2EBC2C6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0">
              <a:extLst>
                <a:ext uri="{FF2B5EF4-FFF2-40B4-BE49-F238E27FC236}">
                  <a16:creationId xmlns:a16="http://schemas.microsoft.com/office/drawing/2014/main" id="{23096643-2DF3-5AD8-907F-39086AE574D7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0">
              <a:extLst>
                <a:ext uri="{FF2B5EF4-FFF2-40B4-BE49-F238E27FC236}">
                  <a16:creationId xmlns:a16="http://schemas.microsoft.com/office/drawing/2014/main" id="{16DC0511-085C-AD1C-35BB-39C91725F2CF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0">
              <a:extLst>
                <a:ext uri="{FF2B5EF4-FFF2-40B4-BE49-F238E27FC236}">
                  <a16:creationId xmlns:a16="http://schemas.microsoft.com/office/drawing/2014/main" id="{2075DE80-DE9A-A748-31D4-C06245AE1D78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0">
              <a:extLst>
                <a:ext uri="{FF2B5EF4-FFF2-40B4-BE49-F238E27FC236}">
                  <a16:creationId xmlns:a16="http://schemas.microsoft.com/office/drawing/2014/main" id="{BAE2BB62-EC36-EEAC-528D-9A133F10BDD1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0">
              <a:extLst>
                <a:ext uri="{FF2B5EF4-FFF2-40B4-BE49-F238E27FC236}">
                  <a16:creationId xmlns:a16="http://schemas.microsoft.com/office/drawing/2014/main" id="{233384D9-E760-8928-8136-850FA88F29CD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0">
              <a:extLst>
                <a:ext uri="{FF2B5EF4-FFF2-40B4-BE49-F238E27FC236}">
                  <a16:creationId xmlns:a16="http://schemas.microsoft.com/office/drawing/2014/main" id="{BF3221EC-F7A2-50CE-9512-ED7F2B2E7D38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0">
              <a:extLst>
                <a:ext uri="{FF2B5EF4-FFF2-40B4-BE49-F238E27FC236}">
                  <a16:creationId xmlns:a16="http://schemas.microsoft.com/office/drawing/2014/main" id="{1BA388E0-28D7-C990-0194-DABE594AC353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0">
              <a:extLst>
                <a:ext uri="{FF2B5EF4-FFF2-40B4-BE49-F238E27FC236}">
                  <a16:creationId xmlns:a16="http://schemas.microsoft.com/office/drawing/2014/main" id="{F71C6B36-58F2-343C-926E-097E31C48061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0">
              <a:extLst>
                <a:ext uri="{FF2B5EF4-FFF2-40B4-BE49-F238E27FC236}">
                  <a16:creationId xmlns:a16="http://schemas.microsoft.com/office/drawing/2014/main" id="{FCBF91DD-44D3-DC85-6BA6-F8EB1C5CF1EF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0">
              <a:extLst>
                <a:ext uri="{FF2B5EF4-FFF2-40B4-BE49-F238E27FC236}">
                  <a16:creationId xmlns:a16="http://schemas.microsoft.com/office/drawing/2014/main" id="{53770C73-2A63-5BEB-047F-55269EB30507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0">
              <a:extLst>
                <a:ext uri="{FF2B5EF4-FFF2-40B4-BE49-F238E27FC236}">
                  <a16:creationId xmlns:a16="http://schemas.microsoft.com/office/drawing/2014/main" id="{D8A63AFC-B9EC-23BE-6C07-1638485F978D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0">
              <a:extLst>
                <a:ext uri="{FF2B5EF4-FFF2-40B4-BE49-F238E27FC236}">
                  <a16:creationId xmlns:a16="http://schemas.microsoft.com/office/drawing/2014/main" id="{CB7AB78C-C878-496B-2860-F3227AB9E4EE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0">
              <a:extLst>
                <a:ext uri="{FF2B5EF4-FFF2-40B4-BE49-F238E27FC236}">
                  <a16:creationId xmlns:a16="http://schemas.microsoft.com/office/drawing/2014/main" id="{D30A07EC-EA33-9D49-2950-25980F2F9626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0">
              <a:extLst>
                <a:ext uri="{FF2B5EF4-FFF2-40B4-BE49-F238E27FC236}">
                  <a16:creationId xmlns:a16="http://schemas.microsoft.com/office/drawing/2014/main" id="{16647BE5-9EF8-81C8-B522-54D5A6830173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0">
              <a:extLst>
                <a:ext uri="{FF2B5EF4-FFF2-40B4-BE49-F238E27FC236}">
                  <a16:creationId xmlns:a16="http://schemas.microsoft.com/office/drawing/2014/main" id="{1451BF7F-2A3A-B492-22C2-DCEC6AFFF256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0">
              <a:extLst>
                <a:ext uri="{FF2B5EF4-FFF2-40B4-BE49-F238E27FC236}">
                  <a16:creationId xmlns:a16="http://schemas.microsoft.com/office/drawing/2014/main" id="{8DE0BD7E-2EC5-1A0E-B111-436012CF5289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0">
              <a:extLst>
                <a:ext uri="{FF2B5EF4-FFF2-40B4-BE49-F238E27FC236}">
                  <a16:creationId xmlns:a16="http://schemas.microsoft.com/office/drawing/2014/main" id="{34201988-2E4A-7D70-E3A7-A4B71A8FCCC9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>
              <a:extLst>
                <a:ext uri="{FF2B5EF4-FFF2-40B4-BE49-F238E27FC236}">
                  <a16:creationId xmlns:a16="http://schemas.microsoft.com/office/drawing/2014/main" id="{EC0E97B3-076D-7296-7BA0-90F52F627369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0">
              <a:extLst>
                <a:ext uri="{FF2B5EF4-FFF2-40B4-BE49-F238E27FC236}">
                  <a16:creationId xmlns:a16="http://schemas.microsoft.com/office/drawing/2014/main" id="{4ABD3BC2-58F7-6FC8-A5BD-8BA484BD0283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0">
              <a:extLst>
                <a:ext uri="{FF2B5EF4-FFF2-40B4-BE49-F238E27FC236}">
                  <a16:creationId xmlns:a16="http://schemas.microsoft.com/office/drawing/2014/main" id="{06C410BB-6D40-1FA1-D09D-29902FA71E56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0">
              <a:extLst>
                <a:ext uri="{FF2B5EF4-FFF2-40B4-BE49-F238E27FC236}">
                  <a16:creationId xmlns:a16="http://schemas.microsoft.com/office/drawing/2014/main" id="{3A9E0056-1C2C-F58E-2160-712895832197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0">
              <a:extLst>
                <a:ext uri="{FF2B5EF4-FFF2-40B4-BE49-F238E27FC236}">
                  <a16:creationId xmlns:a16="http://schemas.microsoft.com/office/drawing/2014/main" id="{D1118213-DE17-51F8-B439-66B4061E48F8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0">
              <a:extLst>
                <a:ext uri="{FF2B5EF4-FFF2-40B4-BE49-F238E27FC236}">
                  <a16:creationId xmlns:a16="http://schemas.microsoft.com/office/drawing/2014/main" id="{E1D726A4-91D7-BD98-B6DB-358A7F534866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0">
              <a:extLst>
                <a:ext uri="{FF2B5EF4-FFF2-40B4-BE49-F238E27FC236}">
                  <a16:creationId xmlns:a16="http://schemas.microsoft.com/office/drawing/2014/main" id="{89C16A42-A56B-6542-B53A-A2929270E34E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>
              <a:extLst>
                <a:ext uri="{FF2B5EF4-FFF2-40B4-BE49-F238E27FC236}">
                  <a16:creationId xmlns:a16="http://schemas.microsoft.com/office/drawing/2014/main" id="{EF89D7BC-9C83-FE61-78AF-C89DEB386432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>
              <a:extLst>
                <a:ext uri="{FF2B5EF4-FFF2-40B4-BE49-F238E27FC236}">
                  <a16:creationId xmlns:a16="http://schemas.microsoft.com/office/drawing/2014/main" id="{EB7EE9D0-6E7D-B546-78FF-0E5E2B65A090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>
              <a:extLst>
                <a:ext uri="{FF2B5EF4-FFF2-40B4-BE49-F238E27FC236}">
                  <a16:creationId xmlns:a16="http://schemas.microsoft.com/office/drawing/2014/main" id="{F5E880E6-71FE-9390-AA15-0931679DDE39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>
              <a:extLst>
                <a:ext uri="{FF2B5EF4-FFF2-40B4-BE49-F238E27FC236}">
                  <a16:creationId xmlns:a16="http://schemas.microsoft.com/office/drawing/2014/main" id="{F5350DAC-255B-73EB-2353-783654D30EBA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7E166C1-B789-8C2D-C092-E1452840A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108" y="1057816"/>
            <a:ext cx="3590855" cy="319458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4886FB-2253-6EEA-1E7B-B789018AD091}"/>
              </a:ext>
            </a:extLst>
          </p:cNvPr>
          <p:cNvSpPr/>
          <p:nvPr/>
        </p:nvSpPr>
        <p:spPr>
          <a:xfrm rot="5400000">
            <a:off x="1406659" y="-5279492"/>
            <a:ext cx="70432" cy="7549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Google Shape;2275;p66">
            <a:extLst>
              <a:ext uri="{FF2B5EF4-FFF2-40B4-BE49-F238E27FC236}">
                <a16:creationId xmlns:a16="http://schemas.microsoft.com/office/drawing/2014/main" id="{A59F5D11-6F94-2008-31BA-5A2FCB4342F0}"/>
              </a:ext>
            </a:extLst>
          </p:cNvPr>
          <p:cNvCxnSpPr>
            <a:cxnSpLocks/>
          </p:cNvCxnSpPr>
          <p:nvPr/>
        </p:nvCxnSpPr>
        <p:spPr>
          <a:xfrm flipV="1">
            <a:off x="1631552" y="-7345956"/>
            <a:ext cx="2032972" cy="342589"/>
          </a:xfrm>
          <a:prstGeom prst="bentConnector3">
            <a:avLst>
              <a:gd name="adj1" fmla="val 117884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" name="Google Shape;2275;p66">
            <a:extLst>
              <a:ext uri="{FF2B5EF4-FFF2-40B4-BE49-F238E27FC236}">
                <a16:creationId xmlns:a16="http://schemas.microsoft.com/office/drawing/2014/main" id="{2B5B8C47-C641-0644-1FA1-C82E57BA3935}"/>
              </a:ext>
            </a:extLst>
          </p:cNvPr>
          <p:cNvCxnSpPr>
            <a:cxnSpLocks/>
          </p:cNvCxnSpPr>
          <p:nvPr/>
        </p:nvCxnSpPr>
        <p:spPr>
          <a:xfrm flipV="1">
            <a:off x="1751859" y="-5449191"/>
            <a:ext cx="1727941" cy="305377"/>
          </a:xfrm>
          <a:prstGeom prst="bentConnector3">
            <a:avLst>
              <a:gd name="adj1" fmla="val 11222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" name="Google Shape;2275;p66">
            <a:extLst>
              <a:ext uri="{FF2B5EF4-FFF2-40B4-BE49-F238E27FC236}">
                <a16:creationId xmlns:a16="http://schemas.microsoft.com/office/drawing/2014/main" id="{A86B2194-F9F3-0CE0-E053-AA6A407A6959}"/>
              </a:ext>
            </a:extLst>
          </p:cNvPr>
          <p:cNvCxnSpPr>
            <a:cxnSpLocks/>
          </p:cNvCxnSpPr>
          <p:nvPr/>
        </p:nvCxnSpPr>
        <p:spPr>
          <a:xfrm flipV="1">
            <a:off x="1853919" y="-3836506"/>
            <a:ext cx="1490414" cy="433490"/>
          </a:xfrm>
          <a:prstGeom prst="bentConnector3">
            <a:avLst>
              <a:gd name="adj1" fmla="val 107944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" name="Google Shape;1414;p52">
            <a:extLst>
              <a:ext uri="{FF2B5EF4-FFF2-40B4-BE49-F238E27FC236}">
                <a16:creationId xmlns:a16="http://schemas.microsoft.com/office/drawing/2014/main" id="{40286F3C-2B19-C243-9031-2FF6436FA9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11" y="-6599820"/>
            <a:ext cx="271631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Doctor Dashboard</a:t>
            </a:r>
            <a:endParaRPr dirty="0"/>
          </a:p>
        </p:txBody>
      </p:sp>
      <p:sp>
        <p:nvSpPr>
          <p:cNvPr id="16" name="Google Shape;1416;p52">
            <a:extLst>
              <a:ext uri="{FF2B5EF4-FFF2-40B4-BE49-F238E27FC236}">
                <a16:creationId xmlns:a16="http://schemas.microsoft.com/office/drawing/2014/main" id="{2B89D58E-60B6-2B0B-652B-E4669D0A599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0820" y="-4767528"/>
            <a:ext cx="271631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General Dashboard</a:t>
            </a:r>
            <a:endParaRPr dirty="0"/>
          </a:p>
        </p:txBody>
      </p:sp>
      <p:sp>
        <p:nvSpPr>
          <p:cNvPr id="17" name="Google Shape;1418;p52">
            <a:extLst>
              <a:ext uri="{FF2B5EF4-FFF2-40B4-BE49-F238E27FC236}">
                <a16:creationId xmlns:a16="http://schemas.microsoft.com/office/drawing/2014/main" id="{B8A1D1E6-26C7-2DAB-8937-55501399E35A}"/>
              </a:ext>
            </a:extLst>
          </p:cNvPr>
          <p:cNvSpPr txBox="1">
            <a:spLocks/>
          </p:cNvSpPr>
          <p:nvPr/>
        </p:nvSpPr>
        <p:spPr>
          <a:xfrm>
            <a:off x="124344" y="-3016517"/>
            <a:ext cx="276278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Patient Dashboard</a:t>
            </a:r>
            <a:endParaRPr lang="en-US" dirty="0"/>
          </a:p>
        </p:txBody>
      </p:sp>
      <p:grpSp>
        <p:nvGrpSpPr>
          <p:cNvPr id="18" name="Google Shape;1420;p52">
            <a:extLst>
              <a:ext uri="{FF2B5EF4-FFF2-40B4-BE49-F238E27FC236}">
                <a16:creationId xmlns:a16="http://schemas.microsoft.com/office/drawing/2014/main" id="{432BA474-4B1C-75EE-E4D5-16D2A84292C7}"/>
              </a:ext>
            </a:extLst>
          </p:cNvPr>
          <p:cNvGrpSpPr/>
          <p:nvPr/>
        </p:nvGrpSpPr>
        <p:grpSpPr>
          <a:xfrm>
            <a:off x="1065091" y="-7328682"/>
            <a:ext cx="548913" cy="548913"/>
            <a:chOff x="1485491" y="1793271"/>
            <a:chExt cx="922233" cy="922233"/>
          </a:xfrm>
        </p:grpSpPr>
        <p:grpSp>
          <p:nvGrpSpPr>
            <p:cNvPr id="19" name="Google Shape;1421;p52">
              <a:extLst>
                <a:ext uri="{FF2B5EF4-FFF2-40B4-BE49-F238E27FC236}">
                  <a16:creationId xmlns:a16="http://schemas.microsoft.com/office/drawing/2014/main" id="{3A5A1E32-B68A-530B-242D-0B413A094DE1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33" name="Google Shape;1422;p52">
                <a:extLst>
                  <a:ext uri="{FF2B5EF4-FFF2-40B4-BE49-F238E27FC236}">
                    <a16:creationId xmlns:a16="http://schemas.microsoft.com/office/drawing/2014/main" id="{CA0638D5-BD6A-3508-1671-F58F0602E8AC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423;p52">
                <a:extLst>
                  <a:ext uri="{FF2B5EF4-FFF2-40B4-BE49-F238E27FC236}">
                    <a16:creationId xmlns:a16="http://schemas.microsoft.com/office/drawing/2014/main" id="{70DABD2D-0DA9-7979-E102-4D6AE818F5E8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424;p52">
                <a:extLst>
                  <a:ext uri="{FF2B5EF4-FFF2-40B4-BE49-F238E27FC236}">
                    <a16:creationId xmlns:a16="http://schemas.microsoft.com/office/drawing/2014/main" id="{4A23C194-ADC5-6BA6-3AC3-52A43121F751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425;p52">
                <a:extLst>
                  <a:ext uri="{FF2B5EF4-FFF2-40B4-BE49-F238E27FC236}">
                    <a16:creationId xmlns:a16="http://schemas.microsoft.com/office/drawing/2014/main" id="{726ACE93-9515-13DD-9587-DF067DB06E37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426;p52">
                <a:extLst>
                  <a:ext uri="{FF2B5EF4-FFF2-40B4-BE49-F238E27FC236}">
                    <a16:creationId xmlns:a16="http://schemas.microsoft.com/office/drawing/2014/main" id="{0E6C92A9-B200-67F7-AF1A-37230BDC0B75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427;p52">
                <a:extLst>
                  <a:ext uri="{FF2B5EF4-FFF2-40B4-BE49-F238E27FC236}">
                    <a16:creationId xmlns:a16="http://schemas.microsoft.com/office/drawing/2014/main" id="{8E2AA80E-061E-1D05-AA7B-78FF50263387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428;p52">
                <a:extLst>
                  <a:ext uri="{FF2B5EF4-FFF2-40B4-BE49-F238E27FC236}">
                    <a16:creationId xmlns:a16="http://schemas.microsoft.com/office/drawing/2014/main" id="{65D1C0C7-B62F-1A17-6073-E867A4031500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429;p52">
                <a:extLst>
                  <a:ext uri="{FF2B5EF4-FFF2-40B4-BE49-F238E27FC236}">
                    <a16:creationId xmlns:a16="http://schemas.microsoft.com/office/drawing/2014/main" id="{B1FA8336-D031-BC6F-0192-829F63DB64DD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430;p52">
                <a:extLst>
                  <a:ext uri="{FF2B5EF4-FFF2-40B4-BE49-F238E27FC236}">
                    <a16:creationId xmlns:a16="http://schemas.microsoft.com/office/drawing/2014/main" id="{A0ED43FE-8E84-8352-340F-3530A80B8575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431;p52">
                <a:extLst>
                  <a:ext uri="{FF2B5EF4-FFF2-40B4-BE49-F238E27FC236}">
                    <a16:creationId xmlns:a16="http://schemas.microsoft.com/office/drawing/2014/main" id="{FE29C10A-7A2E-1353-6627-049657BF9C28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432;p52">
                <a:extLst>
                  <a:ext uri="{FF2B5EF4-FFF2-40B4-BE49-F238E27FC236}">
                    <a16:creationId xmlns:a16="http://schemas.microsoft.com/office/drawing/2014/main" id="{FF3E1EA5-5B4C-03DC-641A-B82EDA8DF14D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433;p52">
                <a:extLst>
                  <a:ext uri="{FF2B5EF4-FFF2-40B4-BE49-F238E27FC236}">
                    <a16:creationId xmlns:a16="http://schemas.microsoft.com/office/drawing/2014/main" id="{8D34124B-DA10-E5A7-7089-530A72D38A86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434;p52">
              <a:extLst>
                <a:ext uri="{FF2B5EF4-FFF2-40B4-BE49-F238E27FC236}">
                  <a16:creationId xmlns:a16="http://schemas.microsoft.com/office/drawing/2014/main" id="{B6BE183A-7C77-C447-EB40-BECEFFE30315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21" name="Google Shape;1435;p52">
                <a:extLst>
                  <a:ext uri="{FF2B5EF4-FFF2-40B4-BE49-F238E27FC236}">
                    <a16:creationId xmlns:a16="http://schemas.microsoft.com/office/drawing/2014/main" id="{52DA8C09-3268-D958-D04B-CCBBCDE2711F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436;p52">
                <a:extLst>
                  <a:ext uri="{FF2B5EF4-FFF2-40B4-BE49-F238E27FC236}">
                    <a16:creationId xmlns:a16="http://schemas.microsoft.com/office/drawing/2014/main" id="{417F66A4-F394-B5EE-DDDB-17C4E482167F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437;p52">
                <a:extLst>
                  <a:ext uri="{FF2B5EF4-FFF2-40B4-BE49-F238E27FC236}">
                    <a16:creationId xmlns:a16="http://schemas.microsoft.com/office/drawing/2014/main" id="{A158FECB-FAAF-B519-0B67-FE1A2C692CC0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438;p52">
                <a:extLst>
                  <a:ext uri="{FF2B5EF4-FFF2-40B4-BE49-F238E27FC236}">
                    <a16:creationId xmlns:a16="http://schemas.microsoft.com/office/drawing/2014/main" id="{AAA0815C-107B-0138-3618-1B1303A48E0A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439;p52">
                <a:extLst>
                  <a:ext uri="{FF2B5EF4-FFF2-40B4-BE49-F238E27FC236}">
                    <a16:creationId xmlns:a16="http://schemas.microsoft.com/office/drawing/2014/main" id="{B06A515D-1F7B-BC20-6BFC-162F630490C7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440;p52">
                <a:extLst>
                  <a:ext uri="{FF2B5EF4-FFF2-40B4-BE49-F238E27FC236}">
                    <a16:creationId xmlns:a16="http://schemas.microsoft.com/office/drawing/2014/main" id="{86DAEC7A-3DAE-9D2C-85B3-C1D954F9846B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441;p52">
                <a:extLst>
                  <a:ext uri="{FF2B5EF4-FFF2-40B4-BE49-F238E27FC236}">
                    <a16:creationId xmlns:a16="http://schemas.microsoft.com/office/drawing/2014/main" id="{2D68CC96-8B6C-088B-06BD-802FC39768A4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442;p52">
                <a:extLst>
                  <a:ext uri="{FF2B5EF4-FFF2-40B4-BE49-F238E27FC236}">
                    <a16:creationId xmlns:a16="http://schemas.microsoft.com/office/drawing/2014/main" id="{4C95D9EB-23D7-95E3-A682-C484D678F1A5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443;p52">
                <a:extLst>
                  <a:ext uri="{FF2B5EF4-FFF2-40B4-BE49-F238E27FC236}">
                    <a16:creationId xmlns:a16="http://schemas.microsoft.com/office/drawing/2014/main" id="{306E8716-8E39-C356-8111-12BA9317A0C7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444;p52">
                <a:extLst>
                  <a:ext uri="{FF2B5EF4-FFF2-40B4-BE49-F238E27FC236}">
                    <a16:creationId xmlns:a16="http://schemas.microsoft.com/office/drawing/2014/main" id="{59052992-730B-BE62-1094-74734BA34013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445;p52">
                <a:extLst>
                  <a:ext uri="{FF2B5EF4-FFF2-40B4-BE49-F238E27FC236}">
                    <a16:creationId xmlns:a16="http://schemas.microsoft.com/office/drawing/2014/main" id="{880D5806-FC20-EDE1-050B-C13ECCA071F8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446;p52">
                <a:extLst>
                  <a:ext uri="{FF2B5EF4-FFF2-40B4-BE49-F238E27FC236}">
                    <a16:creationId xmlns:a16="http://schemas.microsoft.com/office/drawing/2014/main" id="{DB1D0403-07F3-4E2C-34A1-4BF0C368D556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" name="Google Shape;1447;p52">
            <a:extLst>
              <a:ext uri="{FF2B5EF4-FFF2-40B4-BE49-F238E27FC236}">
                <a16:creationId xmlns:a16="http://schemas.microsoft.com/office/drawing/2014/main" id="{CF2B17F8-9032-17A1-3BDF-63576ECD69D1}"/>
              </a:ext>
            </a:extLst>
          </p:cNvPr>
          <p:cNvGrpSpPr/>
          <p:nvPr/>
        </p:nvGrpSpPr>
        <p:grpSpPr>
          <a:xfrm>
            <a:off x="1136498" y="-5449191"/>
            <a:ext cx="672978" cy="548886"/>
            <a:chOff x="4104607" y="1938037"/>
            <a:chExt cx="953227" cy="777459"/>
          </a:xfrm>
        </p:grpSpPr>
        <p:grpSp>
          <p:nvGrpSpPr>
            <p:cNvPr id="46" name="Google Shape;1448;p52">
              <a:extLst>
                <a:ext uri="{FF2B5EF4-FFF2-40B4-BE49-F238E27FC236}">
                  <a16:creationId xmlns:a16="http://schemas.microsoft.com/office/drawing/2014/main" id="{6E81FE36-9BD3-28E2-C0B7-956D7C546861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53" name="Google Shape;1449;p52">
                <a:extLst>
                  <a:ext uri="{FF2B5EF4-FFF2-40B4-BE49-F238E27FC236}">
                    <a16:creationId xmlns:a16="http://schemas.microsoft.com/office/drawing/2014/main" id="{EAB5B878-544F-6BB5-4873-90E75B21D539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450;p52">
                <a:extLst>
                  <a:ext uri="{FF2B5EF4-FFF2-40B4-BE49-F238E27FC236}">
                    <a16:creationId xmlns:a16="http://schemas.microsoft.com/office/drawing/2014/main" id="{70577033-52AD-5A46-BD0A-22A6E2F8AD10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451;p52">
                <a:extLst>
                  <a:ext uri="{FF2B5EF4-FFF2-40B4-BE49-F238E27FC236}">
                    <a16:creationId xmlns:a16="http://schemas.microsoft.com/office/drawing/2014/main" id="{4FBB10DA-A317-B35B-6BCA-88007A3F694D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452;p52">
                <a:extLst>
                  <a:ext uri="{FF2B5EF4-FFF2-40B4-BE49-F238E27FC236}">
                    <a16:creationId xmlns:a16="http://schemas.microsoft.com/office/drawing/2014/main" id="{8725B171-DEA0-EBAB-CE8B-8BBA1A4A0F47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453;p52">
                <a:extLst>
                  <a:ext uri="{FF2B5EF4-FFF2-40B4-BE49-F238E27FC236}">
                    <a16:creationId xmlns:a16="http://schemas.microsoft.com/office/drawing/2014/main" id="{20EA5FEA-2A0E-E816-BA69-3ED813BE48A7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1454;p52">
              <a:extLst>
                <a:ext uri="{FF2B5EF4-FFF2-40B4-BE49-F238E27FC236}">
                  <a16:creationId xmlns:a16="http://schemas.microsoft.com/office/drawing/2014/main" id="{5EE6836F-D614-33A1-1FEA-2E10E38DC9C1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48" name="Google Shape;1455;p52">
                <a:extLst>
                  <a:ext uri="{FF2B5EF4-FFF2-40B4-BE49-F238E27FC236}">
                    <a16:creationId xmlns:a16="http://schemas.microsoft.com/office/drawing/2014/main" id="{4EF904E9-B702-7EA7-C3EA-B936631B1C20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456;p52">
                <a:extLst>
                  <a:ext uri="{FF2B5EF4-FFF2-40B4-BE49-F238E27FC236}">
                    <a16:creationId xmlns:a16="http://schemas.microsoft.com/office/drawing/2014/main" id="{F961FA12-D156-F749-5D51-4DF94BA78E68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457;p52">
                <a:extLst>
                  <a:ext uri="{FF2B5EF4-FFF2-40B4-BE49-F238E27FC236}">
                    <a16:creationId xmlns:a16="http://schemas.microsoft.com/office/drawing/2014/main" id="{12861562-B462-97BD-26B6-AE2F5E25A546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458;p52">
                <a:extLst>
                  <a:ext uri="{FF2B5EF4-FFF2-40B4-BE49-F238E27FC236}">
                    <a16:creationId xmlns:a16="http://schemas.microsoft.com/office/drawing/2014/main" id="{ED672DB3-FD6F-F421-0A08-34584A2B38CA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459;p52">
                <a:extLst>
                  <a:ext uri="{FF2B5EF4-FFF2-40B4-BE49-F238E27FC236}">
                    <a16:creationId xmlns:a16="http://schemas.microsoft.com/office/drawing/2014/main" id="{7FD35132-2A1F-B301-7063-7530A9A531E9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" name="Google Shape;1460;p52">
            <a:extLst>
              <a:ext uri="{FF2B5EF4-FFF2-40B4-BE49-F238E27FC236}">
                <a16:creationId xmlns:a16="http://schemas.microsoft.com/office/drawing/2014/main" id="{AF8D131D-19ED-14A0-3FCD-68BE3EAF73A2}"/>
              </a:ext>
            </a:extLst>
          </p:cNvPr>
          <p:cNvGrpSpPr/>
          <p:nvPr/>
        </p:nvGrpSpPr>
        <p:grpSpPr>
          <a:xfrm>
            <a:off x="1176991" y="-3753414"/>
            <a:ext cx="672981" cy="662979"/>
            <a:chOff x="6802850" y="1938059"/>
            <a:chExt cx="789143" cy="777415"/>
          </a:xfrm>
        </p:grpSpPr>
        <p:grpSp>
          <p:nvGrpSpPr>
            <p:cNvPr id="59" name="Google Shape;1461;p52">
              <a:extLst>
                <a:ext uri="{FF2B5EF4-FFF2-40B4-BE49-F238E27FC236}">
                  <a16:creationId xmlns:a16="http://schemas.microsoft.com/office/drawing/2014/main" id="{62049EAA-B984-C16B-0D5E-F60F3DA9A80C}"/>
                </a:ext>
              </a:extLst>
            </p:cNvPr>
            <p:cNvGrpSpPr/>
            <p:nvPr/>
          </p:nvGrpSpPr>
          <p:grpSpPr>
            <a:xfrm>
              <a:off x="6802850" y="1938059"/>
              <a:ext cx="789143" cy="777402"/>
              <a:chOff x="1190625" y="276625"/>
              <a:chExt cx="5219200" cy="5141550"/>
            </a:xfrm>
          </p:grpSpPr>
          <p:sp>
            <p:nvSpPr>
              <p:cNvPr id="1358" name="Google Shape;1462;p52">
                <a:extLst>
                  <a:ext uri="{FF2B5EF4-FFF2-40B4-BE49-F238E27FC236}">
                    <a16:creationId xmlns:a16="http://schemas.microsoft.com/office/drawing/2014/main" id="{1131F1AC-7149-BC99-7BB4-87ADF1A0844D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463;p52">
                <a:extLst>
                  <a:ext uri="{FF2B5EF4-FFF2-40B4-BE49-F238E27FC236}">
                    <a16:creationId xmlns:a16="http://schemas.microsoft.com/office/drawing/2014/main" id="{99CC162A-E5C1-434C-EDF0-633EEA0230A5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464;p52">
                <a:extLst>
                  <a:ext uri="{FF2B5EF4-FFF2-40B4-BE49-F238E27FC236}">
                    <a16:creationId xmlns:a16="http://schemas.microsoft.com/office/drawing/2014/main" id="{4A8209E1-E421-0C67-3D15-60E85DE2D56A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465;p52">
                <a:extLst>
                  <a:ext uri="{FF2B5EF4-FFF2-40B4-BE49-F238E27FC236}">
                    <a16:creationId xmlns:a16="http://schemas.microsoft.com/office/drawing/2014/main" id="{37108D47-F20B-949B-5FE8-96D6E6F9F578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466;p52">
                <a:extLst>
                  <a:ext uri="{FF2B5EF4-FFF2-40B4-BE49-F238E27FC236}">
                    <a16:creationId xmlns:a16="http://schemas.microsoft.com/office/drawing/2014/main" id="{D53CB037-7D07-636D-F0F9-4311E4B95D32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467;p52">
                <a:extLst>
                  <a:ext uri="{FF2B5EF4-FFF2-40B4-BE49-F238E27FC236}">
                    <a16:creationId xmlns:a16="http://schemas.microsoft.com/office/drawing/2014/main" id="{FB0C0CF1-F054-55A1-85FE-FA16C3F0EB0F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468;p52">
                <a:extLst>
                  <a:ext uri="{FF2B5EF4-FFF2-40B4-BE49-F238E27FC236}">
                    <a16:creationId xmlns:a16="http://schemas.microsoft.com/office/drawing/2014/main" id="{E471903A-38E0-AC10-E568-5EF83157AE2D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469;p52">
                <a:extLst>
                  <a:ext uri="{FF2B5EF4-FFF2-40B4-BE49-F238E27FC236}">
                    <a16:creationId xmlns:a16="http://schemas.microsoft.com/office/drawing/2014/main" id="{1A842621-FBB0-D1AC-CC3D-43049C94DEE2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470;p52">
                <a:extLst>
                  <a:ext uri="{FF2B5EF4-FFF2-40B4-BE49-F238E27FC236}">
                    <a16:creationId xmlns:a16="http://schemas.microsoft.com/office/drawing/2014/main" id="{D957E7B9-1E99-DFAA-1A59-639F0D44F4DE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471;p52">
                <a:extLst>
                  <a:ext uri="{FF2B5EF4-FFF2-40B4-BE49-F238E27FC236}">
                    <a16:creationId xmlns:a16="http://schemas.microsoft.com/office/drawing/2014/main" id="{C44320F0-7970-5C1C-263B-7EE95B6E0016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472;p52">
                <a:extLst>
                  <a:ext uri="{FF2B5EF4-FFF2-40B4-BE49-F238E27FC236}">
                    <a16:creationId xmlns:a16="http://schemas.microsoft.com/office/drawing/2014/main" id="{0F3C2ADD-E13B-B1CE-820A-D6DD1BECE5C1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473;p52">
                <a:extLst>
                  <a:ext uri="{FF2B5EF4-FFF2-40B4-BE49-F238E27FC236}">
                    <a16:creationId xmlns:a16="http://schemas.microsoft.com/office/drawing/2014/main" id="{AE736B22-9FDA-4672-7E97-5C326FEED7C5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474;p52">
                <a:extLst>
                  <a:ext uri="{FF2B5EF4-FFF2-40B4-BE49-F238E27FC236}">
                    <a16:creationId xmlns:a16="http://schemas.microsoft.com/office/drawing/2014/main" id="{F2A71725-D80C-3991-4073-AC61761127A0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475;p52">
                <a:extLst>
                  <a:ext uri="{FF2B5EF4-FFF2-40B4-BE49-F238E27FC236}">
                    <a16:creationId xmlns:a16="http://schemas.microsoft.com/office/drawing/2014/main" id="{75302441-C5DA-F7D7-0899-FA1B19440B9B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476;p52">
                <a:extLst>
                  <a:ext uri="{FF2B5EF4-FFF2-40B4-BE49-F238E27FC236}">
                    <a16:creationId xmlns:a16="http://schemas.microsoft.com/office/drawing/2014/main" id="{2650E315-E83D-689C-5D90-0DF51FE1776F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1477;p52">
              <a:extLst>
                <a:ext uri="{FF2B5EF4-FFF2-40B4-BE49-F238E27FC236}">
                  <a16:creationId xmlns:a16="http://schemas.microsoft.com/office/drawing/2014/main" id="{BEF22353-A197-B849-11EA-2481336A71DA}"/>
                </a:ext>
              </a:extLst>
            </p:cNvPr>
            <p:cNvGrpSpPr/>
            <p:nvPr/>
          </p:nvGrpSpPr>
          <p:grpSpPr>
            <a:xfrm>
              <a:off x="6802850" y="1938071"/>
              <a:ext cx="789143" cy="777402"/>
              <a:chOff x="1190625" y="276625"/>
              <a:chExt cx="5219200" cy="5141550"/>
            </a:xfrm>
          </p:grpSpPr>
          <p:sp>
            <p:nvSpPr>
              <p:cNvPr id="61" name="Google Shape;1478;p52">
                <a:extLst>
                  <a:ext uri="{FF2B5EF4-FFF2-40B4-BE49-F238E27FC236}">
                    <a16:creationId xmlns:a16="http://schemas.microsoft.com/office/drawing/2014/main" id="{CF097C87-2A54-6D3A-A4BC-35FA474F6617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479;p52">
                <a:extLst>
                  <a:ext uri="{FF2B5EF4-FFF2-40B4-BE49-F238E27FC236}">
                    <a16:creationId xmlns:a16="http://schemas.microsoft.com/office/drawing/2014/main" id="{AEA308FB-7828-1ACE-5DDD-4A275B3EAD05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480;p52">
                <a:extLst>
                  <a:ext uri="{FF2B5EF4-FFF2-40B4-BE49-F238E27FC236}">
                    <a16:creationId xmlns:a16="http://schemas.microsoft.com/office/drawing/2014/main" id="{D641976D-62C3-5A75-904C-2E7C653951F7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481;p52">
                <a:extLst>
                  <a:ext uri="{FF2B5EF4-FFF2-40B4-BE49-F238E27FC236}">
                    <a16:creationId xmlns:a16="http://schemas.microsoft.com/office/drawing/2014/main" id="{34173E25-DE8A-6EF8-5425-897318BF7210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482;p52">
                <a:extLst>
                  <a:ext uri="{FF2B5EF4-FFF2-40B4-BE49-F238E27FC236}">
                    <a16:creationId xmlns:a16="http://schemas.microsoft.com/office/drawing/2014/main" id="{7BA79DBC-58F6-2815-3F2F-25A08A7BC8C8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483;p52">
                <a:extLst>
                  <a:ext uri="{FF2B5EF4-FFF2-40B4-BE49-F238E27FC236}">
                    <a16:creationId xmlns:a16="http://schemas.microsoft.com/office/drawing/2014/main" id="{DB6C310A-36E2-AA62-0E29-34DB346533A7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484;p52">
                <a:extLst>
                  <a:ext uri="{FF2B5EF4-FFF2-40B4-BE49-F238E27FC236}">
                    <a16:creationId xmlns:a16="http://schemas.microsoft.com/office/drawing/2014/main" id="{9481415A-86BF-6BA6-3B1C-D59F42296C2F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485;p52">
                <a:extLst>
                  <a:ext uri="{FF2B5EF4-FFF2-40B4-BE49-F238E27FC236}">
                    <a16:creationId xmlns:a16="http://schemas.microsoft.com/office/drawing/2014/main" id="{F7DD6D67-A241-8289-4367-7A0107BC6724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486;p52">
                <a:extLst>
                  <a:ext uri="{FF2B5EF4-FFF2-40B4-BE49-F238E27FC236}">
                    <a16:creationId xmlns:a16="http://schemas.microsoft.com/office/drawing/2014/main" id="{A55ECBBF-56CD-B959-92C3-BDE09B301FC6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487;p52">
                <a:extLst>
                  <a:ext uri="{FF2B5EF4-FFF2-40B4-BE49-F238E27FC236}">
                    <a16:creationId xmlns:a16="http://schemas.microsoft.com/office/drawing/2014/main" id="{EC1AF8B4-7D9D-7808-3302-E1291A17D05F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488;p52">
                <a:extLst>
                  <a:ext uri="{FF2B5EF4-FFF2-40B4-BE49-F238E27FC236}">
                    <a16:creationId xmlns:a16="http://schemas.microsoft.com/office/drawing/2014/main" id="{69333377-7B36-595A-EA0C-08523E0FF0F9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489;p52">
                <a:extLst>
                  <a:ext uri="{FF2B5EF4-FFF2-40B4-BE49-F238E27FC236}">
                    <a16:creationId xmlns:a16="http://schemas.microsoft.com/office/drawing/2014/main" id="{B19BE809-11AC-7CB6-3CA3-CAE40151C3EF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490;p52">
                <a:extLst>
                  <a:ext uri="{FF2B5EF4-FFF2-40B4-BE49-F238E27FC236}">
                    <a16:creationId xmlns:a16="http://schemas.microsoft.com/office/drawing/2014/main" id="{546DEDD0-B476-BED0-CCD9-C025B817B207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491;p52">
                <a:extLst>
                  <a:ext uri="{FF2B5EF4-FFF2-40B4-BE49-F238E27FC236}">
                    <a16:creationId xmlns:a16="http://schemas.microsoft.com/office/drawing/2014/main" id="{80D0C68C-E3CB-3839-7C49-2AF4D40F1DDD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492;p52">
                <a:extLst>
                  <a:ext uri="{FF2B5EF4-FFF2-40B4-BE49-F238E27FC236}">
                    <a16:creationId xmlns:a16="http://schemas.microsoft.com/office/drawing/2014/main" id="{4495F34B-742B-2795-C963-E646344F2201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73" name="Picture 2">
            <a:extLst>
              <a:ext uri="{FF2B5EF4-FFF2-40B4-BE49-F238E27FC236}">
                <a16:creationId xmlns:a16="http://schemas.microsoft.com/office/drawing/2014/main" id="{1DE93312-C124-80D7-545D-AE8C58B07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524" y="-7427012"/>
            <a:ext cx="3810330" cy="153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4" name="Picture 4">
            <a:extLst>
              <a:ext uri="{FF2B5EF4-FFF2-40B4-BE49-F238E27FC236}">
                <a16:creationId xmlns:a16="http://schemas.microsoft.com/office/drawing/2014/main" id="{75ED7CD3-5D22-D2FF-177A-C351EED37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481" y="-3901755"/>
            <a:ext cx="4773906" cy="141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5" name="Picture 6">
            <a:extLst>
              <a:ext uri="{FF2B5EF4-FFF2-40B4-BE49-F238E27FC236}">
                <a16:creationId xmlns:a16="http://schemas.microsoft.com/office/drawing/2014/main" id="{EC2BB564-6CD7-09F3-F90C-9E2CD7306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62" y="-5506102"/>
            <a:ext cx="4858016" cy="128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40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5481AA46-3D0F-BA1B-813F-8A4E71206D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7" b="-17"/>
          <a:stretch>
            <a:fillRect/>
          </a:stretch>
        </p:blipFill>
        <p:spPr bwMode="auto">
          <a:xfrm>
            <a:off x="1004073" y="550715"/>
            <a:ext cx="7135854" cy="404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B0D8E4"/>
        </a:solidFill>
        <a:effectLst/>
      </p:bgPr>
    </p:bg>
    <p:spTree>
      <p:nvGrpSpPr>
        <p:cNvPr id="1" name="Shape 1279">
          <a:extLst>
            <a:ext uri="{FF2B5EF4-FFF2-40B4-BE49-F238E27FC236}">
              <a16:creationId xmlns:a16="http://schemas.microsoft.com/office/drawing/2014/main" id="{07FA9BA4-EB3A-E9A3-759D-EE4EC2599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E45874-5B3A-9477-71A8-7B74784436F9}"/>
              </a:ext>
            </a:extLst>
          </p:cNvPr>
          <p:cNvSpPr/>
          <p:nvPr/>
        </p:nvSpPr>
        <p:spPr>
          <a:xfrm rot="5400000">
            <a:off x="-1751449" y="-4330987"/>
            <a:ext cx="13418586" cy="1438225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3" name="Google Shape;1283;p50">
            <a:extLst>
              <a:ext uri="{FF2B5EF4-FFF2-40B4-BE49-F238E27FC236}">
                <a16:creationId xmlns:a16="http://schemas.microsoft.com/office/drawing/2014/main" id="{90E048AF-5550-78C7-1A80-12AD7FDB6F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27443" y="3360828"/>
            <a:ext cx="4024924" cy="1646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This section describes how user accounts are linked to patient and doctor profiles, ensuring each user has a unique identity in the system</a:t>
            </a:r>
          </a:p>
        </p:txBody>
      </p:sp>
      <p:grpSp>
        <p:nvGrpSpPr>
          <p:cNvPr id="1284" name="Google Shape;1284;p50">
            <a:extLst>
              <a:ext uri="{FF2B5EF4-FFF2-40B4-BE49-F238E27FC236}">
                <a16:creationId xmlns:a16="http://schemas.microsoft.com/office/drawing/2014/main" id="{8C31DA30-6876-8FEA-9A76-1B472FD32496}"/>
              </a:ext>
            </a:extLst>
          </p:cNvPr>
          <p:cNvGrpSpPr/>
          <p:nvPr/>
        </p:nvGrpSpPr>
        <p:grpSpPr>
          <a:xfrm>
            <a:off x="877589" y="1379453"/>
            <a:ext cx="2832110" cy="2536999"/>
            <a:chOff x="474325" y="2953825"/>
            <a:chExt cx="1862250" cy="1668200"/>
          </a:xfrm>
        </p:grpSpPr>
        <p:sp>
          <p:nvSpPr>
            <p:cNvPr id="1285" name="Google Shape;1285;p50">
              <a:extLst>
                <a:ext uri="{FF2B5EF4-FFF2-40B4-BE49-F238E27FC236}">
                  <a16:creationId xmlns:a16="http://schemas.microsoft.com/office/drawing/2014/main" id="{2AE6E616-9FDA-0E12-6191-63765FAAFB8D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>
              <a:extLst>
                <a:ext uri="{FF2B5EF4-FFF2-40B4-BE49-F238E27FC236}">
                  <a16:creationId xmlns:a16="http://schemas.microsoft.com/office/drawing/2014/main" id="{2B72346C-EB39-4829-AE90-25A83BC8DAEC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>
              <a:extLst>
                <a:ext uri="{FF2B5EF4-FFF2-40B4-BE49-F238E27FC236}">
                  <a16:creationId xmlns:a16="http://schemas.microsoft.com/office/drawing/2014/main" id="{C47A4AC5-DF40-2246-DDD9-B3D26A0281AB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>
              <a:extLst>
                <a:ext uri="{FF2B5EF4-FFF2-40B4-BE49-F238E27FC236}">
                  <a16:creationId xmlns:a16="http://schemas.microsoft.com/office/drawing/2014/main" id="{EAB0ED23-9302-3F38-8260-0250FAFEA42C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>
              <a:extLst>
                <a:ext uri="{FF2B5EF4-FFF2-40B4-BE49-F238E27FC236}">
                  <a16:creationId xmlns:a16="http://schemas.microsoft.com/office/drawing/2014/main" id="{0C6ED91F-9E5F-D487-D7B0-68DDABE6C4C8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>
              <a:extLst>
                <a:ext uri="{FF2B5EF4-FFF2-40B4-BE49-F238E27FC236}">
                  <a16:creationId xmlns:a16="http://schemas.microsoft.com/office/drawing/2014/main" id="{B930D0B9-127E-1007-C581-1E9D8C25B0CB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>
              <a:extLst>
                <a:ext uri="{FF2B5EF4-FFF2-40B4-BE49-F238E27FC236}">
                  <a16:creationId xmlns:a16="http://schemas.microsoft.com/office/drawing/2014/main" id="{4845A302-1E3B-4765-0B1B-FA2DAC07D5E8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>
              <a:extLst>
                <a:ext uri="{FF2B5EF4-FFF2-40B4-BE49-F238E27FC236}">
                  <a16:creationId xmlns:a16="http://schemas.microsoft.com/office/drawing/2014/main" id="{9ECFD97B-B23A-050B-A345-915F5DB76B22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>
              <a:extLst>
                <a:ext uri="{FF2B5EF4-FFF2-40B4-BE49-F238E27FC236}">
                  <a16:creationId xmlns:a16="http://schemas.microsoft.com/office/drawing/2014/main" id="{D97FD03C-30A4-FC35-6BF5-B59CCC18B028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>
              <a:extLst>
                <a:ext uri="{FF2B5EF4-FFF2-40B4-BE49-F238E27FC236}">
                  <a16:creationId xmlns:a16="http://schemas.microsoft.com/office/drawing/2014/main" id="{BFD03BA5-E5B3-169C-5452-000A3E3FDBEA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>
              <a:extLst>
                <a:ext uri="{FF2B5EF4-FFF2-40B4-BE49-F238E27FC236}">
                  <a16:creationId xmlns:a16="http://schemas.microsoft.com/office/drawing/2014/main" id="{5D3D39DD-BA20-5C1D-3F96-175C2D1D569A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>
              <a:extLst>
                <a:ext uri="{FF2B5EF4-FFF2-40B4-BE49-F238E27FC236}">
                  <a16:creationId xmlns:a16="http://schemas.microsoft.com/office/drawing/2014/main" id="{8D603D28-2DB5-974E-B7AD-D3E28D98290D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0">
              <a:extLst>
                <a:ext uri="{FF2B5EF4-FFF2-40B4-BE49-F238E27FC236}">
                  <a16:creationId xmlns:a16="http://schemas.microsoft.com/office/drawing/2014/main" id="{AB6AA02D-1611-B673-29E0-269DABDFF363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0">
              <a:extLst>
                <a:ext uri="{FF2B5EF4-FFF2-40B4-BE49-F238E27FC236}">
                  <a16:creationId xmlns:a16="http://schemas.microsoft.com/office/drawing/2014/main" id="{218B0DA2-A9F3-2236-DDDA-AEAC1A30CE19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0">
              <a:extLst>
                <a:ext uri="{FF2B5EF4-FFF2-40B4-BE49-F238E27FC236}">
                  <a16:creationId xmlns:a16="http://schemas.microsoft.com/office/drawing/2014/main" id="{40ACE11F-ACFB-DDCB-66B0-7595D4C04268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0">
              <a:extLst>
                <a:ext uri="{FF2B5EF4-FFF2-40B4-BE49-F238E27FC236}">
                  <a16:creationId xmlns:a16="http://schemas.microsoft.com/office/drawing/2014/main" id="{41B3B228-3981-37B5-ED4D-7B677284AC47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0">
              <a:extLst>
                <a:ext uri="{FF2B5EF4-FFF2-40B4-BE49-F238E27FC236}">
                  <a16:creationId xmlns:a16="http://schemas.microsoft.com/office/drawing/2014/main" id="{5A6FA7B3-D506-7A2A-6835-6C2D1760B4D4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0">
              <a:extLst>
                <a:ext uri="{FF2B5EF4-FFF2-40B4-BE49-F238E27FC236}">
                  <a16:creationId xmlns:a16="http://schemas.microsoft.com/office/drawing/2014/main" id="{E8C5481F-DE1C-EACC-AB84-3E14455FC073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0">
              <a:extLst>
                <a:ext uri="{FF2B5EF4-FFF2-40B4-BE49-F238E27FC236}">
                  <a16:creationId xmlns:a16="http://schemas.microsoft.com/office/drawing/2014/main" id="{03B2BAB2-F95E-8FB6-4338-13D9F17ABEF0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50">
              <a:extLst>
                <a:ext uri="{FF2B5EF4-FFF2-40B4-BE49-F238E27FC236}">
                  <a16:creationId xmlns:a16="http://schemas.microsoft.com/office/drawing/2014/main" id="{7C06BF3D-983C-6275-8AE7-9856E417875E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0">
              <a:extLst>
                <a:ext uri="{FF2B5EF4-FFF2-40B4-BE49-F238E27FC236}">
                  <a16:creationId xmlns:a16="http://schemas.microsoft.com/office/drawing/2014/main" id="{FADD8111-CD0B-D32D-29EF-80C6F17380A6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0">
              <a:extLst>
                <a:ext uri="{FF2B5EF4-FFF2-40B4-BE49-F238E27FC236}">
                  <a16:creationId xmlns:a16="http://schemas.microsoft.com/office/drawing/2014/main" id="{6FA0DFF3-29A4-7CED-B1DD-FF1F89356824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0">
              <a:extLst>
                <a:ext uri="{FF2B5EF4-FFF2-40B4-BE49-F238E27FC236}">
                  <a16:creationId xmlns:a16="http://schemas.microsoft.com/office/drawing/2014/main" id="{60C71FB8-FB4A-4673-DF72-7F14B440D718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0">
              <a:extLst>
                <a:ext uri="{FF2B5EF4-FFF2-40B4-BE49-F238E27FC236}">
                  <a16:creationId xmlns:a16="http://schemas.microsoft.com/office/drawing/2014/main" id="{51C979AF-6447-A117-2F21-32D83677F028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0">
              <a:extLst>
                <a:ext uri="{FF2B5EF4-FFF2-40B4-BE49-F238E27FC236}">
                  <a16:creationId xmlns:a16="http://schemas.microsoft.com/office/drawing/2014/main" id="{99E77D63-C354-90B8-8BD4-9A58C322DC6C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0">
              <a:extLst>
                <a:ext uri="{FF2B5EF4-FFF2-40B4-BE49-F238E27FC236}">
                  <a16:creationId xmlns:a16="http://schemas.microsoft.com/office/drawing/2014/main" id="{682AE513-D1E6-60DA-620B-0DCD3F73C046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0">
              <a:extLst>
                <a:ext uri="{FF2B5EF4-FFF2-40B4-BE49-F238E27FC236}">
                  <a16:creationId xmlns:a16="http://schemas.microsoft.com/office/drawing/2014/main" id="{B02548EF-DFB0-6BB9-6170-51D84BB67C5B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0">
              <a:extLst>
                <a:ext uri="{FF2B5EF4-FFF2-40B4-BE49-F238E27FC236}">
                  <a16:creationId xmlns:a16="http://schemas.microsoft.com/office/drawing/2014/main" id="{244CC93F-D78C-0EB9-EECE-15869BA3D24A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0">
              <a:extLst>
                <a:ext uri="{FF2B5EF4-FFF2-40B4-BE49-F238E27FC236}">
                  <a16:creationId xmlns:a16="http://schemas.microsoft.com/office/drawing/2014/main" id="{58151E17-B9EC-494A-6820-6CC85CF50EB2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0">
              <a:extLst>
                <a:ext uri="{FF2B5EF4-FFF2-40B4-BE49-F238E27FC236}">
                  <a16:creationId xmlns:a16="http://schemas.microsoft.com/office/drawing/2014/main" id="{8B16C47E-409E-6A12-9D98-FB9A868BBBB2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0">
              <a:extLst>
                <a:ext uri="{FF2B5EF4-FFF2-40B4-BE49-F238E27FC236}">
                  <a16:creationId xmlns:a16="http://schemas.microsoft.com/office/drawing/2014/main" id="{173C0D1C-F61A-3CF6-E536-753B146B95F0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0">
              <a:extLst>
                <a:ext uri="{FF2B5EF4-FFF2-40B4-BE49-F238E27FC236}">
                  <a16:creationId xmlns:a16="http://schemas.microsoft.com/office/drawing/2014/main" id="{2199A5BA-E2B9-46A7-BC1D-B0FDEC4CB301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0">
              <a:extLst>
                <a:ext uri="{FF2B5EF4-FFF2-40B4-BE49-F238E27FC236}">
                  <a16:creationId xmlns:a16="http://schemas.microsoft.com/office/drawing/2014/main" id="{5297BC69-C986-163F-24D4-A039612A4773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0">
              <a:extLst>
                <a:ext uri="{FF2B5EF4-FFF2-40B4-BE49-F238E27FC236}">
                  <a16:creationId xmlns:a16="http://schemas.microsoft.com/office/drawing/2014/main" id="{CCCB7BB2-65A1-4D00-2E46-7464DFF0FC9B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0">
              <a:extLst>
                <a:ext uri="{FF2B5EF4-FFF2-40B4-BE49-F238E27FC236}">
                  <a16:creationId xmlns:a16="http://schemas.microsoft.com/office/drawing/2014/main" id="{9063E9CD-6E15-8411-DE07-7391F7F91E89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0">
              <a:extLst>
                <a:ext uri="{FF2B5EF4-FFF2-40B4-BE49-F238E27FC236}">
                  <a16:creationId xmlns:a16="http://schemas.microsoft.com/office/drawing/2014/main" id="{52F9F8BF-6312-8D73-B8D8-00684A3E836C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0">
              <a:extLst>
                <a:ext uri="{FF2B5EF4-FFF2-40B4-BE49-F238E27FC236}">
                  <a16:creationId xmlns:a16="http://schemas.microsoft.com/office/drawing/2014/main" id="{C2859F7A-37B1-5B57-1154-4F6BD3E3D86F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0">
              <a:extLst>
                <a:ext uri="{FF2B5EF4-FFF2-40B4-BE49-F238E27FC236}">
                  <a16:creationId xmlns:a16="http://schemas.microsoft.com/office/drawing/2014/main" id="{E8AD90F2-48DC-A735-A3C6-CB76C4071904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0">
              <a:extLst>
                <a:ext uri="{FF2B5EF4-FFF2-40B4-BE49-F238E27FC236}">
                  <a16:creationId xmlns:a16="http://schemas.microsoft.com/office/drawing/2014/main" id="{2A640EC8-9ED0-AD22-547F-E0BA8CC0A45C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0">
              <a:extLst>
                <a:ext uri="{FF2B5EF4-FFF2-40B4-BE49-F238E27FC236}">
                  <a16:creationId xmlns:a16="http://schemas.microsoft.com/office/drawing/2014/main" id="{30ECF967-04D9-F3AD-2C64-E1C786C2214B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0">
              <a:extLst>
                <a:ext uri="{FF2B5EF4-FFF2-40B4-BE49-F238E27FC236}">
                  <a16:creationId xmlns:a16="http://schemas.microsoft.com/office/drawing/2014/main" id="{904EF3EC-69C0-D2C5-6295-B3525BA2C4D0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0">
              <a:extLst>
                <a:ext uri="{FF2B5EF4-FFF2-40B4-BE49-F238E27FC236}">
                  <a16:creationId xmlns:a16="http://schemas.microsoft.com/office/drawing/2014/main" id="{A35B24CC-0EC2-B91C-AF3A-B06DBC02FFF5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0">
              <a:extLst>
                <a:ext uri="{FF2B5EF4-FFF2-40B4-BE49-F238E27FC236}">
                  <a16:creationId xmlns:a16="http://schemas.microsoft.com/office/drawing/2014/main" id="{1F431C7F-48EC-6216-AF8B-0B3FA08267AF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0">
              <a:extLst>
                <a:ext uri="{FF2B5EF4-FFF2-40B4-BE49-F238E27FC236}">
                  <a16:creationId xmlns:a16="http://schemas.microsoft.com/office/drawing/2014/main" id="{A1098186-4BB4-A742-A2EF-B120CC6C013F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0">
              <a:extLst>
                <a:ext uri="{FF2B5EF4-FFF2-40B4-BE49-F238E27FC236}">
                  <a16:creationId xmlns:a16="http://schemas.microsoft.com/office/drawing/2014/main" id="{06C895B7-21DA-B378-C4E1-D252752C320F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0">
              <a:extLst>
                <a:ext uri="{FF2B5EF4-FFF2-40B4-BE49-F238E27FC236}">
                  <a16:creationId xmlns:a16="http://schemas.microsoft.com/office/drawing/2014/main" id="{D8602507-5E14-D331-5A3B-C69DE4BD203C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0">
              <a:extLst>
                <a:ext uri="{FF2B5EF4-FFF2-40B4-BE49-F238E27FC236}">
                  <a16:creationId xmlns:a16="http://schemas.microsoft.com/office/drawing/2014/main" id="{1D7FC1A4-BE5A-00B8-5E46-3F43D9798D05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0">
              <a:extLst>
                <a:ext uri="{FF2B5EF4-FFF2-40B4-BE49-F238E27FC236}">
                  <a16:creationId xmlns:a16="http://schemas.microsoft.com/office/drawing/2014/main" id="{9E621C0A-FFE2-C247-ABAE-307A4E923812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0">
              <a:extLst>
                <a:ext uri="{FF2B5EF4-FFF2-40B4-BE49-F238E27FC236}">
                  <a16:creationId xmlns:a16="http://schemas.microsoft.com/office/drawing/2014/main" id="{31C1A49A-908D-8D3C-48E1-C69CACEAA900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0">
              <a:extLst>
                <a:ext uri="{FF2B5EF4-FFF2-40B4-BE49-F238E27FC236}">
                  <a16:creationId xmlns:a16="http://schemas.microsoft.com/office/drawing/2014/main" id="{4A206ED3-29B3-E5D3-A403-15527A24792A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>
              <a:extLst>
                <a:ext uri="{FF2B5EF4-FFF2-40B4-BE49-F238E27FC236}">
                  <a16:creationId xmlns:a16="http://schemas.microsoft.com/office/drawing/2014/main" id="{B4EFB0B6-0B44-40D8-3542-821C392C57AC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0">
              <a:extLst>
                <a:ext uri="{FF2B5EF4-FFF2-40B4-BE49-F238E27FC236}">
                  <a16:creationId xmlns:a16="http://schemas.microsoft.com/office/drawing/2014/main" id="{F6FED180-5DBC-7A21-6FAF-0ACB407A246E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0">
              <a:extLst>
                <a:ext uri="{FF2B5EF4-FFF2-40B4-BE49-F238E27FC236}">
                  <a16:creationId xmlns:a16="http://schemas.microsoft.com/office/drawing/2014/main" id="{E9ADC820-DD81-6EAD-306B-1C3233B464AB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0">
              <a:extLst>
                <a:ext uri="{FF2B5EF4-FFF2-40B4-BE49-F238E27FC236}">
                  <a16:creationId xmlns:a16="http://schemas.microsoft.com/office/drawing/2014/main" id="{71EB8482-88B2-E35F-D56E-40A3D2A2EEAE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0">
              <a:extLst>
                <a:ext uri="{FF2B5EF4-FFF2-40B4-BE49-F238E27FC236}">
                  <a16:creationId xmlns:a16="http://schemas.microsoft.com/office/drawing/2014/main" id="{B57B52B2-748F-F689-7DBE-AF4958031219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0">
              <a:extLst>
                <a:ext uri="{FF2B5EF4-FFF2-40B4-BE49-F238E27FC236}">
                  <a16:creationId xmlns:a16="http://schemas.microsoft.com/office/drawing/2014/main" id="{5A573EE5-CE69-CF58-231B-1B0EA40765AA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0">
              <a:extLst>
                <a:ext uri="{FF2B5EF4-FFF2-40B4-BE49-F238E27FC236}">
                  <a16:creationId xmlns:a16="http://schemas.microsoft.com/office/drawing/2014/main" id="{F8B51D23-214A-27F2-D2A5-4890F9A8B879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>
              <a:extLst>
                <a:ext uri="{FF2B5EF4-FFF2-40B4-BE49-F238E27FC236}">
                  <a16:creationId xmlns:a16="http://schemas.microsoft.com/office/drawing/2014/main" id="{A66C52B5-CD08-97BD-3673-76EAF774AE68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>
              <a:extLst>
                <a:ext uri="{FF2B5EF4-FFF2-40B4-BE49-F238E27FC236}">
                  <a16:creationId xmlns:a16="http://schemas.microsoft.com/office/drawing/2014/main" id="{F1FEE9DC-0ADE-FF06-5C45-615AEA5B4071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>
              <a:extLst>
                <a:ext uri="{FF2B5EF4-FFF2-40B4-BE49-F238E27FC236}">
                  <a16:creationId xmlns:a16="http://schemas.microsoft.com/office/drawing/2014/main" id="{9C37BD29-21D0-E989-0473-1F1297E5644F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>
              <a:extLst>
                <a:ext uri="{FF2B5EF4-FFF2-40B4-BE49-F238E27FC236}">
                  <a16:creationId xmlns:a16="http://schemas.microsoft.com/office/drawing/2014/main" id="{521AE722-E55C-6431-AB80-7F7B5E2F3BC7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FCB433E-47C0-842A-BE02-277AFBF35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844" y="523060"/>
            <a:ext cx="2822693" cy="2566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38A11-65D5-A844-8B29-FCC9B9B27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318" y="2372683"/>
            <a:ext cx="3590855" cy="134123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625D20-682F-A814-CB4F-90F737CC7E8D}"/>
              </a:ext>
            </a:extLst>
          </p:cNvPr>
          <p:cNvSpPr/>
          <p:nvPr/>
        </p:nvSpPr>
        <p:spPr>
          <a:xfrm rot="5400000">
            <a:off x="1406659" y="-8143658"/>
            <a:ext cx="70432" cy="7549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Google Shape;2275;p66">
            <a:extLst>
              <a:ext uri="{FF2B5EF4-FFF2-40B4-BE49-F238E27FC236}">
                <a16:creationId xmlns:a16="http://schemas.microsoft.com/office/drawing/2014/main" id="{E9407085-441D-5015-3EFE-BEF36036BB42}"/>
              </a:ext>
            </a:extLst>
          </p:cNvPr>
          <p:cNvCxnSpPr>
            <a:cxnSpLocks/>
          </p:cNvCxnSpPr>
          <p:nvPr/>
        </p:nvCxnSpPr>
        <p:spPr>
          <a:xfrm flipV="1">
            <a:off x="1631552" y="-10210122"/>
            <a:ext cx="2032972" cy="342589"/>
          </a:xfrm>
          <a:prstGeom prst="bentConnector3">
            <a:avLst>
              <a:gd name="adj1" fmla="val 117884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" name="Google Shape;2275;p66">
            <a:extLst>
              <a:ext uri="{FF2B5EF4-FFF2-40B4-BE49-F238E27FC236}">
                <a16:creationId xmlns:a16="http://schemas.microsoft.com/office/drawing/2014/main" id="{A39772C5-2249-3ABB-15BA-89B58D10781D}"/>
              </a:ext>
            </a:extLst>
          </p:cNvPr>
          <p:cNvCxnSpPr>
            <a:cxnSpLocks/>
          </p:cNvCxnSpPr>
          <p:nvPr/>
        </p:nvCxnSpPr>
        <p:spPr>
          <a:xfrm flipV="1">
            <a:off x="1751859" y="-8313357"/>
            <a:ext cx="1727941" cy="305377"/>
          </a:xfrm>
          <a:prstGeom prst="bentConnector3">
            <a:avLst>
              <a:gd name="adj1" fmla="val 11222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" name="Google Shape;2275;p66">
            <a:extLst>
              <a:ext uri="{FF2B5EF4-FFF2-40B4-BE49-F238E27FC236}">
                <a16:creationId xmlns:a16="http://schemas.microsoft.com/office/drawing/2014/main" id="{1ABFBA24-7636-2829-A842-213F7C69221A}"/>
              </a:ext>
            </a:extLst>
          </p:cNvPr>
          <p:cNvCxnSpPr>
            <a:cxnSpLocks/>
          </p:cNvCxnSpPr>
          <p:nvPr/>
        </p:nvCxnSpPr>
        <p:spPr>
          <a:xfrm flipV="1">
            <a:off x="1853919" y="-6700672"/>
            <a:ext cx="1490414" cy="433490"/>
          </a:xfrm>
          <a:prstGeom prst="bentConnector3">
            <a:avLst>
              <a:gd name="adj1" fmla="val 107944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" name="Google Shape;1414;p52">
            <a:extLst>
              <a:ext uri="{FF2B5EF4-FFF2-40B4-BE49-F238E27FC236}">
                <a16:creationId xmlns:a16="http://schemas.microsoft.com/office/drawing/2014/main" id="{4A3A5F02-CE58-53B9-3F56-A037B70B67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11" y="-9463986"/>
            <a:ext cx="271631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Doctor Dashboard</a:t>
            </a:r>
            <a:endParaRPr dirty="0"/>
          </a:p>
        </p:txBody>
      </p:sp>
      <p:sp>
        <p:nvSpPr>
          <p:cNvPr id="16" name="Google Shape;1416;p52">
            <a:extLst>
              <a:ext uri="{FF2B5EF4-FFF2-40B4-BE49-F238E27FC236}">
                <a16:creationId xmlns:a16="http://schemas.microsoft.com/office/drawing/2014/main" id="{6BDCE9E1-1EBF-7BDB-A32B-DFBBDE0EF27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0820" y="-7631694"/>
            <a:ext cx="271631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General Dashboard</a:t>
            </a:r>
            <a:endParaRPr dirty="0"/>
          </a:p>
        </p:txBody>
      </p:sp>
      <p:sp>
        <p:nvSpPr>
          <p:cNvPr id="17" name="Google Shape;1418;p52">
            <a:extLst>
              <a:ext uri="{FF2B5EF4-FFF2-40B4-BE49-F238E27FC236}">
                <a16:creationId xmlns:a16="http://schemas.microsoft.com/office/drawing/2014/main" id="{3D201215-4300-7EB7-BC29-BE59CA267F92}"/>
              </a:ext>
            </a:extLst>
          </p:cNvPr>
          <p:cNvSpPr txBox="1">
            <a:spLocks/>
          </p:cNvSpPr>
          <p:nvPr/>
        </p:nvSpPr>
        <p:spPr>
          <a:xfrm>
            <a:off x="124344" y="-5880683"/>
            <a:ext cx="276278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Patient Dashboard</a:t>
            </a:r>
            <a:endParaRPr lang="en-US" dirty="0"/>
          </a:p>
        </p:txBody>
      </p:sp>
      <p:grpSp>
        <p:nvGrpSpPr>
          <p:cNvPr id="18" name="Google Shape;1420;p52">
            <a:extLst>
              <a:ext uri="{FF2B5EF4-FFF2-40B4-BE49-F238E27FC236}">
                <a16:creationId xmlns:a16="http://schemas.microsoft.com/office/drawing/2014/main" id="{4D81465C-D888-72A7-D9BE-F0EE698C6D15}"/>
              </a:ext>
            </a:extLst>
          </p:cNvPr>
          <p:cNvGrpSpPr/>
          <p:nvPr/>
        </p:nvGrpSpPr>
        <p:grpSpPr>
          <a:xfrm>
            <a:off x="1065091" y="-10192848"/>
            <a:ext cx="548913" cy="548913"/>
            <a:chOff x="1485491" y="1793271"/>
            <a:chExt cx="922233" cy="922233"/>
          </a:xfrm>
        </p:grpSpPr>
        <p:grpSp>
          <p:nvGrpSpPr>
            <p:cNvPr id="19" name="Google Shape;1421;p52">
              <a:extLst>
                <a:ext uri="{FF2B5EF4-FFF2-40B4-BE49-F238E27FC236}">
                  <a16:creationId xmlns:a16="http://schemas.microsoft.com/office/drawing/2014/main" id="{5ABC4DC2-1863-B1BD-1623-4BCC0FE31907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33" name="Google Shape;1422;p52">
                <a:extLst>
                  <a:ext uri="{FF2B5EF4-FFF2-40B4-BE49-F238E27FC236}">
                    <a16:creationId xmlns:a16="http://schemas.microsoft.com/office/drawing/2014/main" id="{490F98A7-FC9F-7B7A-DDE1-6E7CA3C4D628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423;p52">
                <a:extLst>
                  <a:ext uri="{FF2B5EF4-FFF2-40B4-BE49-F238E27FC236}">
                    <a16:creationId xmlns:a16="http://schemas.microsoft.com/office/drawing/2014/main" id="{12B0DEBF-D266-67D8-511F-F77706C52605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424;p52">
                <a:extLst>
                  <a:ext uri="{FF2B5EF4-FFF2-40B4-BE49-F238E27FC236}">
                    <a16:creationId xmlns:a16="http://schemas.microsoft.com/office/drawing/2014/main" id="{3C43D10B-8EA7-63C4-51C6-17A8B6475AFF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425;p52">
                <a:extLst>
                  <a:ext uri="{FF2B5EF4-FFF2-40B4-BE49-F238E27FC236}">
                    <a16:creationId xmlns:a16="http://schemas.microsoft.com/office/drawing/2014/main" id="{D0B574A8-0647-872F-0E89-D8D62948F50E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426;p52">
                <a:extLst>
                  <a:ext uri="{FF2B5EF4-FFF2-40B4-BE49-F238E27FC236}">
                    <a16:creationId xmlns:a16="http://schemas.microsoft.com/office/drawing/2014/main" id="{C3EE6599-43B7-A125-CB61-DB2541AB130B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427;p52">
                <a:extLst>
                  <a:ext uri="{FF2B5EF4-FFF2-40B4-BE49-F238E27FC236}">
                    <a16:creationId xmlns:a16="http://schemas.microsoft.com/office/drawing/2014/main" id="{3D0D20FF-9811-0338-5E27-2CB8E1B19266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428;p52">
                <a:extLst>
                  <a:ext uri="{FF2B5EF4-FFF2-40B4-BE49-F238E27FC236}">
                    <a16:creationId xmlns:a16="http://schemas.microsoft.com/office/drawing/2014/main" id="{F9C5A3D3-543B-5E81-59B1-8C253C1DF757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429;p52">
                <a:extLst>
                  <a:ext uri="{FF2B5EF4-FFF2-40B4-BE49-F238E27FC236}">
                    <a16:creationId xmlns:a16="http://schemas.microsoft.com/office/drawing/2014/main" id="{0C53EDFF-B669-B917-EF02-D689637B3737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430;p52">
                <a:extLst>
                  <a:ext uri="{FF2B5EF4-FFF2-40B4-BE49-F238E27FC236}">
                    <a16:creationId xmlns:a16="http://schemas.microsoft.com/office/drawing/2014/main" id="{4F71AA5C-72BC-6744-B55E-993529E9C89F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431;p52">
                <a:extLst>
                  <a:ext uri="{FF2B5EF4-FFF2-40B4-BE49-F238E27FC236}">
                    <a16:creationId xmlns:a16="http://schemas.microsoft.com/office/drawing/2014/main" id="{5D64FCF9-F2C2-1627-8632-61A635109F50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432;p52">
                <a:extLst>
                  <a:ext uri="{FF2B5EF4-FFF2-40B4-BE49-F238E27FC236}">
                    <a16:creationId xmlns:a16="http://schemas.microsoft.com/office/drawing/2014/main" id="{519BE940-4721-90A3-D3B1-B98930C40A4A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433;p52">
                <a:extLst>
                  <a:ext uri="{FF2B5EF4-FFF2-40B4-BE49-F238E27FC236}">
                    <a16:creationId xmlns:a16="http://schemas.microsoft.com/office/drawing/2014/main" id="{EE9587D9-BBA0-AE8F-F29E-572EEB3AA454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434;p52">
              <a:extLst>
                <a:ext uri="{FF2B5EF4-FFF2-40B4-BE49-F238E27FC236}">
                  <a16:creationId xmlns:a16="http://schemas.microsoft.com/office/drawing/2014/main" id="{268ACCE6-3407-6CC5-2050-30A8A3C4CD2A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21" name="Google Shape;1435;p52">
                <a:extLst>
                  <a:ext uri="{FF2B5EF4-FFF2-40B4-BE49-F238E27FC236}">
                    <a16:creationId xmlns:a16="http://schemas.microsoft.com/office/drawing/2014/main" id="{5855CFEB-F5E0-2F0A-20D1-57A1CAB00BC0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436;p52">
                <a:extLst>
                  <a:ext uri="{FF2B5EF4-FFF2-40B4-BE49-F238E27FC236}">
                    <a16:creationId xmlns:a16="http://schemas.microsoft.com/office/drawing/2014/main" id="{675B738F-79B4-E09B-F5AA-6D39E6DE052E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437;p52">
                <a:extLst>
                  <a:ext uri="{FF2B5EF4-FFF2-40B4-BE49-F238E27FC236}">
                    <a16:creationId xmlns:a16="http://schemas.microsoft.com/office/drawing/2014/main" id="{D2140075-D62C-900A-67E5-CED93DA6B3D0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438;p52">
                <a:extLst>
                  <a:ext uri="{FF2B5EF4-FFF2-40B4-BE49-F238E27FC236}">
                    <a16:creationId xmlns:a16="http://schemas.microsoft.com/office/drawing/2014/main" id="{A3C759FD-886C-1D28-DB65-383127FFC968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439;p52">
                <a:extLst>
                  <a:ext uri="{FF2B5EF4-FFF2-40B4-BE49-F238E27FC236}">
                    <a16:creationId xmlns:a16="http://schemas.microsoft.com/office/drawing/2014/main" id="{D81DC017-A7A3-75D9-20F4-1BF32AB80E74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440;p52">
                <a:extLst>
                  <a:ext uri="{FF2B5EF4-FFF2-40B4-BE49-F238E27FC236}">
                    <a16:creationId xmlns:a16="http://schemas.microsoft.com/office/drawing/2014/main" id="{8B33997C-64C3-35B1-234A-EFBB58340351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441;p52">
                <a:extLst>
                  <a:ext uri="{FF2B5EF4-FFF2-40B4-BE49-F238E27FC236}">
                    <a16:creationId xmlns:a16="http://schemas.microsoft.com/office/drawing/2014/main" id="{74CDAB23-53E1-F68B-5C29-F5E20C1C5FC5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442;p52">
                <a:extLst>
                  <a:ext uri="{FF2B5EF4-FFF2-40B4-BE49-F238E27FC236}">
                    <a16:creationId xmlns:a16="http://schemas.microsoft.com/office/drawing/2014/main" id="{57B0A7AC-1E3C-851A-AD5F-077F1ED9CDC8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443;p52">
                <a:extLst>
                  <a:ext uri="{FF2B5EF4-FFF2-40B4-BE49-F238E27FC236}">
                    <a16:creationId xmlns:a16="http://schemas.microsoft.com/office/drawing/2014/main" id="{AE736998-6796-2457-3665-A0739979FC1A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444;p52">
                <a:extLst>
                  <a:ext uri="{FF2B5EF4-FFF2-40B4-BE49-F238E27FC236}">
                    <a16:creationId xmlns:a16="http://schemas.microsoft.com/office/drawing/2014/main" id="{61C4B0DF-0558-36B2-0450-CC390D1E7AEE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445;p52">
                <a:extLst>
                  <a:ext uri="{FF2B5EF4-FFF2-40B4-BE49-F238E27FC236}">
                    <a16:creationId xmlns:a16="http://schemas.microsoft.com/office/drawing/2014/main" id="{27FC2E67-8F58-D19E-19FB-9DF871E9F485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446;p52">
                <a:extLst>
                  <a:ext uri="{FF2B5EF4-FFF2-40B4-BE49-F238E27FC236}">
                    <a16:creationId xmlns:a16="http://schemas.microsoft.com/office/drawing/2014/main" id="{1C4FC76D-14DF-C3C7-B791-C162E0FB8F02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" name="Google Shape;1447;p52">
            <a:extLst>
              <a:ext uri="{FF2B5EF4-FFF2-40B4-BE49-F238E27FC236}">
                <a16:creationId xmlns:a16="http://schemas.microsoft.com/office/drawing/2014/main" id="{ABDB4A02-0661-D5FC-C667-92B6ACF41576}"/>
              </a:ext>
            </a:extLst>
          </p:cNvPr>
          <p:cNvGrpSpPr/>
          <p:nvPr/>
        </p:nvGrpSpPr>
        <p:grpSpPr>
          <a:xfrm>
            <a:off x="1136498" y="-8313357"/>
            <a:ext cx="672978" cy="548886"/>
            <a:chOff x="4104607" y="1938037"/>
            <a:chExt cx="953227" cy="777459"/>
          </a:xfrm>
        </p:grpSpPr>
        <p:grpSp>
          <p:nvGrpSpPr>
            <p:cNvPr id="46" name="Google Shape;1448;p52">
              <a:extLst>
                <a:ext uri="{FF2B5EF4-FFF2-40B4-BE49-F238E27FC236}">
                  <a16:creationId xmlns:a16="http://schemas.microsoft.com/office/drawing/2014/main" id="{F739A51A-3EC3-960C-14B6-45EEEE5F5716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53" name="Google Shape;1449;p52">
                <a:extLst>
                  <a:ext uri="{FF2B5EF4-FFF2-40B4-BE49-F238E27FC236}">
                    <a16:creationId xmlns:a16="http://schemas.microsoft.com/office/drawing/2014/main" id="{D30535F8-2DFB-7C2C-8B87-335B24F77BA4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450;p52">
                <a:extLst>
                  <a:ext uri="{FF2B5EF4-FFF2-40B4-BE49-F238E27FC236}">
                    <a16:creationId xmlns:a16="http://schemas.microsoft.com/office/drawing/2014/main" id="{08F70680-2A71-04A0-BD0D-A67A73CB37BE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451;p52">
                <a:extLst>
                  <a:ext uri="{FF2B5EF4-FFF2-40B4-BE49-F238E27FC236}">
                    <a16:creationId xmlns:a16="http://schemas.microsoft.com/office/drawing/2014/main" id="{CF09F9E4-A231-A28C-AD78-A96BA9C2D7FC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452;p52">
                <a:extLst>
                  <a:ext uri="{FF2B5EF4-FFF2-40B4-BE49-F238E27FC236}">
                    <a16:creationId xmlns:a16="http://schemas.microsoft.com/office/drawing/2014/main" id="{A2B819E6-F794-6142-1171-04936FC0132C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453;p52">
                <a:extLst>
                  <a:ext uri="{FF2B5EF4-FFF2-40B4-BE49-F238E27FC236}">
                    <a16:creationId xmlns:a16="http://schemas.microsoft.com/office/drawing/2014/main" id="{24F84E86-E1D1-64D5-06BF-B75697B5305E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1454;p52">
              <a:extLst>
                <a:ext uri="{FF2B5EF4-FFF2-40B4-BE49-F238E27FC236}">
                  <a16:creationId xmlns:a16="http://schemas.microsoft.com/office/drawing/2014/main" id="{0827CA4A-34F2-9454-FDA2-1BF28D1801A2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48" name="Google Shape;1455;p52">
                <a:extLst>
                  <a:ext uri="{FF2B5EF4-FFF2-40B4-BE49-F238E27FC236}">
                    <a16:creationId xmlns:a16="http://schemas.microsoft.com/office/drawing/2014/main" id="{3FE8CEC3-92C0-3D2C-C879-31E4F113F773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456;p52">
                <a:extLst>
                  <a:ext uri="{FF2B5EF4-FFF2-40B4-BE49-F238E27FC236}">
                    <a16:creationId xmlns:a16="http://schemas.microsoft.com/office/drawing/2014/main" id="{E1B128A9-0D7E-ABC2-9AD8-9885C9CD1725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457;p52">
                <a:extLst>
                  <a:ext uri="{FF2B5EF4-FFF2-40B4-BE49-F238E27FC236}">
                    <a16:creationId xmlns:a16="http://schemas.microsoft.com/office/drawing/2014/main" id="{92B3BCC2-DA77-13CA-A383-637A001916AB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458;p52">
                <a:extLst>
                  <a:ext uri="{FF2B5EF4-FFF2-40B4-BE49-F238E27FC236}">
                    <a16:creationId xmlns:a16="http://schemas.microsoft.com/office/drawing/2014/main" id="{8D8624D8-CAD3-CB17-B5BC-55EF4202D572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459;p52">
                <a:extLst>
                  <a:ext uri="{FF2B5EF4-FFF2-40B4-BE49-F238E27FC236}">
                    <a16:creationId xmlns:a16="http://schemas.microsoft.com/office/drawing/2014/main" id="{9A3B633B-0C33-5590-6C2A-F9594A074CA0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" name="Google Shape;1460;p52">
            <a:extLst>
              <a:ext uri="{FF2B5EF4-FFF2-40B4-BE49-F238E27FC236}">
                <a16:creationId xmlns:a16="http://schemas.microsoft.com/office/drawing/2014/main" id="{053E04C4-CE74-F38C-C69E-079034D41293}"/>
              </a:ext>
            </a:extLst>
          </p:cNvPr>
          <p:cNvGrpSpPr/>
          <p:nvPr/>
        </p:nvGrpSpPr>
        <p:grpSpPr>
          <a:xfrm>
            <a:off x="1176991" y="-6617580"/>
            <a:ext cx="672981" cy="662979"/>
            <a:chOff x="6802850" y="1938059"/>
            <a:chExt cx="789143" cy="777415"/>
          </a:xfrm>
        </p:grpSpPr>
        <p:grpSp>
          <p:nvGrpSpPr>
            <p:cNvPr id="59" name="Google Shape;1461;p52">
              <a:extLst>
                <a:ext uri="{FF2B5EF4-FFF2-40B4-BE49-F238E27FC236}">
                  <a16:creationId xmlns:a16="http://schemas.microsoft.com/office/drawing/2014/main" id="{6BE55E59-AE14-7B2E-0D60-CFD29BD14472}"/>
                </a:ext>
              </a:extLst>
            </p:cNvPr>
            <p:cNvGrpSpPr/>
            <p:nvPr/>
          </p:nvGrpSpPr>
          <p:grpSpPr>
            <a:xfrm>
              <a:off x="6802850" y="1938059"/>
              <a:ext cx="789143" cy="777402"/>
              <a:chOff x="1190625" y="276625"/>
              <a:chExt cx="5219200" cy="5141550"/>
            </a:xfrm>
          </p:grpSpPr>
          <p:sp>
            <p:nvSpPr>
              <p:cNvPr id="1358" name="Google Shape;1462;p52">
                <a:extLst>
                  <a:ext uri="{FF2B5EF4-FFF2-40B4-BE49-F238E27FC236}">
                    <a16:creationId xmlns:a16="http://schemas.microsoft.com/office/drawing/2014/main" id="{7CDBDA96-7A34-595C-9358-3771D6689C22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463;p52">
                <a:extLst>
                  <a:ext uri="{FF2B5EF4-FFF2-40B4-BE49-F238E27FC236}">
                    <a16:creationId xmlns:a16="http://schemas.microsoft.com/office/drawing/2014/main" id="{80ADCD51-86C1-3BB5-CB2A-3E777C1832BC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464;p52">
                <a:extLst>
                  <a:ext uri="{FF2B5EF4-FFF2-40B4-BE49-F238E27FC236}">
                    <a16:creationId xmlns:a16="http://schemas.microsoft.com/office/drawing/2014/main" id="{28F37870-F2C8-D6CE-AF8C-C9080CB441C6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465;p52">
                <a:extLst>
                  <a:ext uri="{FF2B5EF4-FFF2-40B4-BE49-F238E27FC236}">
                    <a16:creationId xmlns:a16="http://schemas.microsoft.com/office/drawing/2014/main" id="{C65A05FC-5DC6-3E0A-7238-A26CC0296FCA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466;p52">
                <a:extLst>
                  <a:ext uri="{FF2B5EF4-FFF2-40B4-BE49-F238E27FC236}">
                    <a16:creationId xmlns:a16="http://schemas.microsoft.com/office/drawing/2014/main" id="{2E4194B6-E432-F50D-124F-4AB900D0F194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467;p52">
                <a:extLst>
                  <a:ext uri="{FF2B5EF4-FFF2-40B4-BE49-F238E27FC236}">
                    <a16:creationId xmlns:a16="http://schemas.microsoft.com/office/drawing/2014/main" id="{B3F26267-1A14-A1DA-C756-3F68A08F2A46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468;p52">
                <a:extLst>
                  <a:ext uri="{FF2B5EF4-FFF2-40B4-BE49-F238E27FC236}">
                    <a16:creationId xmlns:a16="http://schemas.microsoft.com/office/drawing/2014/main" id="{B9EDDC01-DBA0-30CA-F7A8-F3FDB2E2657C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469;p52">
                <a:extLst>
                  <a:ext uri="{FF2B5EF4-FFF2-40B4-BE49-F238E27FC236}">
                    <a16:creationId xmlns:a16="http://schemas.microsoft.com/office/drawing/2014/main" id="{6426B5A3-48F8-CDE7-50DA-921B9948E73A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470;p52">
                <a:extLst>
                  <a:ext uri="{FF2B5EF4-FFF2-40B4-BE49-F238E27FC236}">
                    <a16:creationId xmlns:a16="http://schemas.microsoft.com/office/drawing/2014/main" id="{D426C8EE-4E34-D443-2F23-381D90EA081B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471;p52">
                <a:extLst>
                  <a:ext uri="{FF2B5EF4-FFF2-40B4-BE49-F238E27FC236}">
                    <a16:creationId xmlns:a16="http://schemas.microsoft.com/office/drawing/2014/main" id="{4D249428-F5D2-C6CD-6B98-F53E1D187890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472;p52">
                <a:extLst>
                  <a:ext uri="{FF2B5EF4-FFF2-40B4-BE49-F238E27FC236}">
                    <a16:creationId xmlns:a16="http://schemas.microsoft.com/office/drawing/2014/main" id="{244FD3B6-2890-9A5D-A02D-46CEC057B510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473;p52">
                <a:extLst>
                  <a:ext uri="{FF2B5EF4-FFF2-40B4-BE49-F238E27FC236}">
                    <a16:creationId xmlns:a16="http://schemas.microsoft.com/office/drawing/2014/main" id="{E01C7FEA-A38E-6607-B0F5-397173DC0933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474;p52">
                <a:extLst>
                  <a:ext uri="{FF2B5EF4-FFF2-40B4-BE49-F238E27FC236}">
                    <a16:creationId xmlns:a16="http://schemas.microsoft.com/office/drawing/2014/main" id="{C3DD1C8A-A820-FEAB-470C-4FC74E51BF73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475;p52">
                <a:extLst>
                  <a:ext uri="{FF2B5EF4-FFF2-40B4-BE49-F238E27FC236}">
                    <a16:creationId xmlns:a16="http://schemas.microsoft.com/office/drawing/2014/main" id="{2D7E9583-3FA2-F36E-1506-237E41D9D744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476;p52">
                <a:extLst>
                  <a:ext uri="{FF2B5EF4-FFF2-40B4-BE49-F238E27FC236}">
                    <a16:creationId xmlns:a16="http://schemas.microsoft.com/office/drawing/2014/main" id="{DE6751CC-FE41-6709-3E39-E03E51F81DC7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1477;p52">
              <a:extLst>
                <a:ext uri="{FF2B5EF4-FFF2-40B4-BE49-F238E27FC236}">
                  <a16:creationId xmlns:a16="http://schemas.microsoft.com/office/drawing/2014/main" id="{1DEE0607-3871-76E2-3C0B-BC82C8A7393E}"/>
                </a:ext>
              </a:extLst>
            </p:cNvPr>
            <p:cNvGrpSpPr/>
            <p:nvPr/>
          </p:nvGrpSpPr>
          <p:grpSpPr>
            <a:xfrm>
              <a:off x="6802850" y="1938071"/>
              <a:ext cx="789143" cy="777402"/>
              <a:chOff x="1190625" y="276625"/>
              <a:chExt cx="5219200" cy="5141550"/>
            </a:xfrm>
          </p:grpSpPr>
          <p:sp>
            <p:nvSpPr>
              <p:cNvPr id="61" name="Google Shape;1478;p52">
                <a:extLst>
                  <a:ext uri="{FF2B5EF4-FFF2-40B4-BE49-F238E27FC236}">
                    <a16:creationId xmlns:a16="http://schemas.microsoft.com/office/drawing/2014/main" id="{EEDA1C8C-31FF-0318-90E7-523CE13F9B31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479;p52">
                <a:extLst>
                  <a:ext uri="{FF2B5EF4-FFF2-40B4-BE49-F238E27FC236}">
                    <a16:creationId xmlns:a16="http://schemas.microsoft.com/office/drawing/2014/main" id="{62E6414C-106A-4786-9A2C-7D8C58A5776C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480;p52">
                <a:extLst>
                  <a:ext uri="{FF2B5EF4-FFF2-40B4-BE49-F238E27FC236}">
                    <a16:creationId xmlns:a16="http://schemas.microsoft.com/office/drawing/2014/main" id="{0AB95F98-14DE-D6AD-BEEE-36CD6838E41F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481;p52">
                <a:extLst>
                  <a:ext uri="{FF2B5EF4-FFF2-40B4-BE49-F238E27FC236}">
                    <a16:creationId xmlns:a16="http://schemas.microsoft.com/office/drawing/2014/main" id="{6D04D485-6E2E-E869-6846-65CC0EEB461E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482;p52">
                <a:extLst>
                  <a:ext uri="{FF2B5EF4-FFF2-40B4-BE49-F238E27FC236}">
                    <a16:creationId xmlns:a16="http://schemas.microsoft.com/office/drawing/2014/main" id="{C66B008B-112E-E9C7-085D-9D587F715C89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483;p52">
                <a:extLst>
                  <a:ext uri="{FF2B5EF4-FFF2-40B4-BE49-F238E27FC236}">
                    <a16:creationId xmlns:a16="http://schemas.microsoft.com/office/drawing/2014/main" id="{7F1A95D1-BA3A-1D9B-54F8-5CFD0FEC7809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484;p52">
                <a:extLst>
                  <a:ext uri="{FF2B5EF4-FFF2-40B4-BE49-F238E27FC236}">
                    <a16:creationId xmlns:a16="http://schemas.microsoft.com/office/drawing/2014/main" id="{63B31086-DFF6-7D0C-40EA-E1189710378E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485;p52">
                <a:extLst>
                  <a:ext uri="{FF2B5EF4-FFF2-40B4-BE49-F238E27FC236}">
                    <a16:creationId xmlns:a16="http://schemas.microsoft.com/office/drawing/2014/main" id="{3088F485-59C2-E412-E81C-0427B501E398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486;p52">
                <a:extLst>
                  <a:ext uri="{FF2B5EF4-FFF2-40B4-BE49-F238E27FC236}">
                    <a16:creationId xmlns:a16="http://schemas.microsoft.com/office/drawing/2014/main" id="{8A9F0F74-F823-B04B-9C77-D99B06D11E7B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487;p52">
                <a:extLst>
                  <a:ext uri="{FF2B5EF4-FFF2-40B4-BE49-F238E27FC236}">
                    <a16:creationId xmlns:a16="http://schemas.microsoft.com/office/drawing/2014/main" id="{6638AFFE-D471-6EA7-6785-01D391463F76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488;p52">
                <a:extLst>
                  <a:ext uri="{FF2B5EF4-FFF2-40B4-BE49-F238E27FC236}">
                    <a16:creationId xmlns:a16="http://schemas.microsoft.com/office/drawing/2014/main" id="{8689DB55-2603-EE01-A647-DC7FF40DAB05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489;p52">
                <a:extLst>
                  <a:ext uri="{FF2B5EF4-FFF2-40B4-BE49-F238E27FC236}">
                    <a16:creationId xmlns:a16="http://schemas.microsoft.com/office/drawing/2014/main" id="{45AB8B54-3B86-7D12-A3BB-06931B136E78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490;p52">
                <a:extLst>
                  <a:ext uri="{FF2B5EF4-FFF2-40B4-BE49-F238E27FC236}">
                    <a16:creationId xmlns:a16="http://schemas.microsoft.com/office/drawing/2014/main" id="{E89BFDC3-4767-82F2-F40E-1DD08484993F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491;p52">
                <a:extLst>
                  <a:ext uri="{FF2B5EF4-FFF2-40B4-BE49-F238E27FC236}">
                    <a16:creationId xmlns:a16="http://schemas.microsoft.com/office/drawing/2014/main" id="{AEDB4ABE-8C6B-DF87-F1F1-57E2FC27906A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492;p52">
                <a:extLst>
                  <a:ext uri="{FF2B5EF4-FFF2-40B4-BE49-F238E27FC236}">
                    <a16:creationId xmlns:a16="http://schemas.microsoft.com/office/drawing/2014/main" id="{02F5D60B-81BE-0DBE-AD72-BAE4DBB98083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73" name="Picture 2">
            <a:extLst>
              <a:ext uri="{FF2B5EF4-FFF2-40B4-BE49-F238E27FC236}">
                <a16:creationId xmlns:a16="http://schemas.microsoft.com/office/drawing/2014/main" id="{13687C6B-B0B2-05AF-53EF-4B4D325DF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523" y="-10644550"/>
            <a:ext cx="4687843" cy="188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4" name="Picture 4">
            <a:extLst>
              <a:ext uri="{FF2B5EF4-FFF2-40B4-BE49-F238E27FC236}">
                <a16:creationId xmlns:a16="http://schemas.microsoft.com/office/drawing/2014/main" id="{F6A195B7-9173-66DA-9475-A9013BFAF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480" y="-7092201"/>
            <a:ext cx="5873329" cy="174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5" name="Picture 6">
            <a:extLst>
              <a:ext uri="{FF2B5EF4-FFF2-40B4-BE49-F238E27FC236}">
                <a16:creationId xmlns:a16="http://schemas.microsoft.com/office/drawing/2014/main" id="{0C02D902-73BE-03BE-92F0-72D096255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61" y="-8665762"/>
            <a:ext cx="5976809" cy="157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39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êu đề 6">
            <a:extLst>
              <a:ext uri="{FF2B5EF4-FFF2-40B4-BE49-F238E27FC236}">
                <a16:creationId xmlns:a16="http://schemas.microsoft.com/office/drawing/2014/main" id="{4FA5F10B-F981-682B-C5D1-FC0F7AA2DB03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4948930" y="1835250"/>
            <a:ext cx="4033478" cy="457200"/>
          </a:xfrm>
        </p:spPr>
        <p:txBody>
          <a:bodyPr/>
          <a:lstStyle/>
          <a:p>
            <a:r>
              <a:rPr lang="en-US" sz="1800" dirty="0"/>
              <a:t>Doctor – ACCOUNT Relationship</a:t>
            </a:r>
            <a:endParaRPr lang="vi-VN" sz="1800" dirty="0"/>
          </a:p>
        </p:txBody>
      </p:sp>
      <p:sp>
        <p:nvSpPr>
          <p:cNvPr id="11" name="Tiêu đề 10">
            <a:extLst>
              <a:ext uri="{FF2B5EF4-FFF2-40B4-BE49-F238E27FC236}">
                <a16:creationId xmlns:a16="http://schemas.microsoft.com/office/drawing/2014/main" id="{568E712E-C0FD-0D1A-1169-4DDE14714C55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286512" y="377376"/>
            <a:ext cx="8327136" cy="1316818"/>
          </a:xfrm>
        </p:spPr>
        <p:txBody>
          <a:bodyPr/>
          <a:lstStyle/>
          <a:p>
            <a:r>
              <a:rPr lang="en-US" sz="4000" dirty="0"/>
              <a:t>User Authentication Relationship</a:t>
            </a:r>
            <a:endParaRPr lang="vi-VN" sz="4000" dirty="0"/>
          </a:p>
        </p:txBody>
      </p:sp>
      <p:sp>
        <p:nvSpPr>
          <p:cNvPr id="13" name="Tiêu đề 12">
            <a:extLst>
              <a:ext uri="{FF2B5EF4-FFF2-40B4-BE49-F238E27FC236}">
                <a16:creationId xmlns:a16="http://schemas.microsoft.com/office/drawing/2014/main" id="{32E71CF9-7792-9F4C-D90D-FA769514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92" y="1835250"/>
            <a:ext cx="4032456" cy="457200"/>
          </a:xfrm>
        </p:spPr>
        <p:txBody>
          <a:bodyPr/>
          <a:lstStyle/>
          <a:p>
            <a:r>
              <a:rPr lang="en-US" sz="1800" dirty="0"/>
              <a:t>Patient – ACCOUNT Relationship</a:t>
            </a:r>
            <a:endParaRPr lang="vi-VN" sz="1800" dirty="0"/>
          </a:p>
        </p:txBody>
      </p:sp>
      <p:sp>
        <p:nvSpPr>
          <p:cNvPr id="15" name="Tiêu đề phụ 14">
            <a:extLst>
              <a:ext uri="{FF2B5EF4-FFF2-40B4-BE49-F238E27FC236}">
                <a16:creationId xmlns:a16="http://schemas.microsoft.com/office/drawing/2014/main" id="{2892A52D-FA6B-AC01-9D69-2AB69B82F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4528" y="2360882"/>
            <a:ext cx="4864608" cy="2101389"/>
          </a:xfrm>
        </p:spPr>
        <p:txBody>
          <a:bodyPr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Each patient must have a unique account to log in and manage their information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</a:t>
            </a:r>
            <a:r>
              <a:rPr lang="en-US" sz="1800" b="1" dirty="0">
                <a:solidFill>
                  <a:schemeClr val="accent4"/>
                </a:solidFill>
                <a:latin typeface="Itim"/>
              </a:rPr>
              <a:t>Foreign Key(FK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): </a:t>
            </a:r>
            <a:r>
              <a:rPr lang="en-US" sz="1800" dirty="0" err="1">
                <a:solidFill>
                  <a:schemeClr val="accent4"/>
                </a:solidFill>
                <a:latin typeface="Itim"/>
              </a:rPr>
              <a:t>Patients.account_id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 references </a:t>
            </a:r>
            <a:r>
              <a:rPr lang="en-US" sz="1800" dirty="0" err="1">
                <a:solidFill>
                  <a:schemeClr val="accent4"/>
                </a:solidFill>
                <a:latin typeface="Itim"/>
              </a:rPr>
              <a:t>ACCOUNT.account_id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</a:t>
            </a:r>
            <a:r>
              <a:rPr lang="en-US" sz="1800" b="1" dirty="0">
                <a:solidFill>
                  <a:schemeClr val="accent4"/>
                </a:solidFill>
                <a:latin typeface="Itim"/>
              </a:rPr>
              <a:t>Cardinality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: 1:1 (One account links to one patient, and vice versa).</a:t>
            </a:r>
          </a:p>
          <a:p>
            <a:endParaRPr lang="vi-VN" sz="1600" dirty="0">
              <a:solidFill>
                <a:schemeClr val="accent4"/>
              </a:solidFill>
              <a:latin typeface="Itim"/>
            </a:endParaRPr>
          </a:p>
        </p:txBody>
      </p:sp>
      <p:sp>
        <p:nvSpPr>
          <p:cNvPr id="28" name="Tiêu đề phụ 14">
            <a:extLst>
              <a:ext uri="{FF2B5EF4-FFF2-40B4-BE49-F238E27FC236}">
                <a16:creationId xmlns:a16="http://schemas.microsoft.com/office/drawing/2014/main" id="{3EEA7A99-3379-72EE-A607-F79D112A8B78}"/>
              </a:ext>
            </a:extLst>
          </p:cNvPr>
          <p:cNvSpPr txBox="1">
            <a:spLocks/>
          </p:cNvSpPr>
          <p:nvPr/>
        </p:nvSpPr>
        <p:spPr>
          <a:xfrm>
            <a:off x="4194048" y="2344324"/>
            <a:ext cx="5193792" cy="247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rgbClr val="242424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Similarly, each doctor in the system also needs an account to access related functions.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</a:t>
            </a:r>
            <a:r>
              <a:rPr lang="en-US" sz="1800" b="1" dirty="0">
                <a:solidFill>
                  <a:schemeClr val="accent4"/>
                </a:solidFill>
                <a:latin typeface="Itim"/>
              </a:rPr>
              <a:t>Foreign Key(FK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): </a:t>
            </a:r>
            <a:r>
              <a:rPr lang="en-US" sz="1800" dirty="0" err="1">
                <a:solidFill>
                  <a:schemeClr val="accent4"/>
                </a:solidFill>
                <a:latin typeface="Itim"/>
              </a:rPr>
              <a:t>Doctor.account_id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 references 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</a:t>
            </a:r>
            <a:r>
              <a:rPr lang="en-US" sz="1800" dirty="0" err="1">
                <a:solidFill>
                  <a:schemeClr val="accent4"/>
                </a:solidFill>
                <a:latin typeface="Itim"/>
              </a:rPr>
              <a:t>ACCOUNT.account_id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chemeClr val="accent4"/>
                </a:solidFill>
                <a:latin typeface="Itim"/>
              </a:rPr>
              <a:t>	</a:t>
            </a:r>
            <a:r>
              <a:rPr lang="en-US" sz="1800" b="1" dirty="0">
                <a:solidFill>
                  <a:schemeClr val="accent4"/>
                </a:solidFill>
                <a:latin typeface="Itim"/>
              </a:rPr>
              <a:t>Cardinality</a:t>
            </a:r>
            <a:r>
              <a:rPr lang="en-US" sz="1800" dirty="0">
                <a:solidFill>
                  <a:schemeClr val="accent4"/>
                </a:solidFill>
                <a:latin typeface="Itim"/>
              </a:rPr>
              <a:t>: 1:1 (One account links to one doctor, and vice versa).</a:t>
            </a:r>
          </a:p>
          <a:p>
            <a:endParaRPr lang="vi-VN" sz="1600" dirty="0">
              <a:solidFill>
                <a:schemeClr val="accent4"/>
              </a:solidFill>
              <a:latin typeface="Itim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2FFCCF-7CAC-0B96-2F09-1FF29DF4A047}"/>
              </a:ext>
            </a:extLst>
          </p:cNvPr>
          <p:cNvSpPr/>
          <p:nvPr/>
        </p:nvSpPr>
        <p:spPr>
          <a:xfrm rot="5400000">
            <a:off x="23386641" y="-13571043"/>
            <a:ext cx="12508576" cy="3128902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283;p50">
            <a:extLst>
              <a:ext uri="{FF2B5EF4-FFF2-40B4-BE49-F238E27FC236}">
                <a16:creationId xmlns:a16="http://schemas.microsoft.com/office/drawing/2014/main" id="{609E4FE2-053A-9F98-B0AE-9E4CBF98A062}"/>
              </a:ext>
            </a:extLst>
          </p:cNvPr>
          <p:cNvSpPr txBox="1">
            <a:spLocks/>
          </p:cNvSpPr>
          <p:nvPr/>
        </p:nvSpPr>
        <p:spPr>
          <a:xfrm rot="1317118">
            <a:off x="20991703" y="3360828"/>
            <a:ext cx="4024924" cy="16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rgbClr val="242424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ind Siliguri"/>
              <a:buNone/>
              <a:defRPr sz="1400" b="0" i="0" u="none" strike="noStrike" cap="none">
                <a:solidFill>
                  <a:schemeClr val="accent2"/>
                </a:solidFill>
                <a:latin typeface="Hind Siliguri"/>
                <a:ea typeface="Hind Siliguri"/>
                <a:cs typeface="Hind Siliguri"/>
                <a:sym typeface="Hind Siliguri"/>
              </a:defRPr>
            </a:lvl9pPr>
          </a:lstStyle>
          <a:p>
            <a:pPr marL="0" indent="0" algn="ctr"/>
            <a:r>
              <a:rPr lang="en-US" dirty="0"/>
              <a:t>This section describes how user accounts are linked to patient and doctor profiles, ensuring each user has a unique identity in the system</a:t>
            </a:r>
          </a:p>
        </p:txBody>
      </p:sp>
      <p:grpSp>
        <p:nvGrpSpPr>
          <p:cNvPr id="4" name="Google Shape;1284;p50">
            <a:extLst>
              <a:ext uri="{FF2B5EF4-FFF2-40B4-BE49-F238E27FC236}">
                <a16:creationId xmlns:a16="http://schemas.microsoft.com/office/drawing/2014/main" id="{BB9791F7-AB74-F90A-47FE-E8E001DB657C}"/>
              </a:ext>
            </a:extLst>
          </p:cNvPr>
          <p:cNvGrpSpPr/>
          <p:nvPr/>
        </p:nvGrpSpPr>
        <p:grpSpPr>
          <a:xfrm rot="1069375">
            <a:off x="17541849" y="1379453"/>
            <a:ext cx="2832110" cy="2536999"/>
            <a:chOff x="474325" y="2953825"/>
            <a:chExt cx="1862250" cy="1668200"/>
          </a:xfrm>
        </p:grpSpPr>
        <p:sp>
          <p:nvSpPr>
            <p:cNvPr id="5" name="Google Shape;1285;p50">
              <a:extLst>
                <a:ext uri="{FF2B5EF4-FFF2-40B4-BE49-F238E27FC236}">
                  <a16:creationId xmlns:a16="http://schemas.microsoft.com/office/drawing/2014/main" id="{5FD3860A-ACA7-BBDB-06F9-4855A9BDC594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86;p50">
              <a:extLst>
                <a:ext uri="{FF2B5EF4-FFF2-40B4-BE49-F238E27FC236}">
                  <a16:creationId xmlns:a16="http://schemas.microsoft.com/office/drawing/2014/main" id="{79C8B701-BEE3-4092-BEB5-D31DE5F8DB0F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7;p50">
              <a:extLst>
                <a:ext uri="{FF2B5EF4-FFF2-40B4-BE49-F238E27FC236}">
                  <a16:creationId xmlns:a16="http://schemas.microsoft.com/office/drawing/2014/main" id="{23EDC803-126E-A817-F93D-F9ADADD2E992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88;p50">
              <a:extLst>
                <a:ext uri="{FF2B5EF4-FFF2-40B4-BE49-F238E27FC236}">
                  <a16:creationId xmlns:a16="http://schemas.microsoft.com/office/drawing/2014/main" id="{BAF75475-139F-86A4-C8B0-2267144BF2EE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89;p50">
              <a:extLst>
                <a:ext uri="{FF2B5EF4-FFF2-40B4-BE49-F238E27FC236}">
                  <a16:creationId xmlns:a16="http://schemas.microsoft.com/office/drawing/2014/main" id="{71DE40DA-D820-4082-ED1D-D28394B86365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90;p50">
              <a:extLst>
                <a:ext uri="{FF2B5EF4-FFF2-40B4-BE49-F238E27FC236}">
                  <a16:creationId xmlns:a16="http://schemas.microsoft.com/office/drawing/2014/main" id="{4A6F750F-0FBD-88D6-FC6D-DDE075AF5C38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91;p50">
              <a:extLst>
                <a:ext uri="{FF2B5EF4-FFF2-40B4-BE49-F238E27FC236}">
                  <a16:creationId xmlns:a16="http://schemas.microsoft.com/office/drawing/2014/main" id="{3E4E2639-6A97-560E-D8D9-095CA972886E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92;p50">
              <a:extLst>
                <a:ext uri="{FF2B5EF4-FFF2-40B4-BE49-F238E27FC236}">
                  <a16:creationId xmlns:a16="http://schemas.microsoft.com/office/drawing/2014/main" id="{C107B6FC-09D8-A064-D8F9-82BDA2F355FE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93;p50">
              <a:extLst>
                <a:ext uri="{FF2B5EF4-FFF2-40B4-BE49-F238E27FC236}">
                  <a16:creationId xmlns:a16="http://schemas.microsoft.com/office/drawing/2014/main" id="{7E21168F-A973-EA7F-08D3-6F5A47642A06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94;p50">
              <a:extLst>
                <a:ext uri="{FF2B5EF4-FFF2-40B4-BE49-F238E27FC236}">
                  <a16:creationId xmlns:a16="http://schemas.microsoft.com/office/drawing/2014/main" id="{830CA15F-B9DC-42ED-6306-7B70A8942F5B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95;p50">
              <a:extLst>
                <a:ext uri="{FF2B5EF4-FFF2-40B4-BE49-F238E27FC236}">
                  <a16:creationId xmlns:a16="http://schemas.microsoft.com/office/drawing/2014/main" id="{3E0ABF74-9B4D-D297-4D2D-9C8009CFEB14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96;p50">
              <a:extLst>
                <a:ext uri="{FF2B5EF4-FFF2-40B4-BE49-F238E27FC236}">
                  <a16:creationId xmlns:a16="http://schemas.microsoft.com/office/drawing/2014/main" id="{9B25E816-B72A-0925-95CC-2BD3B67330E0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97;p50">
              <a:extLst>
                <a:ext uri="{FF2B5EF4-FFF2-40B4-BE49-F238E27FC236}">
                  <a16:creationId xmlns:a16="http://schemas.microsoft.com/office/drawing/2014/main" id="{EA23EC4F-3263-8E09-221D-4C3CE15CD19F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98;p50">
              <a:extLst>
                <a:ext uri="{FF2B5EF4-FFF2-40B4-BE49-F238E27FC236}">
                  <a16:creationId xmlns:a16="http://schemas.microsoft.com/office/drawing/2014/main" id="{950B9D27-3A01-BA32-F180-7D02D7485E8D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99;p50">
              <a:extLst>
                <a:ext uri="{FF2B5EF4-FFF2-40B4-BE49-F238E27FC236}">
                  <a16:creationId xmlns:a16="http://schemas.microsoft.com/office/drawing/2014/main" id="{15CA2C9C-7569-4C13-E38C-1E01DF13BFED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0;p50">
              <a:extLst>
                <a:ext uri="{FF2B5EF4-FFF2-40B4-BE49-F238E27FC236}">
                  <a16:creationId xmlns:a16="http://schemas.microsoft.com/office/drawing/2014/main" id="{7148D532-DD3A-5B6A-945C-B6B3E012B1FB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1;p50">
              <a:extLst>
                <a:ext uri="{FF2B5EF4-FFF2-40B4-BE49-F238E27FC236}">
                  <a16:creationId xmlns:a16="http://schemas.microsoft.com/office/drawing/2014/main" id="{56815D8C-4F0F-4C2C-C99A-3F6E3CD7641E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2;p50">
              <a:extLst>
                <a:ext uri="{FF2B5EF4-FFF2-40B4-BE49-F238E27FC236}">
                  <a16:creationId xmlns:a16="http://schemas.microsoft.com/office/drawing/2014/main" id="{9AC9A624-EE75-6929-F00C-038BA03EF778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3;p50">
              <a:extLst>
                <a:ext uri="{FF2B5EF4-FFF2-40B4-BE49-F238E27FC236}">
                  <a16:creationId xmlns:a16="http://schemas.microsoft.com/office/drawing/2014/main" id="{EB9D41E6-F2A4-5565-6A54-800B26694651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04;p50">
              <a:extLst>
                <a:ext uri="{FF2B5EF4-FFF2-40B4-BE49-F238E27FC236}">
                  <a16:creationId xmlns:a16="http://schemas.microsoft.com/office/drawing/2014/main" id="{6D03575D-EDA8-A85E-DBC0-A10A2ADE3FDA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05;p50">
              <a:extLst>
                <a:ext uri="{FF2B5EF4-FFF2-40B4-BE49-F238E27FC236}">
                  <a16:creationId xmlns:a16="http://schemas.microsoft.com/office/drawing/2014/main" id="{2D183870-E283-8C3F-B231-5F69D4C25B9C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6;p50">
              <a:extLst>
                <a:ext uri="{FF2B5EF4-FFF2-40B4-BE49-F238E27FC236}">
                  <a16:creationId xmlns:a16="http://schemas.microsoft.com/office/drawing/2014/main" id="{D37363F1-673D-CD05-8B6C-DA3F4646D18F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07;p50">
              <a:extLst>
                <a:ext uri="{FF2B5EF4-FFF2-40B4-BE49-F238E27FC236}">
                  <a16:creationId xmlns:a16="http://schemas.microsoft.com/office/drawing/2014/main" id="{D4E3E3C8-77E4-B553-E70B-AD4E9C90B42F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08;p50">
              <a:extLst>
                <a:ext uri="{FF2B5EF4-FFF2-40B4-BE49-F238E27FC236}">
                  <a16:creationId xmlns:a16="http://schemas.microsoft.com/office/drawing/2014/main" id="{6B307E52-82FF-4B5A-AA59-473E4D72C38D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9;p50">
              <a:extLst>
                <a:ext uri="{FF2B5EF4-FFF2-40B4-BE49-F238E27FC236}">
                  <a16:creationId xmlns:a16="http://schemas.microsoft.com/office/drawing/2014/main" id="{1935EAE8-0757-FBE4-AC3B-6D17A214517D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0;p50">
              <a:extLst>
                <a:ext uri="{FF2B5EF4-FFF2-40B4-BE49-F238E27FC236}">
                  <a16:creationId xmlns:a16="http://schemas.microsoft.com/office/drawing/2014/main" id="{2A96CB7B-92B9-4018-05C1-531E835832BB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1;p50">
              <a:extLst>
                <a:ext uri="{FF2B5EF4-FFF2-40B4-BE49-F238E27FC236}">
                  <a16:creationId xmlns:a16="http://schemas.microsoft.com/office/drawing/2014/main" id="{655A66C4-1968-36C8-BCA4-1D8856F14C0B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12;p50">
              <a:extLst>
                <a:ext uri="{FF2B5EF4-FFF2-40B4-BE49-F238E27FC236}">
                  <a16:creationId xmlns:a16="http://schemas.microsoft.com/office/drawing/2014/main" id="{375B8538-C3E2-CF82-A43B-682A886E6057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3;p50">
              <a:extLst>
                <a:ext uri="{FF2B5EF4-FFF2-40B4-BE49-F238E27FC236}">
                  <a16:creationId xmlns:a16="http://schemas.microsoft.com/office/drawing/2014/main" id="{B6E6553A-AD94-05E0-F138-DB956C324D90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14;p50">
              <a:extLst>
                <a:ext uri="{FF2B5EF4-FFF2-40B4-BE49-F238E27FC236}">
                  <a16:creationId xmlns:a16="http://schemas.microsoft.com/office/drawing/2014/main" id="{F4B0B02F-3402-FB03-6E03-85292F2F39F3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15;p50">
              <a:extLst>
                <a:ext uri="{FF2B5EF4-FFF2-40B4-BE49-F238E27FC236}">
                  <a16:creationId xmlns:a16="http://schemas.microsoft.com/office/drawing/2014/main" id="{39D6F8CB-EDD4-7210-67A1-E95CDA2169A7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16;p50">
              <a:extLst>
                <a:ext uri="{FF2B5EF4-FFF2-40B4-BE49-F238E27FC236}">
                  <a16:creationId xmlns:a16="http://schemas.microsoft.com/office/drawing/2014/main" id="{9142BDFD-D1A9-1C3E-EEEF-4D0BD570808C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17;p50">
              <a:extLst>
                <a:ext uri="{FF2B5EF4-FFF2-40B4-BE49-F238E27FC236}">
                  <a16:creationId xmlns:a16="http://schemas.microsoft.com/office/drawing/2014/main" id="{5CEA17AA-6916-573F-EA60-58D442081FFE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18;p50">
              <a:extLst>
                <a:ext uri="{FF2B5EF4-FFF2-40B4-BE49-F238E27FC236}">
                  <a16:creationId xmlns:a16="http://schemas.microsoft.com/office/drawing/2014/main" id="{B293BFEC-619D-C655-4200-AAD6DA4A853F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19;p50">
              <a:extLst>
                <a:ext uri="{FF2B5EF4-FFF2-40B4-BE49-F238E27FC236}">
                  <a16:creationId xmlns:a16="http://schemas.microsoft.com/office/drawing/2014/main" id="{28DC4319-8BA9-52A4-F5BC-4BB9AAEDEA11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20;p50">
              <a:extLst>
                <a:ext uri="{FF2B5EF4-FFF2-40B4-BE49-F238E27FC236}">
                  <a16:creationId xmlns:a16="http://schemas.microsoft.com/office/drawing/2014/main" id="{0DA4D99F-8F9C-B87C-605B-71994611C314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21;p50">
              <a:extLst>
                <a:ext uri="{FF2B5EF4-FFF2-40B4-BE49-F238E27FC236}">
                  <a16:creationId xmlns:a16="http://schemas.microsoft.com/office/drawing/2014/main" id="{1477909D-9676-7C02-2733-6ED70D9B3947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22;p50">
              <a:extLst>
                <a:ext uri="{FF2B5EF4-FFF2-40B4-BE49-F238E27FC236}">
                  <a16:creationId xmlns:a16="http://schemas.microsoft.com/office/drawing/2014/main" id="{420597D0-FE56-DEE3-8C26-69E1E3291E1E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23;p50">
              <a:extLst>
                <a:ext uri="{FF2B5EF4-FFF2-40B4-BE49-F238E27FC236}">
                  <a16:creationId xmlns:a16="http://schemas.microsoft.com/office/drawing/2014/main" id="{123C87CC-F769-BCB4-445B-BDD1FE37A668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24;p50">
              <a:extLst>
                <a:ext uri="{FF2B5EF4-FFF2-40B4-BE49-F238E27FC236}">
                  <a16:creationId xmlns:a16="http://schemas.microsoft.com/office/drawing/2014/main" id="{D9365095-5BA0-853D-CC2E-CC4A52A30202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25;p50">
              <a:extLst>
                <a:ext uri="{FF2B5EF4-FFF2-40B4-BE49-F238E27FC236}">
                  <a16:creationId xmlns:a16="http://schemas.microsoft.com/office/drawing/2014/main" id="{F0346416-F707-066D-EEBB-D218B6040B55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26;p50">
              <a:extLst>
                <a:ext uri="{FF2B5EF4-FFF2-40B4-BE49-F238E27FC236}">
                  <a16:creationId xmlns:a16="http://schemas.microsoft.com/office/drawing/2014/main" id="{063E848E-B58F-5573-7EAA-D4A59926B02D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27;p50">
              <a:extLst>
                <a:ext uri="{FF2B5EF4-FFF2-40B4-BE49-F238E27FC236}">
                  <a16:creationId xmlns:a16="http://schemas.microsoft.com/office/drawing/2014/main" id="{E33646DE-6EF3-2B69-5386-EA0FC9F7F953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28;p50">
              <a:extLst>
                <a:ext uri="{FF2B5EF4-FFF2-40B4-BE49-F238E27FC236}">
                  <a16:creationId xmlns:a16="http://schemas.microsoft.com/office/drawing/2014/main" id="{4E7F28CE-0EBA-4DF4-C2A0-FB363F35EA1C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29;p50">
              <a:extLst>
                <a:ext uri="{FF2B5EF4-FFF2-40B4-BE49-F238E27FC236}">
                  <a16:creationId xmlns:a16="http://schemas.microsoft.com/office/drawing/2014/main" id="{447A8858-673A-413D-E05A-52299485E609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30;p50">
              <a:extLst>
                <a:ext uri="{FF2B5EF4-FFF2-40B4-BE49-F238E27FC236}">
                  <a16:creationId xmlns:a16="http://schemas.microsoft.com/office/drawing/2014/main" id="{A363F007-C1AE-9F50-96A0-16C4007A4461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31;p50">
              <a:extLst>
                <a:ext uri="{FF2B5EF4-FFF2-40B4-BE49-F238E27FC236}">
                  <a16:creationId xmlns:a16="http://schemas.microsoft.com/office/drawing/2014/main" id="{374CE198-38DA-8F1E-C7F9-C230F314D941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32;p50">
              <a:extLst>
                <a:ext uri="{FF2B5EF4-FFF2-40B4-BE49-F238E27FC236}">
                  <a16:creationId xmlns:a16="http://schemas.microsoft.com/office/drawing/2014/main" id="{49DB7833-B6CB-F31A-FACC-F9112EEEE721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33;p50">
              <a:extLst>
                <a:ext uri="{FF2B5EF4-FFF2-40B4-BE49-F238E27FC236}">
                  <a16:creationId xmlns:a16="http://schemas.microsoft.com/office/drawing/2014/main" id="{F7BFA34E-2A85-F2C4-25D5-3FC1A018E3F3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34;p50">
              <a:extLst>
                <a:ext uri="{FF2B5EF4-FFF2-40B4-BE49-F238E27FC236}">
                  <a16:creationId xmlns:a16="http://schemas.microsoft.com/office/drawing/2014/main" id="{9D415546-32C3-8A40-5CAC-4240D9498DD0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35;p50">
              <a:extLst>
                <a:ext uri="{FF2B5EF4-FFF2-40B4-BE49-F238E27FC236}">
                  <a16:creationId xmlns:a16="http://schemas.microsoft.com/office/drawing/2014/main" id="{95899217-C804-122C-F47D-AABEDA61740C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36;p50">
              <a:extLst>
                <a:ext uri="{FF2B5EF4-FFF2-40B4-BE49-F238E27FC236}">
                  <a16:creationId xmlns:a16="http://schemas.microsoft.com/office/drawing/2014/main" id="{9A5A7CDE-01BF-33CD-786E-08CF82E56B24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37;p50">
              <a:extLst>
                <a:ext uri="{FF2B5EF4-FFF2-40B4-BE49-F238E27FC236}">
                  <a16:creationId xmlns:a16="http://schemas.microsoft.com/office/drawing/2014/main" id="{F991C0A4-CFA7-C072-E46C-246DD0495FAC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38;p50">
              <a:extLst>
                <a:ext uri="{FF2B5EF4-FFF2-40B4-BE49-F238E27FC236}">
                  <a16:creationId xmlns:a16="http://schemas.microsoft.com/office/drawing/2014/main" id="{079E463E-5F4E-7CD6-9D29-52968C460E93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339;p50">
              <a:extLst>
                <a:ext uri="{FF2B5EF4-FFF2-40B4-BE49-F238E27FC236}">
                  <a16:creationId xmlns:a16="http://schemas.microsoft.com/office/drawing/2014/main" id="{617F4DBB-6D56-3BE9-1074-865307795EA9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340;p50">
              <a:extLst>
                <a:ext uri="{FF2B5EF4-FFF2-40B4-BE49-F238E27FC236}">
                  <a16:creationId xmlns:a16="http://schemas.microsoft.com/office/drawing/2014/main" id="{0DFA4880-DBFF-6401-64EA-E162C5B19483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341;p50">
              <a:extLst>
                <a:ext uri="{FF2B5EF4-FFF2-40B4-BE49-F238E27FC236}">
                  <a16:creationId xmlns:a16="http://schemas.microsoft.com/office/drawing/2014/main" id="{3B7B715B-5764-6728-1060-12BE11D2FC02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342;p50">
              <a:extLst>
                <a:ext uri="{FF2B5EF4-FFF2-40B4-BE49-F238E27FC236}">
                  <a16:creationId xmlns:a16="http://schemas.microsoft.com/office/drawing/2014/main" id="{986BF6EB-28F3-1766-F0A2-DEF8D305B770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343;p50">
              <a:extLst>
                <a:ext uri="{FF2B5EF4-FFF2-40B4-BE49-F238E27FC236}">
                  <a16:creationId xmlns:a16="http://schemas.microsoft.com/office/drawing/2014/main" id="{9EC4F5CD-70C7-07CC-51EC-E12443CFAFA3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344;p50">
              <a:extLst>
                <a:ext uri="{FF2B5EF4-FFF2-40B4-BE49-F238E27FC236}">
                  <a16:creationId xmlns:a16="http://schemas.microsoft.com/office/drawing/2014/main" id="{7D9E7E39-C8AE-01C1-444D-AAD07F3E4043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345;p50">
              <a:extLst>
                <a:ext uri="{FF2B5EF4-FFF2-40B4-BE49-F238E27FC236}">
                  <a16:creationId xmlns:a16="http://schemas.microsoft.com/office/drawing/2014/main" id="{D03FFA04-1D0E-34CE-D80F-7868C908853B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1E2D235A-F284-FC5F-549B-32CBC91F3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85903">
            <a:off x="21622104" y="523060"/>
            <a:ext cx="2822693" cy="256663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76681A0-4555-539D-74CD-D739BB130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7578" y="2372683"/>
            <a:ext cx="3590855" cy="1341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64"/>
          <p:cNvSpPr txBox="1">
            <a:spLocks noGrp="1"/>
          </p:cNvSpPr>
          <p:nvPr>
            <p:ph type="title"/>
          </p:nvPr>
        </p:nvSpPr>
        <p:spPr>
          <a:xfrm>
            <a:off x="573409" y="1106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 dirty="0"/>
              <a:t>Blood Request Transaction Relationships</a:t>
            </a:r>
            <a:br>
              <a:rPr lang="en-US" sz="4000" b="0" dirty="0"/>
            </a:br>
            <a:br>
              <a:rPr lang="en-US" sz="4000" dirty="0"/>
            </a:br>
            <a:endParaRPr sz="4000" dirty="0"/>
          </a:p>
        </p:txBody>
      </p:sp>
      <p:grpSp>
        <p:nvGrpSpPr>
          <p:cNvPr id="2022" name="Google Shape;2022;p64"/>
          <p:cNvGrpSpPr/>
          <p:nvPr/>
        </p:nvGrpSpPr>
        <p:grpSpPr>
          <a:xfrm>
            <a:off x="7998986" y="1191207"/>
            <a:ext cx="278423" cy="326536"/>
            <a:chOff x="6752686" y="751857"/>
            <a:chExt cx="278423" cy="326536"/>
          </a:xfrm>
        </p:grpSpPr>
        <p:grpSp>
          <p:nvGrpSpPr>
            <p:cNvPr id="2023" name="Google Shape;2023;p64"/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2024" name="Google Shape;2024;p64"/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64"/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64"/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7" name="Google Shape;2027;p64"/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2028" name="Google Shape;2028;p64"/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64"/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64"/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4" name="Bảng 3">
            <a:extLst>
              <a:ext uri="{FF2B5EF4-FFF2-40B4-BE49-F238E27FC236}">
                <a16:creationId xmlns:a16="http://schemas.microsoft.com/office/drawing/2014/main" id="{E6131C3C-9FC1-5C93-6711-52815D4697D5}"/>
              </a:ext>
            </a:extLst>
          </p:cNvPr>
          <p:cNvGraphicFramePr>
            <a:graphicFrameLocks noGrp="1"/>
          </p:cNvGraphicFramePr>
          <p:nvPr/>
        </p:nvGraphicFramePr>
        <p:xfrm>
          <a:off x="255942" y="918095"/>
          <a:ext cx="8632116" cy="4114800"/>
        </p:xfrm>
        <a:graphic>
          <a:graphicData uri="http://schemas.openxmlformats.org/drawingml/2006/table">
            <a:tbl>
              <a:tblPr firstRow="1" bandRow="1">
                <a:tableStyleId>{57B34217-3FFD-410F-8E3E-219FF1D09211}</a:tableStyleId>
              </a:tblPr>
              <a:tblGrid>
                <a:gridCol w="2731188">
                  <a:extLst>
                    <a:ext uri="{9D8B030D-6E8A-4147-A177-3AD203B41FA5}">
                      <a16:colId xmlns:a16="http://schemas.microsoft.com/office/drawing/2014/main" val="4144314571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46872233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840087343"/>
                    </a:ext>
                  </a:extLst>
                </a:gridCol>
                <a:gridCol w="3401568">
                  <a:extLst>
                    <a:ext uri="{9D8B030D-6E8A-4147-A177-3AD203B41FA5}">
                      <a16:colId xmlns:a16="http://schemas.microsoft.com/office/drawing/2014/main" val="1130441171"/>
                    </a:ext>
                  </a:extLst>
                </a:gridCol>
              </a:tblGrid>
              <a:tr h="64528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Patients </a:t>
                      </a:r>
                      <a:r>
                        <a:rPr lang="vi-VN" sz="16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↔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 Request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tkinson Hyperlegible" panose="020B0604020202020204" charset="0"/>
                        </a:rPr>
                        <a:t>patient_id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1:N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A patient can send multiple requests; each request belongs one patient.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771939"/>
                  </a:ext>
                </a:extLst>
              </a:tr>
              <a:tr h="64528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Doctor </a:t>
                      </a:r>
                      <a:r>
                        <a:rPr lang="vi-VN" sz="16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↔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 Request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tkinson Hyperlegible" panose="020B0604020202020204" charset="0"/>
                        </a:rPr>
                        <a:t>doctor_id</a:t>
                      </a:r>
                      <a:endParaRPr lang="vi-VN" sz="16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1:N</a:t>
                      </a:r>
                      <a:endParaRPr lang="vi-VN" sz="16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A doctor can manage multiple requests; each request has one assigned doctor.</a:t>
                      </a:r>
                      <a:endParaRPr lang="vi-VN" sz="16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850246"/>
                  </a:ext>
                </a:extLst>
              </a:tr>
              <a:tr h="64528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BLOOD_BANK </a:t>
                      </a:r>
                      <a:r>
                        <a:rPr lang="vi-VN" sz="16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↔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 Request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tkinson Hyperlegible" panose="020B0604020202020204" charset="0"/>
                        </a:rPr>
                        <a:t>bank_id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1:N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A blood bank can handle multiple requests; each request is processed by one bank.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209011"/>
                  </a:ext>
                </a:extLst>
              </a:tr>
              <a:tr h="64528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Donors </a:t>
                      </a:r>
                      <a:r>
                        <a:rPr lang="vi-VN" sz="16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↔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 Request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tkinson Hyperlegible" panose="020B0604020202020204" charset="0"/>
                        </a:rPr>
                        <a:t>donor_id</a:t>
                      </a:r>
                      <a:endParaRPr lang="vi-VN" sz="16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1:N</a:t>
                      </a:r>
                      <a:endParaRPr lang="vi-VN" sz="16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A donor can fulfill multiple requests; each request is fulfilled by one donor.</a:t>
                      </a:r>
                      <a:endParaRPr lang="vi-VN" sz="16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58379"/>
                  </a:ext>
                </a:extLst>
              </a:tr>
              <a:tr h="645289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Blood_Inventory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 </a:t>
                      </a:r>
                      <a:r>
                        <a:rPr lang="vi-VN" sz="16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↔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Atkinson Hyperlegible" panose="020B0604020202020204" charset="0"/>
                        </a:rPr>
                        <a:t> Request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tkinson Hyperlegible" panose="020B0604020202020204" charset="0"/>
                        </a:rPr>
                        <a:t>fulfilled_inventory_id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1:N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tkinson Hyperlegible" panose="020B0604020202020204" charset="0"/>
                        </a:rPr>
                        <a:t>An inventory unit can fulfill one request(1:1 or 1:N depending on blood type needs).</a:t>
                      </a:r>
                      <a:endParaRPr lang="vi-VN" sz="1600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3183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58"/>
          <p:cNvSpPr txBox="1">
            <a:spLocks noGrp="1"/>
          </p:cNvSpPr>
          <p:nvPr>
            <p:ph type="title"/>
          </p:nvPr>
        </p:nvSpPr>
        <p:spPr>
          <a:xfrm>
            <a:off x="109728" y="11339"/>
            <a:ext cx="8924543" cy="1306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2"/>
                </a:solidFill>
              </a:rPr>
              <a:t>Blood Bank and Inventory Relationship</a:t>
            </a:r>
            <a:br>
              <a:rPr lang="en" sz="4000" dirty="0">
                <a:solidFill>
                  <a:schemeClr val="dk2"/>
                </a:solidFill>
              </a:rPr>
            </a:br>
            <a:endParaRPr sz="4000" dirty="0"/>
          </a:p>
        </p:txBody>
      </p:sp>
      <p:sp>
        <p:nvSpPr>
          <p:cNvPr id="1814" name="Google Shape;1814;p58"/>
          <p:cNvSpPr txBox="1">
            <a:spLocks noGrp="1"/>
          </p:cNvSpPr>
          <p:nvPr>
            <p:ph type="title" idx="2"/>
          </p:nvPr>
        </p:nvSpPr>
        <p:spPr>
          <a:xfrm>
            <a:off x="109728" y="3165495"/>
            <a:ext cx="4571996" cy="2707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Many-to-Many Relationships (N:N)</a:t>
            </a:r>
            <a:endParaRPr sz="2000" dirty="0"/>
          </a:p>
        </p:txBody>
      </p:sp>
      <p:sp>
        <p:nvSpPr>
          <p:cNvPr id="1816" name="Google Shape;1816;p58"/>
          <p:cNvSpPr txBox="1">
            <a:spLocks noGrp="1"/>
          </p:cNvSpPr>
          <p:nvPr>
            <p:ph type="subTitle" idx="1"/>
          </p:nvPr>
        </p:nvSpPr>
        <p:spPr>
          <a:xfrm>
            <a:off x="4784154" y="3436237"/>
            <a:ext cx="3981893" cy="1589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>
                <a:solidFill>
                  <a:schemeClr val="accent4"/>
                </a:solidFill>
              </a:rPr>
              <a:t>2. Donors – Donation Event ("</a:t>
            </a:r>
            <a:r>
              <a:rPr lang="en-US" b="1" dirty="0" err="1">
                <a:solidFill>
                  <a:schemeClr val="accent4"/>
                </a:solidFill>
              </a:rPr>
              <a:t>enroll_in</a:t>
            </a:r>
            <a:r>
              <a:rPr lang="en-US" b="1" dirty="0">
                <a:solidFill>
                  <a:schemeClr val="accent4"/>
                </a:solidFill>
              </a:rPr>
              <a:t>" relationship)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vi-VN" dirty="0" err="1">
                <a:solidFill>
                  <a:schemeClr val="accent4"/>
                </a:solidFill>
              </a:rPr>
              <a:t>Junction</a:t>
            </a:r>
            <a:r>
              <a:rPr lang="vi-VN" dirty="0">
                <a:solidFill>
                  <a:schemeClr val="accent4"/>
                </a:solidFill>
              </a:rPr>
              <a:t> </a:t>
            </a:r>
            <a:r>
              <a:rPr lang="vi-VN" dirty="0" err="1">
                <a:solidFill>
                  <a:schemeClr val="accent4"/>
                </a:solidFill>
              </a:rPr>
              <a:t>Table</a:t>
            </a:r>
            <a:r>
              <a:rPr lang="vi-VN" dirty="0">
                <a:solidFill>
                  <a:schemeClr val="accent4"/>
                </a:solidFill>
              </a:rPr>
              <a:t>: </a:t>
            </a:r>
            <a:r>
              <a:rPr lang="vi-VN" dirty="0" err="1">
                <a:solidFill>
                  <a:schemeClr val="accent4"/>
                </a:solidFill>
              </a:rPr>
              <a:t>Donors_DonationEvent</a:t>
            </a:r>
            <a:endParaRPr lang="vi-VN" dirty="0">
              <a:solidFill>
                <a:schemeClr val="accent4"/>
              </a:solidFill>
            </a:endParaRPr>
          </a:p>
          <a:p>
            <a:r>
              <a:rPr lang="en-US" dirty="0">
                <a:solidFill>
                  <a:schemeClr val="accent4"/>
                </a:solidFill>
              </a:rPr>
              <a:t>Primary Key (PK): Composite of two foreign keys: (</a:t>
            </a:r>
            <a:r>
              <a:rPr lang="en-US" dirty="0" err="1">
                <a:solidFill>
                  <a:schemeClr val="accent4"/>
                </a:solidFill>
              </a:rPr>
              <a:t>donors_id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donation_id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  <a:p>
            <a:pPr marL="139700" indent="0">
              <a:buNone/>
            </a:pPr>
            <a:r>
              <a:rPr lang="en-US" dirty="0">
                <a:solidFill>
                  <a:schemeClr val="accent4"/>
                </a:solidFill>
              </a:rPr>
              <a:t>Meaning: Donors can join multiple events; events can have multiple donors.</a:t>
            </a:r>
          </a:p>
          <a:p>
            <a:pPr marL="139700" indent="0">
              <a:buNone/>
            </a:pPr>
            <a:br>
              <a:rPr lang="en-US" dirty="0"/>
            </a:b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1817" name="Google Shape;1817;p58"/>
          <p:cNvSpPr txBox="1">
            <a:spLocks noGrp="1"/>
          </p:cNvSpPr>
          <p:nvPr>
            <p:ph type="subTitle" idx="4"/>
          </p:nvPr>
        </p:nvSpPr>
        <p:spPr>
          <a:xfrm>
            <a:off x="109728" y="3436237"/>
            <a:ext cx="4462272" cy="1589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Aft>
                <a:spcPts val="600"/>
              </a:spcAft>
              <a:buSzPts val="1400"/>
              <a:buNone/>
            </a:pPr>
            <a:r>
              <a:rPr lang="en-US" b="1" dirty="0">
                <a:solidFill>
                  <a:schemeClr val="accent4"/>
                </a:solidFill>
              </a:rPr>
              <a:t>1. Doctor – Blood Bank (“</a:t>
            </a:r>
            <a:r>
              <a:rPr lang="en-US" b="1" dirty="0" err="1">
                <a:solidFill>
                  <a:schemeClr val="accent4"/>
                </a:solidFill>
              </a:rPr>
              <a:t>work_at</a:t>
            </a:r>
            <a:r>
              <a:rPr lang="en-US" b="1" dirty="0">
                <a:solidFill>
                  <a:schemeClr val="accent4"/>
                </a:solidFill>
              </a:rPr>
              <a:t>” relationship)</a:t>
            </a:r>
          </a:p>
          <a:p>
            <a:pPr>
              <a:spcAft>
                <a:spcPts val="600"/>
              </a:spcAft>
            </a:pPr>
            <a:r>
              <a:rPr lang="vi-VN" dirty="0" err="1">
                <a:solidFill>
                  <a:schemeClr val="accent4"/>
                </a:solidFill>
              </a:rPr>
              <a:t>Junction</a:t>
            </a:r>
            <a:r>
              <a:rPr lang="vi-VN" dirty="0">
                <a:solidFill>
                  <a:schemeClr val="accent4"/>
                </a:solidFill>
              </a:rPr>
              <a:t> </a:t>
            </a:r>
            <a:r>
              <a:rPr lang="vi-VN" dirty="0" err="1">
                <a:solidFill>
                  <a:schemeClr val="accent4"/>
                </a:solidFill>
              </a:rPr>
              <a:t>Table</a:t>
            </a:r>
            <a:r>
              <a:rPr lang="vi-VN" dirty="0">
                <a:solidFill>
                  <a:schemeClr val="accent4"/>
                </a:solidFill>
              </a:rPr>
              <a:t>: </a:t>
            </a:r>
            <a:r>
              <a:rPr lang="vi-VN" dirty="0" err="1">
                <a:solidFill>
                  <a:schemeClr val="accent4"/>
                </a:solidFill>
              </a:rPr>
              <a:t>Doctor_BloodBank</a:t>
            </a:r>
            <a:endParaRPr lang="en-US" dirty="0">
              <a:solidFill>
                <a:schemeClr val="accent4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Primary Key (PK): Composite of two foreign keys: (</a:t>
            </a:r>
            <a:r>
              <a:rPr lang="en-US" dirty="0" err="1">
                <a:solidFill>
                  <a:schemeClr val="accent4"/>
                </a:solidFill>
              </a:rPr>
              <a:t>doctor_id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bank_id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  <a:p>
            <a:pPr marL="13970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accent4"/>
                </a:solidFill>
              </a:rPr>
              <a:t>Meaning: Doctors can work at multiple banks; banks can employ multiple doctors.</a:t>
            </a:r>
          </a:p>
          <a:p>
            <a:pPr marL="139700" indent="0">
              <a:spcAft>
                <a:spcPts val="600"/>
              </a:spcAft>
              <a:buNone/>
            </a:pPr>
            <a:br>
              <a:rPr lang="en-US" dirty="0">
                <a:solidFill>
                  <a:schemeClr val="accent4"/>
                </a:solidFill>
              </a:rPr>
            </a:br>
            <a:br>
              <a:rPr lang="vi-VN" dirty="0"/>
            </a:br>
            <a:endParaRPr lang="en-US" b="1" dirty="0">
              <a:solidFill>
                <a:schemeClr val="accent4"/>
              </a:solidFill>
            </a:endParaRPr>
          </a:p>
        </p:txBody>
      </p:sp>
      <p:graphicFrame>
        <p:nvGraphicFramePr>
          <p:cNvPr id="7" name="Bảng 6">
            <a:extLst>
              <a:ext uri="{FF2B5EF4-FFF2-40B4-BE49-F238E27FC236}">
                <a16:creationId xmlns:a16="http://schemas.microsoft.com/office/drawing/2014/main" id="{2BB7A18C-405C-CAFE-2AFA-D37FB4D8EA98}"/>
              </a:ext>
            </a:extLst>
          </p:cNvPr>
          <p:cNvGraphicFramePr>
            <a:graphicFrameLocks noGrp="1"/>
          </p:cNvGraphicFramePr>
          <p:nvPr/>
        </p:nvGraphicFramePr>
        <p:xfrm>
          <a:off x="196722" y="664770"/>
          <a:ext cx="8750554" cy="23774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95930">
                  <a:extLst>
                    <a:ext uri="{9D8B030D-6E8A-4147-A177-3AD203B41FA5}">
                      <a16:colId xmlns:a16="http://schemas.microsoft.com/office/drawing/2014/main" val="1281389346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5985808"/>
                    </a:ext>
                  </a:extLst>
                </a:gridCol>
                <a:gridCol w="1872919">
                  <a:extLst>
                    <a:ext uri="{9D8B030D-6E8A-4147-A177-3AD203B41FA5}">
                      <a16:colId xmlns:a16="http://schemas.microsoft.com/office/drawing/2014/main" val="2734291863"/>
                    </a:ext>
                  </a:extLst>
                </a:gridCol>
                <a:gridCol w="2284553">
                  <a:extLst>
                    <a:ext uri="{9D8B030D-6E8A-4147-A177-3AD203B41FA5}">
                      <a16:colId xmlns:a16="http://schemas.microsoft.com/office/drawing/2014/main" val="3081003468"/>
                    </a:ext>
                  </a:extLst>
                </a:gridCol>
              </a:tblGrid>
              <a:tr h="415685">
                <a:tc>
                  <a:txBody>
                    <a:bodyPr/>
                    <a:lstStyle/>
                    <a:p>
                      <a:pPr algn="ctr" rtl="0"/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Related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Entities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sym typeface="Atkinson Hyperlegible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(FK)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sym typeface="Atkinson Hyperlegible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Relationship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Type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Explanation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153086"/>
                  </a:ext>
                </a:extLst>
              </a:tr>
              <a:tr h="586849">
                <a:tc>
                  <a:txBody>
                    <a:bodyPr/>
                    <a:lstStyle/>
                    <a:p>
                      <a:pPr rtl="0"/>
                      <a:r>
                        <a:rPr lang="vi-VN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BLOOD_BANK ↔ </a:t>
                      </a:r>
                      <a:r>
                        <a:rPr lang="vi-VN" sz="1400" b="0" i="0" u="none" strike="noStrike" cap="non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Blood_Inventory</a:t>
                      </a:r>
                      <a:endParaRPr lang="vi-VN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 dirty="0" err="1">
                          <a:solidFill>
                            <a:schemeClr val="accent4"/>
                          </a:solidFill>
                        </a:rPr>
                        <a:t>bank_id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1:N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Each blood unit belongs to one bank; banks can have multiple units.</a:t>
                      </a:r>
                      <a:endParaRPr lang="en-US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443401"/>
                  </a:ext>
                </a:extLst>
              </a:tr>
              <a:tr h="586849">
                <a:tc>
                  <a:txBody>
                    <a:bodyPr/>
                    <a:lstStyle/>
                    <a:p>
                      <a:pPr rtl="0"/>
                      <a:r>
                        <a:rPr lang="vi-VN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BLOOD_BANK ↔ </a:t>
                      </a:r>
                      <a:r>
                        <a:rPr lang="vi-VN" sz="1400" b="0" i="0" u="none" strike="noStrike" cap="non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Donation_Event</a:t>
                      </a:r>
                      <a:endParaRPr lang="vi-VN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 dirty="0" err="1">
                          <a:solidFill>
                            <a:schemeClr val="accent4"/>
                          </a:solidFill>
                        </a:rPr>
                        <a:t>Bank_id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1:N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Each donation event is organized by one bank; banks can organize multiple events.</a:t>
                      </a:r>
                      <a:endParaRPr lang="en-US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549394"/>
                  </a:ext>
                </a:extLst>
              </a:tr>
            </a:tbl>
          </a:graphicData>
        </a:graphic>
      </p:graphicFrame>
      <p:sp>
        <p:nvSpPr>
          <p:cNvPr id="2" name="Google Shape;2627;p71">
            <a:extLst>
              <a:ext uri="{FF2B5EF4-FFF2-40B4-BE49-F238E27FC236}">
                <a16:creationId xmlns:a16="http://schemas.microsoft.com/office/drawing/2014/main" id="{1CA50A06-36D7-549D-8BB4-1139AD208816}"/>
              </a:ext>
            </a:extLst>
          </p:cNvPr>
          <p:cNvSpPr txBox="1">
            <a:spLocks/>
          </p:cNvSpPr>
          <p:nvPr/>
        </p:nvSpPr>
        <p:spPr>
          <a:xfrm>
            <a:off x="-7063867" y="615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dirty="0"/>
              <a:t>Process to ensure 3NF rule</a:t>
            </a:r>
          </a:p>
        </p:txBody>
      </p:sp>
      <p:sp>
        <p:nvSpPr>
          <p:cNvPr id="3" name="Google Shape;10439;p94">
            <a:extLst>
              <a:ext uri="{FF2B5EF4-FFF2-40B4-BE49-F238E27FC236}">
                <a16:creationId xmlns:a16="http://schemas.microsoft.com/office/drawing/2014/main" id="{26B17803-9560-7FD7-CD0D-D2A638E1D57D}"/>
              </a:ext>
            </a:extLst>
          </p:cNvPr>
          <p:cNvSpPr/>
          <p:nvPr/>
        </p:nvSpPr>
        <p:spPr>
          <a:xfrm>
            <a:off x="947656" y="5345870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Patients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4" name="Google Shape;10440;p94">
            <a:extLst>
              <a:ext uri="{FF2B5EF4-FFF2-40B4-BE49-F238E27FC236}">
                <a16:creationId xmlns:a16="http://schemas.microsoft.com/office/drawing/2014/main" id="{5F23CBE6-327C-1773-A12A-B85FCC5DC1B6}"/>
              </a:ext>
            </a:extLst>
          </p:cNvPr>
          <p:cNvSpPr/>
          <p:nvPr/>
        </p:nvSpPr>
        <p:spPr>
          <a:xfrm>
            <a:off x="2637840" y="6026409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Font typeface="Arial"/>
              <a:buNone/>
            </a:pPr>
            <a:r>
              <a:rPr lang="en-US" sz="1600" b="1" dirty="0">
                <a:latin typeface="Atkinson Hyperlegible" panose="020B0604020202020204" charset="0"/>
              </a:rPr>
              <a:t>Account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5" name="Google Shape;10441;p94">
            <a:extLst>
              <a:ext uri="{FF2B5EF4-FFF2-40B4-BE49-F238E27FC236}">
                <a16:creationId xmlns:a16="http://schemas.microsoft.com/office/drawing/2014/main" id="{2ECADD59-37BC-F7F1-49A6-B20152B150CE}"/>
              </a:ext>
            </a:extLst>
          </p:cNvPr>
          <p:cNvSpPr/>
          <p:nvPr/>
        </p:nvSpPr>
        <p:spPr>
          <a:xfrm>
            <a:off x="102565" y="-788825"/>
            <a:ext cx="1387171" cy="664775"/>
          </a:xfrm>
          <a:custGeom>
            <a:avLst/>
            <a:gdLst/>
            <a:ahLst/>
            <a:cxnLst/>
            <a:rect l="l" t="t" r="r" b="b"/>
            <a:pathLst>
              <a:path w="12652" h="6393" extrusionOk="0">
                <a:moveTo>
                  <a:pt x="6326" y="0"/>
                </a:moveTo>
                <a:cubicBezTo>
                  <a:pt x="2832" y="0"/>
                  <a:pt x="1" y="2833"/>
                  <a:pt x="1" y="6326"/>
                </a:cubicBezTo>
                <a:lnTo>
                  <a:pt x="1" y="6393"/>
                </a:lnTo>
                <a:lnTo>
                  <a:pt x="4883" y="6393"/>
                </a:lnTo>
                <a:cubicBezTo>
                  <a:pt x="4883" y="6382"/>
                  <a:pt x="4882" y="6370"/>
                  <a:pt x="4882" y="6359"/>
                </a:cubicBezTo>
                <a:cubicBezTo>
                  <a:pt x="4882" y="5555"/>
                  <a:pt x="5534" y="4904"/>
                  <a:pt x="6337" y="4904"/>
                </a:cubicBezTo>
                <a:cubicBezTo>
                  <a:pt x="7141" y="4904"/>
                  <a:pt x="7793" y="5555"/>
                  <a:pt x="7793" y="6359"/>
                </a:cubicBezTo>
                <a:cubicBezTo>
                  <a:pt x="7793" y="6370"/>
                  <a:pt x="7791" y="6382"/>
                  <a:pt x="7791" y="6393"/>
                </a:cubicBezTo>
                <a:lnTo>
                  <a:pt x="12651" y="6393"/>
                </a:lnTo>
                <a:lnTo>
                  <a:pt x="12651" y="6326"/>
                </a:lnTo>
                <a:cubicBezTo>
                  <a:pt x="12651" y="2833"/>
                  <a:pt x="9820" y="0"/>
                  <a:pt x="632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Atkinson Hyperlegible" panose="020B0604020202020204" charset="0"/>
              </a:rPr>
              <a:t>  Doctor	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6" name="Google Shape;10442;p94">
            <a:extLst>
              <a:ext uri="{FF2B5EF4-FFF2-40B4-BE49-F238E27FC236}">
                <a16:creationId xmlns:a16="http://schemas.microsoft.com/office/drawing/2014/main" id="{6BD6A562-FDF4-4924-C4E9-56A1EF016188}"/>
              </a:ext>
            </a:extLst>
          </p:cNvPr>
          <p:cNvSpPr/>
          <p:nvPr/>
        </p:nvSpPr>
        <p:spPr>
          <a:xfrm>
            <a:off x="1764681" y="-1415110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Atkinson Hyperlegible" panose="020B0604020202020204" charset="0"/>
              </a:rPr>
              <a:t>Donors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8" name="Google Shape;10443;p94">
            <a:extLst>
              <a:ext uri="{FF2B5EF4-FFF2-40B4-BE49-F238E27FC236}">
                <a16:creationId xmlns:a16="http://schemas.microsoft.com/office/drawing/2014/main" id="{754CB300-E78C-CDFF-07C0-E8966A98C743}"/>
              </a:ext>
            </a:extLst>
          </p:cNvPr>
          <p:cNvSpPr/>
          <p:nvPr/>
        </p:nvSpPr>
        <p:spPr>
          <a:xfrm>
            <a:off x="3454868" y="-2177208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Request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9" name="Google Shape;10445;p94">
            <a:extLst>
              <a:ext uri="{FF2B5EF4-FFF2-40B4-BE49-F238E27FC236}">
                <a16:creationId xmlns:a16="http://schemas.microsoft.com/office/drawing/2014/main" id="{8ACA1A7C-3181-51CA-1C49-ECB6B40C2E30}"/>
              </a:ext>
            </a:extLst>
          </p:cNvPr>
          <p:cNvSpPr/>
          <p:nvPr/>
        </p:nvSpPr>
        <p:spPr>
          <a:xfrm>
            <a:off x="-6951911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1" y="647"/>
                </a:moveTo>
                <a:cubicBezTo>
                  <a:pt x="3723" y="647"/>
                  <a:pt x="3935" y="820"/>
                  <a:pt x="3936" y="1080"/>
                </a:cubicBezTo>
                <a:cubicBezTo>
                  <a:pt x="3936" y="1318"/>
                  <a:pt x="3743" y="1512"/>
                  <a:pt x="3504" y="1512"/>
                </a:cubicBezTo>
                <a:cubicBezTo>
                  <a:pt x="3118" y="1512"/>
                  <a:pt x="2924" y="1048"/>
                  <a:pt x="3198" y="775"/>
                </a:cubicBezTo>
                <a:cubicBezTo>
                  <a:pt x="3286" y="687"/>
                  <a:pt x="3395" y="647"/>
                  <a:pt x="3501" y="647"/>
                </a:cubicBezTo>
                <a:close/>
                <a:moveTo>
                  <a:pt x="3504" y="0"/>
                </a:moveTo>
                <a:cubicBezTo>
                  <a:pt x="3051" y="0"/>
                  <a:pt x="2646" y="282"/>
                  <a:pt x="2490" y="708"/>
                </a:cubicBezTo>
                <a:lnTo>
                  <a:pt x="357" y="708"/>
                </a:lnTo>
                <a:cubicBezTo>
                  <a:pt x="160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60" y="1486"/>
                  <a:pt x="357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2" y="2159"/>
                </a:cubicBezTo>
                <a:cubicBezTo>
                  <a:pt x="3943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7" y="1336"/>
                  <a:pt x="6607" y="1150"/>
                </a:cubicBezTo>
                <a:lnTo>
                  <a:pt x="6607" y="1044"/>
                </a:lnTo>
                <a:cubicBezTo>
                  <a:pt x="6607" y="859"/>
                  <a:pt x="6457" y="710"/>
                  <a:pt x="6271" y="708"/>
                </a:cubicBezTo>
                <a:lnTo>
                  <a:pt x="4518" y="708"/>
                </a:lnTo>
                <a:cubicBezTo>
                  <a:pt x="4362" y="282"/>
                  <a:pt x="3957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0" name="Google Shape;10446;p94">
            <a:extLst>
              <a:ext uri="{FF2B5EF4-FFF2-40B4-BE49-F238E27FC236}">
                <a16:creationId xmlns:a16="http://schemas.microsoft.com/office/drawing/2014/main" id="{68C117BD-1543-7F88-3D33-7AEEC6435E69}"/>
              </a:ext>
            </a:extLst>
          </p:cNvPr>
          <p:cNvSpPr/>
          <p:nvPr/>
        </p:nvSpPr>
        <p:spPr>
          <a:xfrm>
            <a:off x="-7777284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1" y="1512"/>
                  <a:pt x="3503" y="1512"/>
                </a:cubicBezTo>
                <a:cubicBezTo>
                  <a:pt x="3117" y="1512"/>
                  <a:pt x="2925" y="1048"/>
                  <a:pt x="3197" y="775"/>
                </a:cubicBezTo>
                <a:cubicBezTo>
                  <a:pt x="3285" y="687"/>
                  <a:pt x="3393" y="647"/>
                  <a:pt x="3500" y="647"/>
                </a:cubicBezTo>
                <a:close/>
                <a:moveTo>
                  <a:pt x="3503" y="0"/>
                </a:moveTo>
                <a:cubicBezTo>
                  <a:pt x="3049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1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6" y="859"/>
                  <a:pt x="6455" y="708"/>
                  <a:pt x="6270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1" name="Google Shape;10447;p94">
            <a:extLst>
              <a:ext uri="{FF2B5EF4-FFF2-40B4-BE49-F238E27FC236}">
                <a16:creationId xmlns:a16="http://schemas.microsoft.com/office/drawing/2014/main" id="{89629CB9-F300-DEB7-71B6-8C4DE41FE781}"/>
              </a:ext>
            </a:extLst>
          </p:cNvPr>
          <p:cNvSpPr/>
          <p:nvPr/>
        </p:nvSpPr>
        <p:spPr>
          <a:xfrm>
            <a:off x="-8635330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4" y="1512"/>
                </a:cubicBezTo>
                <a:cubicBezTo>
                  <a:pt x="3119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4" y="0"/>
                </a:moveTo>
                <a:cubicBezTo>
                  <a:pt x="3050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9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1" y="282"/>
                  <a:pt x="3958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" name="Google Shape;10448;p94">
            <a:extLst>
              <a:ext uri="{FF2B5EF4-FFF2-40B4-BE49-F238E27FC236}">
                <a16:creationId xmlns:a16="http://schemas.microsoft.com/office/drawing/2014/main" id="{2DDFAD56-5742-3AAF-D01C-7AD942898DE8}"/>
              </a:ext>
            </a:extLst>
          </p:cNvPr>
          <p:cNvSpPr/>
          <p:nvPr/>
        </p:nvSpPr>
        <p:spPr>
          <a:xfrm>
            <a:off x="-9468928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3" y="1512"/>
                </a:cubicBezTo>
                <a:cubicBezTo>
                  <a:pt x="3118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3" y="0"/>
                </a:moveTo>
                <a:cubicBezTo>
                  <a:pt x="3050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1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" name="Google Shape;10449;p94">
            <a:extLst>
              <a:ext uri="{FF2B5EF4-FFF2-40B4-BE49-F238E27FC236}">
                <a16:creationId xmlns:a16="http://schemas.microsoft.com/office/drawing/2014/main" id="{FCB92EA7-61F7-C32F-5B59-0519FBE8367B}"/>
              </a:ext>
            </a:extLst>
          </p:cNvPr>
          <p:cNvSpPr/>
          <p:nvPr/>
        </p:nvSpPr>
        <p:spPr>
          <a:xfrm>
            <a:off x="-10286408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2" y="647"/>
                </a:moveTo>
                <a:cubicBezTo>
                  <a:pt x="3724" y="647"/>
                  <a:pt x="3937" y="820"/>
                  <a:pt x="3937" y="1080"/>
                </a:cubicBezTo>
                <a:cubicBezTo>
                  <a:pt x="3937" y="1318"/>
                  <a:pt x="3743" y="1512"/>
                  <a:pt x="3505" y="1512"/>
                </a:cubicBezTo>
                <a:cubicBezTo>
                  <a:pt x="3119" y="1512"/>
                  <a:pt x="2926" y="1048"/>
                  <a:pt x="3199" y="775"/>
                </a:cubicBezTo>
                <a:cubicBezTo>
                  <a:pt x="3287" y="687"/>
                  <a:pt x="3395" y="647"/>
                  <a:pt x="3502" y="647"/>
                </a:cubicBezTo>
                <a:close/>
                <a:moveTo>
                  <a:pt x="3505" y="0"/>
                </a:moveTo>
                <a:cubicBezTo>
                  <a:pt x="3051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61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61" y="1486"/>
                  <a:pt x="358" y="1486"/>
                </a:cubicBezTo>
                <a:lnTo>
                  <a:pt x="2504" y="1486"/>
                </a:lnTo>
                <a:cubicBezTo>
                  <a:pt x="2669" y="1893"/>
                  <a:pt x="3064" y="2159"/>
                  <a:pt x="3505" y="2159"/>
                </a:cubicBezTo>
                <a:cubicBezTo>
                  <a:pt x="3943" y="2159"/>
                  <a:pt x="4339" y="1893"/>
                  <a:pt x="4505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3" y="282"/>
                  <a:pt x="3958" y="0"/>
                  <a:pt x="350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4" name="Google Shape;10439;p94">
            <a:extLst>
              <a:ext uri="{FF2B5EF4-FFF2-40B4-BE49-F238E27FC236}">
                <a16:creationId xmlns:a16="http://schemas.microsoft.com/office/drawing/2014/main" id="{1F8540D7-6F2B-2AE4-26D2-1682545FD51D}"/>
              </a:ext>
            </a:extLst>
          </p:cNvPr>
          <p:cNvSpPr/>
          <p:nvPr/>
        </p:nvSpPr>
        <p:spPr>
          <a:xfrm rot="10800000">
            <a:off x="6751390" y="-3646866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5" name="Google Shape;10440;p94">
            <a:extLst>
              <a:ext uri="{FF2B5EF4-FFF2-40B4-BE49-F238E27FC236}">
                <a16:creationId xmlns:a16="http://schemas.microsoft.com/office/drawing/2014/main" id="{32405AED-ABA3-8C62-B66D-BE98C8BC2737}"/>
              </a:ext>
            </a:extLst>
          </p:cNvPr>
          <p:cNvSpPr/>
          <p:nvPr/>
        </p:nvSpPr>
        <p:spPr>
          <a:xfrm rot="10800000">
            <a:off x="5061207" y="-3022141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rgbClr val="59BF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6" name="Google Shape;10441;p94">
            <a:extLst>
              <a:ext uri="{FF2B5EF4-FFF2-40B4-BE49-F238E27FC236}">
                <a16:creationId xmlns:a16="http://schemas.microsoft.com/office/drawing/2014/main" id="{4EE3A2AF-FA81-1E94-E2F6-D34E4974E7CD}"/>
              </a:ext>
            </a:extLst>
          </p:cNvPr>
          <p:cNvSpPr/>
          <p:nvPr/>
        </p:nvSpPr>
        <p:spPr>
          <a:xfrm rot="10800000">
            <a:off x="7577734" y="8077042"/>
            <a:ext cx="1387171" cy="664775"/>
          </a:xfrm>
          <a:custGeom>
            <a:avLst/>
            <a:gdLst/>
            <a:ahLst/>
            <a:cxnLst/>
            <a:rect l="l" t="t" r="r" b="b"/>
            <a:pathLst>
              <a:path w="12652" h="6393" extrusionOk="0">
                <a:moveTo>
                  <a:pt x="6326" y="0"/>
                </a:moveTo>
                <a:cubicBezTo>
                  <a:pt x="2832" y="0"/>
                  <a:pt x="1" y="2833"/>
                  <a:pt x="1" y="6326"/>
                </a:cubicBezTo>
                <a:lnTo>
                  <a:pt x="1" y="6393"/>
                </a:lnTo>
                <a:lnTo>
                  <a:pt x="4883" y="6393"/>
                </a:lnTo>
                <a:cubicBezTo>
                  <a:pt x="4883" y="6382"/>
                  <a:pt x="4882" y="6370"/>
                  <a:pt x="4882" y="6359"/>
                </a:cubicBezTo>
                <a:cubicBezTo>
                  <a:pt x="4882" y="5555"/>
                  <a:pt x="5534" y="4904"/>
                  <a:pt x="6337" y="4904"/>
                </a:cubicBezTo>
                <a:cubicBezTo>
                  <a:pt x="7141" y="4904"/>
                  <a:pt x="7793" y="5555"/>
                  <a:pt x="7793" y="6359"/>
                </a:cubicBezTo>
                <a:cubicBezTo>
                  <a:pt x="7793" y="6370"/>
                  <a:pt x="7791" y="6382"/>
                  <a:pt x="7791" y="6393"/>
                </a:cubicBezTo>
                <a:lnTo>
                  <a:pt x="12651" y="6393"/>
                </a:lnTo>
                <a:lnTo>
                  <a:pt x="12651" y="6326"/>
                </a:lnTo>
                <a:cubicBezTo>
                  <a:pt x="12651" y="2833"/>
                  <a:pt x="9820" y="0"/>
                  <a:pt x="6326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7" name="Google Shape;10442;p94">
            <a:extLst>
              <a:ext uri="{FF2B5EF4-FFF2-40B4-BE49-F238E27FC236}">
                <a16:creationId xmlns:a16="http://schemas.microsoft.com/office/drawing/2014/main" id="{005271C5-E29B-3A66-E4A3-305045244588}"/>
              </a:ext>
            </a:extLst>
          </p:cNvPr>
          <p:cNvSpPr/>
          <p:nvPr/>
        </p:nvSpPr>
        <p:spPr>
          <a:xfrm rot="10800000">
            <a:off x="5915618" y="7355754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8" name="Google Shape;10443;p94">
            <a:extLst>
              <a:ext uri="{FF2B5EF4-FFF2-40B4-BE49-F238E27FC236}">
                <a16:creationId xmlns:a16="http://schemas.microsoft.com/office/drawing/2014/main" id="{2A01DACE-DBA6-1011-68E5-50C4E0CCC9D1}"/>
              </a:ext>
            </a:extLst>
          </p:cNvPr>
          <p:cNvSpPr/>
          <p:nvPr/>
        </p:nvSpPr>
        <p:spPr>
          <a:xfrm rot="10800000">
            <a:off x="4225431" y="6691081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9" name="Google Shape;10445;p94">
            <a:extLst>
              <a:ext uri="{FF2B5EF4-FFF2-40B4-BE49-F238E27FC236}">
                <a16:creationId xmlns:a16="http://schemas.microsoft.com/office/drawing/2014/main" id="{9628554B-1E04-97C1-0733-0B924993D4CC}"/>
              </a:ext>
            </a:extLst>
          </p:cNvPr>
          <p:cNvSpPr/>
          <p:nvPr/>
        </p:nvSpPr>
        <p:spPr>
          <a:xfrm rot="10800000">
            <a:off x="-6144887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1" y="647"/>
                </a:moveTo>
                <a:cubicBezTo>
                  <a:pt x="3723" y="647"/>
                  <a:pt x="3935" y="820"/>
                  <a:pt x="3936" y="1080"/>
                </a:cubicBezTo>
                <a:cubicBezTo>
                  <a:pt x="3936" y="1318"/>
                  <a:pt x="3743" y="1512"/>
                  <a:pt x="3504" y="1512"/>
                </a:cubicBezTo>
                <a:cubicBezTo>
                  <a:pt x="3118" y="1512"/>
                  <a:pt x="2924" y="1048"/>
                  <a:pt x="3198" y="775"/>
                </a:cubicBezTo>
                <a:cubicBezTo>
                  <a:pt x="3286" y="687"/>
                  <a:pt x="3395" y="647"/>
                  <a:pt x="3501" y="647"/>
                </a:cubicBezTo>
                <a:close/>
                <a:moveTo>
                  <a:pt x="3504" y="0"/>
                </a:moveTo>
                <a:cubicBezTo>
                  <a:pt x="3051" y="0"/>
                  <a:pt x="2646" y="282"/>
                  <a:pt x="2490" y="708"/>
                </a:cubicBezTo>
                <a:lnTo>
                  <a:pt x="357" y="708"/>
                </a:lnTo>
                <a:cubicBezTo>
                  <a:pt x="160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60" y="1486"/>
                  <a:pt x="357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2" y="2159"/>
                </a:cubicBezTo>
                <a:cubicBezTo>
                  <a:pt x="3943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7" y="1336"/>
                  <a:pt x="6607" y="1150"/>
                </a:cubicBezTo>
                <a:lnTo>
                  <a:pt x="6607" y="1044"/>
                </a:lnTo>
                <a:cubicBezTo>
                  <a:pt x="6607" y="859"/>
                  <a:pt x="6457" y="710"/>
                  <a:pt x="6271" y="708"/>
                </a:cubicBezTo>
                <a:lnTo>
                  <a:pt x="4518" y="708"/>
                </a:lnTo>
                <a:cubicBezTo>
                  <a:pt x="4362" y="282"/>
                  <a:pt x="3957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0" name="Google Shape;10446;p94">
            <a:extLst>
              <a:ext uri="{FF2B5EF4-FFF2-40B4-BE49-F238E27FC236}">
                <a16:creationId xmlns:a16="http://schemas.microsoft.com/office/drawing/2014/main" id="{6BB7D28B-68F3-F4F4-5FBB-C5CF1D795F7F}"/>
              </a:ext>
            </a:extLst>
          </p:cNvPr>
          <p:cNvSpPr/>
          <p:nvPr/>
        </p:nvSpPr>
        <p:spPr>
          <a:xfrm rot="10800000">
            <a:off x="-5319513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1" y="1512"/>
                  <a:pt x="3503" y="1512"/>
                </a:cubicBezTo>
                <a:cubicBezTo>
                  <a:pt x="3117" y="1512"/>
                  <a:pt x="2925" y="1048"/>
                  <a:pt x="3197" y="775"/>
                </a:cubicBezTo>
                <a:cubicBezTo>
                  <a:pt x="3285" y="687"/>
                  <a:pt x="3393" y="647"/>
                  <a:pt x="3500" y="647"/>
                </a:cubicBezTo>
                <a:close/>
                <a:moveTo>
                  <a:pt x="3503" y="0"/>
                </a:moveTo>
                <a:cubicBezTo>
                  <a:pt x="3049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1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6" y="859"/>
                  <a:pt x="6455" y="708"/>
                  <a:pt x="6270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1" name="Google Shape;10447;p94">
            <a:extLst>
              <a:ext uri="{FF2B5EF4-FFF2-40B4-BE49-F238E27FC236}">
                <a16:creationId xmlns:a16="http://schemas.microsoft.com/office/drawing/2014/main" id="{0B213AE6-ABF8-6F68-37F1-FA8AD672540C}"/>
              </a:ext>
            </a:extLst>
          </p:cNvPr>
          <p:cNvSpPr/>
          <p:nvPr/>
        </p:nvSpPr>
        <p:spPr>
          <a:xfrm rot="10800000">
            <a:off x="-4461466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4" y="1512"/>
                </a:cubicBezTo>
                <a:cubicBezTo>
                  <a:pt x="3119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4" y="0"/>
                </a:moveTo>
                <a:cubicBezTo>
                  <a:pt x="3050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9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1" y="282"/>
                  <a:pt x="3958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2" name="Google Shape;10448;p94">
            <a:extLst>
              <a:ext uri="{FF2B5EF4-FFF2-40B4-BE49-F238E27FC236}">
                <a16:creationId xmlns:a16="http://schemas.microsoft.com/office/drawing/2014/main" id="{CAA40FF2-FBAB-7662-7775-073505456C2A}"/>
              </a:ext>
            </a:extLst>
          </p:cNvPr>
          <p:cNvSpPr/>
          <p:nvPr/>
        </p:nvSpPr>
        <p:spPr>
          <a:xfrm rot="10800000">
            <a:off x="-3627868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3" y="1512"/>
                </a:cubicBezTo>
                <a:cubicBezTo>
                  <a:pt x="3118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3" y="0"/>
                </a:moveTo>
                <a:cubicBezTo>
                  <a:pt x="3050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1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3" name="Google Shape;10449;p94">
            <a:extLst>
              <a:ext uri="{FF2B5EF4-FFF2-40B4-BE49-F238E27FC236}">
                <a16:creationId xmlns:a16="http://schemas.microsoft.com/office/drawing/2014/main" id="{03C23AAC-FE96-A613-A21E-E6206196BECC}"/>
              </a:ext>
            </a:extLst>
          </p:cNvPr>
          <p:cNvSpPr/>
          <p:nvPr/>
        </p:nvSpPr>
        <p:spPr>
          <a:xfrm rot="10800000">
            <a:off x="-2810389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2" y="647"/>
                </a:moveTo>
                <a:cubicBezTo>
                  <a:pt x="3724" y="647"/>
                  <a:pt x="3937" y="820"/>
                  <a:pt x="3937" y="1080"/>
                </a:cubicBezTo>
                <a:cubicBezTo>
                  <a:pt x="3937" y="1318"/>
                  <a:pt x="3743" y="1512"/>
                  <a:pt x="3505" y="1512"/>
                </a:cubicBezTo>
                <a:cubicBezTo>
                  <a:pt x="3119" y="1512"/>
                  <a:pt x="2926" y="1048"/>
                  <a:pt x="3199" y="775"/>
                </a:cubicBezTo>
                <a:cubicBezTo>
                  <a:pt x="3287" y="687"/>
                  <a:pt x="3395" y="647"/>
                  <a:pt x="3502" y="647"/>
                </a:cubicBezTo>
                <a:close/>
                <a:moveTo>
                  <a:pt x="3505" y="0"/>
                </a:moveTo>
                <a:cubicBezTo>
                  <a:pt x="3051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61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61" y="1486"/>
                  <a:pt x="358" y="1486"/>
                </a:cubicBezTo>
                <a:lnTo>
                  <a:pt x="2504" y="1486"/>
                </a:lnTo>
                <a:cubicBezTo>
                  <a:pt x="2669" y="1893"/>
                  <a:pt x="3064" y="2159"/>
                  <a:pt x="3505" y="2159"/>
                </a:cubicBezTo>
                <a:cubicBezTo>
                  <a:pt x="3943" y="2159"/>
                  <a:pt x="4339" y="1893"/>
                  <a:pt x="4505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3" y="282"/>
                  <a:pt x="3958" y="0"/>
                  <a:pt x="350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C6C350-0949-3A5A-6DBE-0E5A66A2DB8C}"/>
              </a:ext>
            </a:extLst>
          </p:cNvPr>
          <p:cNvSpPr txBox="1"/>
          <p:nvPr/>
        </p:nvSpPr>
        <p:spPr>
          <a:xfrm>
            <a:off x="5067618" y="-2434196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4FF1A2-388A-EDA3-8CF0-C9099ACF75C0}"/>
              </a:ext>
            </a:extLst>
          </p:cNvPr>
          <p:cNvSpPr txBox="1"/>
          <p:nvPr/>
        </p:nvSpPr>
        <p:spPr>
          <a:xfrm>
            <a:off x="-4807773" y="2889253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1E4B1A-296B-EE33-5461-5F16684B55A3}"/>
              </a:ext>
            </a:extLst>
          </p:cNvPr>
          <p:cNvSpPr txBox="1"/>
          <p:nvPr/>
        </p:nvSpPr>
        <p:spPr>
          <a:xfrm>
            <a:off x="-3977865" y="2002987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BF74EA-8217-92A3-383F-A7D7389D034D}"/>
              </a:ext>
            </a:extLst>
          </p:cNvPr>
          <p:cNvSpPr txBox="1"/>
          <p:nvPr/>
        </p:nvSpPr>
        <p:spPr>
          <a:xfrm>
            <a:off x="7577734" y="8053616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DC8CDD-CEA4-B629-156D-245628C357E1}"/>
              </a:ext>
            </a:extLst>
          </p:cNvPr>
          <p:cNvSpPr txBox="1"/>
          <p:nvPr/>
        </p:nvSpPr>
        <p:spPr>
          <a:xfrm>
            <a:off x="4212900" y="6854140"/>
            <a:ext cx="1368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Blood Bank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686EBD-71F9-5963-72CF-78ED5CEB1AE2}"/>
              </a:ext>
            </a:extLst>
          </p:cNvPr>
          <p:cNvSpPr txBox="1"/>
          <p:nvPr/>
        </p:nvSpPr>
        <p:spPr>
          <a:xfrm>
            <a:off x="5051829" y="-3018971"/>
            <a:ext cx="143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Donation Event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B61053-2A2D-F777-1994-C53D2F3E4415}"/>
              </a:ext>
            </a:extLst>
          </p:cNvPr>
          <p:cNvSpPr txBox="1"/>
          <p:nvPr/>
        </p:nvSpPr>
        <p:spPr>
          <a:xfrm>
            <a:off x="5832222" y="7355754"/>
            <a:ext cx="1528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Blood Inventory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2C67C4-5090-96BE-74C7-3B6C8B5BEFFB}"/>
              </a:ext>
            </a:extLst>
          </p:cNvPr>
          <p:cNvSpPr txBox="1"/>
          <p:nvPr/>
        </p:nvSpPr>
        <p:spPr>
          <a:xfrm>
            <a:off x="6605693" y="-3606917"/>
            <a:ext cx="1683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Donor &amp; Donation Event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F1D0EA-7117-12C8-8D31-7F0CC646C720}"/>
              </a:ext>
            </a:extLst>
          </p:cNvPr>
          <p:cNvSpPr txBox="1"/>
          <p:nvPr/>
        </p:nvSpPr>
        <p:spPr>
          <a:xfrm>
            <a:off x="7398638" y="7963474"/>
            <a:ext cx="1745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Doctor &amp; Blood Bank</a:t>
            </a:r>
          </a:p>
        </p:txBody>
      </p:sp>
      <p:grpSp>
        <p:nvGrpSpPr>
          <p:cNvPr id="33" name="Google Shape;2566;p70">
            <a:extLst>
              <a:ext uri="{FF2B5EF4-FFF2-40B4-BE49-F238E27FC236}">
                <a16:creationId xmlns:a16="http://schemas.microsoft.com/office/drawing/2014/main" id="{4592AA70-B5D3-01CE-4D7C-7E98B3316068}"/>
              </a:ext>
            </a:extLst>
          </p:cNvPr>
          <p:cNvGrpSpPr/>
          <p:nvPr/>
        </p:nvGrpSpPr>
        <p:grpSpPr>
          <a:xfrm rot="19998696">
            <a:off x="-4147817" y="3865819"/>
            <a:ext cx="2444033" cy="2239072"/>
            <a:chOff x="5450725" y="891550"/>
            <a:chExt cx="1805375" cy="1458075"/>
          </a:xfrm>
        </p:grpSpPr>
        <p:sp>
          <p:nvSpPr>
            <p:cNvPr id="34" name="Google Shape;2567;p70">
              <a:extLst>
                <a:ext uri="{FF2B5EF4-FFF2-40B4-BE49-F238E27FC236}">
                  <a16:creationId xmlns:a16="http://schemas.microsoft.com/office/drawing/2014/main" id="{9A0278D1-9B40-5190-73B9-C096C93E84B5}"/>
                </a:ext>
              </a:extLst>
            </p:cNvPr>
            <p:cNvSpPr/>
            <p:nvPr/>
          </p:nvSpPr>
          <p:spPr>
            <a:xfrm>
              <a:off x="5450725" y="891550"/>
              <a:ext cx="1805375" cy="1458075"/>
            </a:xfrm>
            <a:custGeom>
              <a:avLst/>
              <a:gdLst/>
              <a:ahLst/>
              <a:cxnLst/>
              <a:rect l="l" t="t" r="r" b="b"/>
              <a:pathLst>
                <a:path w="72215" h="58323" extrusionOk="0">
                  <a:moveTo>
                    <a:pt x="38115" y="0"/>
                  </a:moveTo>
                  <a:cubicBezTo>
                    <a:pt x="35706" y="0"/>
                    <a:pt x="33163" y="1660"/>
                    <a:pt x="31450" y="4283"/>
                  </a:cubicBezTo>
                  <a:cubicBezTo>
                    <a:pt x="31450" y="4310"/>
                    <a:pt x="31423" y="4336"/>
                    <a:pt x="31396" y="4363"/>
                  </a:cubicBezTo>
                  <a:lnTo>
                    <a:pt x="31129" y="3400"/>
                  </a:lnTo>
                  <a:cubicBezTo>
                    <a:pt x="30808" y="2302"/>
                    <a:pt x="30085" y="1392"/>
                    <a:pt x="29095" y="830"/>
                  </a:cubicBezTo>
                  <a:cubicBezTo>
                    <a:pt x="29041" y="830"/>
                    <a:pt x="29014" y="803"/>
                    <a:pt x="28988" y="803"/>
                  </a:cubicBezTo>
                  <a:lnTo>
                    <a:pt x="28880" y="723"/>
                  </a:lnTo>
                  <a:cubicBezTo>
                    <a:pt x="28292" y="455"/>
                    <a:pt x="27649" y="295"/>
                    <a:pt x="27007" y="295"/>
                  </a:cubicBezTo>
                  <a:lnTo>
                    <a:pt x="26712" y="295"/>
                  </a:lnTo>
                  <a:cubicBezTo>
                    <a:pt x="23126" y="536"/>
                    <a:pt x="14026" y="1553"/>
                    <a:pt x="7066" y="5701"/>
                  </a:cubicBezTo>
                  <a:cubicBezTo>
                    <a:pt x="5996" y="6344"/>
                    <a:pt x="5273" y="7388"/>
                    <a:pt x="5032" y="8565"/>
                  </a:cubicBezTo>
                  <a:cubicBezTo>
                    <a:pt x="5006" y="8672"/>
                    <a:pt x="5006" y="8753"/>
                    <a:pt x="4979" y="8833"/>
                  </a:cubicBezTo>
                  <a:cubicBezTo>
                    <a:pt x="4898" y="9395"/>
                    <a:pt x="4925" y="9930"/>
                    <a:pt x="5059" y="10439"/>
                  </a:cubicBezTo>
                  <a:lnTo>
                    <a:pt x="6826" y="17478"/>
                  </a:lnTo>
                  <a:cubicBezTo>
                    <a:pt x="6317" y="17291"/>
                    <a:pt x="5755" y="17157"/>
                    <a:pt x="5166" y="17157"/>
                  </a:cubicBezTo>
                  <a:cubicBezTo>
                    <a:pt x="2623" y="17157"/>
                    <a:pt x="562" y="19245"/>
                    <a:pt x="562" y="21788"/>
                  </a:cubicBezTo>
                  <a:cubicBezTo>
                    <a:pt x="562" y="24196"/>
                    <a:pt x="2409" y="26150"/>
                    <a:pt x="4765" y="26364"/>
                  </a:cubicBezTo>
                  <a:cubicBezTo>
                    <a:pt x="3212" y="27328"/>
                    <a:pt x="1874" y="28934"/>
                    <a:pt x="1071" y="30995"/>
                  </a:cubicBezTo>
                  <a:cubicBezTo>
                    <a:pt x="1017" y="31048"/>
                    <a:pt x="1017" y="31102"/>
                    <a:pt x="991" y="31182"/>
                  </a:cubicBezTo>
                  <a:cubicBezTo>
                    <a:pt x="54" y="33564"/>
                    <a:pt x="0" y="36161"/>
                    <a:pt x="857" y="38061"/>
                  </a:cubicBezTo>
                  <a:cubicBezTo>
                    <a:pt x="1419" y="39346"/>
                    <a:pt x="2329" y="40283"/>
                    <a:pt x="3480" y="40764"/>
                  </a:cubicBezTo>
                  <a:cubicBezTo>
                    <a:pt x="3721" y="40925"/>
                    <a:pt x="3988" y="41032"/>
                    <a:pt x="4256" y="41139"/>
                  </a:cubicBezTo>
                  <a:cubicBezTo>
                    <a:pt x="4658" y="41300"/>
                    <a:pt x="5113" y="41407"/>
                    <a:pt x="5541" y="41433"/>
                  </a:cubicBezTo>
                  <a:cubicBezTo>
                    <a:pt x="5541" y="41460"/>
                    <a:pt x="5541" y="41487"/>
                    <a:pt x="5541" y="41514"/>
                  </a:cubicBezTo>
                  <a:cubicBezTo>
                    <a:pt x="5246" y="42718"/>
                    <a:pt x="5916" y="43923"/>
                    <a:pt x="7040" y="44351"/>
                  </a:cubicBezTo>
                  <a:cubicBezTo>
                    <a:pt x="6986" y="44913"/>
                    <a:pt x="7120" y="45448"/>
                    <a:pt x="7388" y="45903"/>
                  </a:cubicBezTo>
                  <a:lnTo>
                    <a:pt x="6156" y="45903"/>
                  </a:lnTo>
                  <a:cubicBezTo>
                    <a:pt x="3828" y="45903"/>
                    <a:pt x="1927" y="47804"/>
                    <a:pt x="1927" y="50132"/>
                  </a:cubicBezTo>
                  <a:lnTo>
                    <a:pt x="1927" y="52033"/>
                  </a:lnTo>
                  <a:cubicBezTo>
                    <a:pt x="1927" y="54361"/>
                    <a:pt x="3828" y="56262"/>
                    <a:pt x="6156" y="56262"/>
                  </a:cubicBezTo>
                  <a:lnTo>
                    <a:pt x="15498" y="56262"/>
                  </a:lnTo>
                  <a:cubicBezTo>
                    <a:pt x="15979" y="57145"/>
                    <a:pt x="16809" y="57760"/>
                    <a:pt x="17853" y="57975"/>
                  </a:cubicBezTo>
                  <a:cubicBezTo>
                    <a:pt x="18094" y="58028"/>
                    <a:pt x="18388" y="58082"/>
                    <a:pt x="18763" y="58135"/>
                  </a:cubicBezTo>
                  <a:cubicBezTo>
                    <a:pt x="19753" y="58269"/>
                    <a:pt x="20824" y="58322"/>
                    <a:pt x="21948" y="58322"/>
                  </a:cubicBezTo>
                  <a:cubicBezTo>
                    <a:pt x="23206" y="58322"/>
                    <a:pt x="24544" y="58242"/>
                    <a:pt x="25936" y="58082"/>
                  </a:cubicBezTo>
                  <a:cubicBezTo>
                    <a:pt x="27810" y="57841"/>
                    <a:pt x="29844" y="57466"/>
                    <a:pt x="31932" y="56904"/>
                  </a:cubicBezTo>
                  <a:cubicBezTo>
                    <a:pt x="31985" y="56904"/>
                    <a:pt x="32066" y="56877"/>
                    <a:pt x="32119" y="56850"/>
                  </a:cubicBezTo>
                  <a:lnTo>
                    <a:pt x="32521" y="56743"/>
                  </a:lnTo>
                  <a:cubicBezTo>
                    <a:pt x="32547" y="56743"/>
                    <a:pt x="32601" y="56717"/>
                    <a:pt x="32654" y="56717"/>
                  </a:cubicBezTo>
                  <a:cubicBezTo>
                    <a:pt x="32922" y="56636"/>
                    <a:pt x="33217" y="56529"/>
                    <a:pt x="33511" y="56449"/>
                  </a:cubicBezTo>
                  <a:cubicBezTo>
                    <a:pt x="34287" y="57091"/>
                    <a:pt x="35304" y="57466"/>
                    <a:pt x="36348" y="57466"/>
                  </a:cubicBezTo>
                  <a:cubicBezTo>
                    <a:pt x="38677" y="57466"/>
                    <a:pt x="40577" y="55726"/>
                    <a:pt x="40818" y="53478"/>
                  </a:cubicBezTo>
                  <a:cubicBezTo>
                    <a:pt x="40925" y="53424"/>
                    <a:pt x="41032" y="53344"/>
                    <a:pt x="41166" y="53291"/>
                  </a:cubicBezTo>
                  <a:lnTo>
                    <a:pt x="43789" y="54950"/>
                  </a:lnTo>
                  <a:cubicBezTo>
                    <a:pt x="44485" y="55405"/>
                    <a:pt x="45315" y="55619"/>
                    <a:pt x="46144" y="55619"/>
                  </a:cubicBezTo>
                  <a:cubicBezTo>
                    <a:pt x="47697" y="55619"/>
                    <a:pt x="49089" y="54843"/>
                    <a:pt x="49918" y="53558"/>
                  </a:cubicBezTo>
                  <a:lnTo>
                    <a:pt x="57627" y="41246"/>
                  </a:lnTo>
                  <a:cubicBezTo>
                    <a:pt x="57814" y="41166"/>
                    <a:pt x="57975" y="41059"/>
                    <a:pt x="58135" y="40925"/>
                  </a:cubicBezTo>
                  <a:cubicBezTo>
                    <a:pt x="58564" y="41246"/>
                    <a:pt x="59072" y="41407"/>
                    <a:pt x="59607" y="41407"/>
                  </a:cubicBezTo>
                  <a:cubicBezTo>
                    <a:pt x="60250" y="41407"/>
                    <a:pt x="60892" y="41139"/>
                    <a:pt x="61347" y="40657"/>
                  </a:cubicBezTo>
                  <a:cubicBezTo>
                    <a:pt x="61802" y="40202"/>
                    <a:pt x="62043" y="39587"/>
                    <a:pt x="62016" y="38917"/>
                  </a:cubicBezTo>
                  <a:cubicBezTo>
                    <a:pt x="62016" y="38382"/>
                    <a:pt x="61829" y="37847"/>
                    <a:pt x="61481" y="37445"/>
                  </a:cubicBezTo>
                  <a:cubicBezTo>
                    <a:pt x="61802" y="37017"/>
                    <a:pt x="61963" y="36482"/>
                    <a:pt x="61963" y="35920"/>
                  </a:cubicBezTo>
                  <a:cubicBezTo>
                    <a:pt x="61936" y="35545"/>
                    <a:pt x="61856" y="35170"/>
                    <a:pt x="61668" y="34822"/>
                  </a:cubicBezTo>
                  <a:lnTo>
                    <a:pt x="70903" y="20128"/>
                  </a:lnTo>
                  <a:cubicBezTo>
                    <a:pt x="72214" y="18040"/>
                    <a:pt x="71598" y="15284"/>
                    <a:pt x="69511" y="13999"/>
                  </a:cubicBezTo>
                  <a:lnTo>
                    <a:pt x="59661" y="7816"/>
                  </a:lnTo>
                  <a:cubicBezTo>
                    <a:pt x="59822" y="7334"/>
                    <a:pt x="59902" y="6852"/>
                    <a:pt x="59902" y="6344"/>
                  </a:cubicBezTo>
                  <a:cubicBezTo>
                    <a:pt x="59902" y="3801"/>
                    <a:pt x="57841" y="1740"/>
                    <a:pt x="55298" y="1740"/>
                  </a:cubicBezTo>
                  <a:cubicBezTo>
                    <a:pt x="54067" y="1740"/>
                    <a:pt x="52916" y="2222"/>
                    <a:pt x="52086" y="3052"/>
                  </a:cubicBezTo>
                  <a:lnTo>
                    <a:pt x="49865" y="1633"/>
                  </a:lnTo>
                  <a:cubicBezTo>
                    <a:pt x="49142" y="1205"/>
                    <a:pt x="48339" y="964"/>
                    <a:pt x="47509" y="964"/>
                  </a:cubicBezTo>
                  <a:cubicBezTo>
                    <a:pt x="45957" y="964"/>
                    <a:pt x="44538" y="1740"/>
                    <a:pt x="43735" y="3052"/>
                  </a:cubicBezTo>
                  <a:lnTo>
                    <a:pt x="43254" y="3801"/>
                  </a:lnTo>
                  <a:cubicBezTo>
                    <a:pt x="42906" y="2730"/>
                    <a:pt x="42263" y="1847"/>
                    <a:pt x="41353" y="1258"/>
                  </a:cubicBezTo>
                  <a:cubicBezTo>
                    <a:pt x="41139" y="1044"/>
                    <a:pt x="40925" y="884"/>
                    <a:pt x="40657" y="723"/>
                  </a:cubicBezTo>
                  <a:cubicBezTo>
                    <a:pt x="39908" y="268"/>
                    <a:pt x="39051" y="0"/>
                    <a:pt x="38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68;p70">
              <a:extLst>
                <a:ext uri="{FF2B5EF4-FFF2-40B4-BE49-F238E27FC236}">
                  <a16:creationId xmlns:a16="http://schemas.microsoft.com/office/drawing/2014/main" id="{6E7CE99C-3D32-A03A-402D-241DD0CE1340}"/>
                </a:ext>
              </a:extLst>
            </p:cNvPr>
            <p:cNvSpPr/>
            <p:nvPr/>
          </p:nvSpPr>
          <p:spPr>
            <a:xfrm>
              <a:off x="6047600" y="978225"/>
              <a:ext cx="1147600" cy="1259675"/>
            </a:xfrm>
            <a:custGeom>
              <a:avLst/>
              <a:gdLst/>
              <a:ahLst/>
              <a:cxnLst/>
              <a:rect l="l" t="t" r="r" b="b"/>
              <a:pathLst>
                <a:path w="45904" h="50387" extrusionOk="0">
                  <a:moveTo>
                    <a:pt x="23625" y="0"/>
                  </a:moveTo>
                  <a:cubicBezTo>
                    <a:pt x="22861" y="0"/>
                    <a:pt x="22114" y="390"/>
                    <a:pt x="21680" y="1084"/>
                  </a:cubicBezTo>
                  <a:lnTo>
                    <a:pt x="15444" y="10987"/>
                  </a:lnTo>
                  <a:lnTo>
                    <a:pt x="12768" y="15243"/>
                  </a:lnTo>
                  <a:lnTo>
                    <a:pt x="669" y="34514"/>
                  </a:lnTo>
                  <a:cubicBezTo>
                    <a:pt x="0" y="35584"/>
                    <a:pt x="322" y="37003"/>
                    <a:pt x="1392" y="37672"/>
                  </a:cubicBezTo>
                  <a:lnTo>
                    <a:pt x="21038" y="50038"/>
                  </a:lnTo>
                  <a:cubicBezTo>
                    <a:pt x="21425" y="50274"/>
                    <a:pt x="21853" y="50387"/>
                    <a:pt x="22273" y="50387"/>
                  </a:cubicBezTo>
                  <a:cubicBezTo>
                    <a:pt x="23044" y="50387"/>
                    <a:pt x="23790" y="50008"/>
                    <a:pt x="24223" y="49315"/>
                  </a:cubicBezTo>
                  <a:lnTo>
                    <a:pt x="36776" y="29348"/>
                  </a:lnTo>
                  <a:lnTo>
                    <a:pt x="39185" y="25520"/>
                  </a:lnTo>
                  <a:lnTo>
                    <a:pt x="45234" y="15885"/>
                  </a:lnTo>
                  <a:cubicBezTo>
                    <a:pt x="45903" y="14787"/>
                    <a:pt x="45582" y="13369"/>
                    <a:pt x="44512" y="12700"/>
                  </a:cubicBezTo>
                  <a:lnTo>
                    <a:pt x="24839" y="361"/>
                  </a:lnTo>
                  <a:cubicBezTo>
                    <a:pt x="24462" y="116"/>
                    <a:pt x="24041" y="0"/>
                    <a:pt x="23625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69;p70">
              <a:extLst>
                <a:ext uri="{FF2B5EF4-FFF2-40B4-BE49-F238E27FC236}">
                  <a16:creationId xmlns:a16="http://schemas.microsoft.com/office/drawing/2014/main" id="{0C28A85F-3F65-1558-902A-43DB8C4532B5}"/>
                </a:ext>
              </a:extLst>
            </p:cNvPr>
            <p:cNvSpPr/>
            <p:nvPr/>
          </p:nvSpPr>
          <p:spPr>
            <a:xfrm>
              <a:off x="6336000" y="1176600"/>
              <a:ext cx="575475" cy="883275"/>
            </a:xfrm>
            <a:custGeom>
              <a:avLst/>
              <a:gdLst/>
              <a:ahLst/>
              <a:cxnLst/>
              <a:rect l="l" t="t" r="r" b="b"/>
              <a:pathLst>
                <a:path w="23019" h="35331" fill="none" extrusionOk="0">
                  <a:moveTo>
                    <a:pt x="589" y="35063"/>
                  </a:moveTo>
                  <a:lnTo>
                    <a:pt x="589" y="35063"/>
                  </a:lnTo>
                  <a:cubicBezTo>
                    <a:pt x="134" y="34769"/>
                    <a:pt x="0" y="34153"/>
                    <a:pt x="268" y="33698"/>
                  </a:cubicBezTo>
                  <a:lnTo>
                    <a:pt x="21065" y="616"/>
                  </a:lnTo>
                  <a:cubicBezTo>
                    <a:pt x="21359" y="161"/>
                    <a:pt x="21975" y="1"/>
                    <a:pt x="22430" y="295"/>
                  </a:cubicBezTo>
                  <a:lnTo>
                    <a:pt x="22430" y="295"/>
                  </a:lnTo>
                  <a:cubicBezTo>
                    <a:pt x="22885" y="589"/>
                    <a:pt x="23019" y="1205"/>
                    <a:pt x="22724" y="1660"/>
                  </a:cubicBezTo>
                  <a:lnTo>
                    <a:pt x="1954" y="34742"/>
                  </a:lnTo>
                  <a:cubicBezTo>
                    <a:pt x="1660" y="35197"/>
                    <a:pt x="1044" y="35331"/>
                    <a:pt x="589" y="35063"/>
                  </a:cubicBezTo>
                  <a:close/>
                </a:path>
              </a:pathLst>
            </a:custGeom>
            <a:noFill/>
            <a:ln w="402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70;p70">
              <a:extLst>
                <a:ext uri="{FF2B5EF4-FFF2-40B4-BE49-F238E27FC236}">
                  <a16:creationId xmlns:a16="http://schemas.microsoft.com/office/drawing/2014/main" id="{1871BF7C-3698-DAFA-9AD1-D2ECA08FEC4A}"/>
                </a:ext>
              </a:extLst>
            </p:cNvPr>
            <p:cNvSpPr/>
            <p:nvPr/>
          </p:nvSpPr>
          <p:spPr>
            <a:xfrm>
              <a:off x="6580225" y="11236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816"/>
                    <a:pt x="429" y="4636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425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71;p70">
              <a:extLst>
                <a:ext uri="{FF2B5EF4-FFF2-40B4-BE49-F238E27FC236}">
                  <a16:creationId xmlns:a16="http://schemas.microsoft.com/office/drawing/2014/main" id="{26A8AF6E-E55E-3254-EF43-3DE4E32A3E09}"/>
                </a:ext>
              </a:extLst>
            </p:cNvPr>
            <p:cNvSpPr/>
            <p:nvPr/>
          </p:nvSpPr>
          <p:spPr>
            <a:xfrm>
              <a:off x="6578900" y="1112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396" y="1"/>
                  </a:moveTo>
                  <a:cubicBezTo>
                    <a:pt x="2402" y="1"/>
                    <a:pt x="1428" y="498"/>
                    <a:pt x="857" y="1398"/>
                  </a:cubicBezTo>
                  <a:cubicBezTo>
                    <a:pt x="0" y="2816"/>
                    <a:pt x="402" y="4663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799" y="3191"/>
                    <a:pt x="6397" y="1344"/>
                    <a:pt x="4979" y="461"/>
                  </a:cubicBezTo>
                  <a:cubicBezTo>
                    <a:pt x="4487" y="149"/>
                    <a:pt x="3938" y="1"/>
                    <a:pt x="3396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72;p70">
              <a:extLst>
                <a:ext uri="{FF2B5EF4-FFF2-40B4-BE49-F238E27FC236}">
                  <a16:creationId xmlns:a16="http://schemas.microsoft.com/office/drawing/2014/main" id="{CC2FC857-3EAB-8D94-FFBF-D5CA85260A2E}"/>
                </a:ext>
              </a:extLst>
            </p:cNvPr>
            <p:cNvSpPr/>
            <p:nvPr/>
          </p:nvSpPr>
          <p:spPr>
            <a:xfrm>
              <a:off x="6459125" y="13169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2" y="1"/>
                  </a:moveTo>
                  <a:cubicBezTo>
                    <a:pt x="2429" y="1"/>
                    <a:pt x="1455" y="498"/>
                    <a:pt x="883" y="1398"/>
                  </a:cubicBezTo>
                  <a:cubicBezTo>
                    <a:pt x="0" y="2790"/>
                    <a:pt x="428" y="4637"/>
                    <a:pt x="1820" y="5520"/>
                  </a:cubicBezTo>
                  <a:cubicBezTo>
                    <a:pt x="2312" y="5832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65"/>
                    <a:pt x="6397" y="1318"/>
                    <a:pt x="5005" y="461"/>
                  </a:cubicBezTo>
                  <a:cubicBezTo>
                    <a:pt x="4514" y="149"/>
                    <a:pt x="3965" y="1"/>
                    <a:pt x="3422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73;p70">
              <a:extLst>
                <a:ext uri="{FF2B5EF4-FFF2-40B4-BE49-F238E27FC236}">
                  <a16:creationId xmlns:a16="http://schemas.microsoft.com/office/drawing/2014/main" id="{32FDDDBF-D6E1-79A1-21BD-2FB5142C7E21}"/>
                </a:ext>
              </a:extLst>
            </p:cNvPr>
            <p:cNvSpPr/>
            <p:nvPr/>
          </p:nvSpPr>
          <p:spPr>
            <a:xfrm>
              <a:off x="6457100" y="13056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3" y="1"/>
                  </a:moveTo>
                  <a:cubicBezTo>
                    <a:pt x="2430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74;p70">
              <a:extLst>
                <a:ext uri="{FF2B5EF4-FFF2-40B4-BE49-F238E27FC236}">
                  <a16:creationId xmlns:a16="http://schemas.microsoft.com/office/drawing/2014/main" id="{C78B87EC-5329-699C-4052-3C02759C6D9E}"/>
                </a:ext>
              </a:extLst>
            </p:cNvPr>
            <p:cNvSpPr/>
            <p:nvPr/>
          </p:nvSpPr>
          <p:spPr>
            <a:xfrm>
              <a:off x="6334650" y="15147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1"/>
                  </a:moveTo>
                  <a:cubicBezTo>
                    <a:pt x="2432" y="1"/>
                    <a:pt x="1456" y="493"/>
                    <a:pt x="884" y="1412"/>
                  </a:cubicBezTo>
                  <a:cubicBezTo>
                    <a:pt x="1" y="2803"/>
                    <a:pt x="429" y="4650"/>
                    <a:pt x="1821" y="5534"/>
                  </a:cubicBezTo>
                  <a:cubicBezTo>
                    <a:pt x="2321" y="5835"/>
                    <a:pt x="2874" y="5981"/>
                    <a:pt x="3418" y="5981"/>
                  </a:cubicBezTo>
                  <a:cubicBezTo>
                    <a:pt x="4418" y="5981"/>
                    <a:pt x="5388" y="5489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1"/>
                    <a:pt x="3428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75;p70">
              <a:extLst>
                <a:ext uri="{FF2B5EF4-FFF2-40B4-BE49-F238E27FC236}">
                  <a16:creationId xmlns:a16="http://schemas.microsoft.com/office/drawing/2014/main" id="{41AA9497-E99C-BA6F-8DBE-6BE1A7804EAB}"/>
                </a:ext>
              </a:extLst>
            </p:cNvPr>
            <p:cNvSpPr/>
            <p:nvPr/>
          </p:nvSpPr>
          <p:spPr>
            <a:xfrm>
              <a:off x="6333325" y="1503500"/>
              <a:ext cx="169975" cy="149675"/>
            </a:xfrm>
            <a:custGeom>
              <a:avLst/>
              <a:gdLst/>
              <a:ahLst/>
              <a:cxnLst/>
              <a:rect l="l" t="t" r="r" b="b"/>
              <a:pathLst>
                <a:path w="6799" h="5987" extrusionOk="0">
                  <a:moveTo>
                    <a:pt x="3378" y="1"/>
                  </a:moveTo>
                  <a:cubicBezTo>
                    <a:pt x="2391" y="1"/>
                    <a:pt x="1425" y="493"/>
                    <a:pt x="857" y="1405"/>
                  </a:cubicBezTo>
                  <a:cubicBezTo>
                    <a:pt x="0" y="2796"/>
                    <a:pt x="402" y="4643"/>
                    <a:pt x="1820" y="5527"/>
                  </a:cubicBezTo>
                  <a:cubicBezTo>
                    <a:pt x="2312" y="5839"/>
                    <a:pt x="2861" y="5987"/>
                    <a:pt x="3403" y="5987"/>
                  </a:cubicBezTo>
                  <a:cubicBezTo>
                    <a:pt x="4397" y="5987"/>
                    <a:pt x="5371" y="5490"/>
                    <a:pt x="5942" y="4590"/>
                  </a:cubicBezTo>
                  <a:cubicBezTo>
                    <a:pt x="6799" y="3171"/>
                    <a:pt x="6397" y="1324"/>
                    <a:pt x="4979" y="468"/>
                  </a:cubicBezTo>
                  <a:cubicBezTo>
                    <a:pt x="4482" y="153"/>
                    <a:pt x="3927" y="1"/>
                    <a:pt x="3378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76;p70">
              <a:extLst>
                <a:ext uri="{FF2B5EF4-FFF2-40B4-BE49-F238E27FC236}">
                  <a16:creationId xmlns:a16="http://schemas.microsoft.com/office/drawing/2014/main" id="{0F178C84-605D-A1EA-4C32-7ADCADA94C41}"/>
                </a:ext>
              </a:extLst>
            </p:cNvPr>
            <p:cNvSpPr/>
            <p:nvPr/>
          </p:nvSpPr>
          <p:spPr>
            <a:xfrm>
              <a:off x="6201500" y="172717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3" y="0"/>
                  </a:moveTo>
                  <a:cubicBezTo>
                    <a:pt x="2429" y="0"/>
                    <a:pt x="1455" y="497"/>
                    <a:pt x="884" y="1397"/>
                  </a:cubicBezTo>
                  <a:cubicBezTo>
                    <a:pt x="0" y="2789"/>
                    <a:pt x="429" y="4636"/>
                    <a:pt x="1820" y="5519"/>
                  </a:cubicBezTo>
                  <a:cubicBezTo>
                    <a:pt x="2312" y="5831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0"/>
                    <a:pt x="3423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77;p70">
              <a:extLst>
                <a:ext uri="{FF2B5EF4-FFF2-40B4-BE49-F238E27FC236}">
                  <a16:creationId xmlns:a16="http://schemas.microsoft.com/office/drawing/2014/main" id="{8730C959-15BA-D872-4646-C0EEF89F81C3}"/>
                </a:ext>
              </a:extLst>
            </p:cNvPr>
            <p:cNvSpPr/>
            <p:nvPr/>
          </p:nvSpPr>
          <p:spPr>
            <a:xfrm>
              <a:off x="6199500" y="1715800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2" y="0"/>
                  </a:moveTo>
                  <a:cubicBezTo>
                    <a:pt x="2429" y="0"/>
                    <a:pt x="1455" y="497"/>
                    <a:pt x="883" y="1397"/>
                  </a:cubicBezTo>
                  <a:cubicBezTo>
                    <a:pt x="0" y="2789"/>
                    <a:pt x="428" y="4636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14" y="148"/>
                    <a:pt x="3965" y="0"/>
                    <a:pt x="3422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78;p70">
              <a:extLst>
                <a:ext uri="{FF2B5EF4-FFF2-40B4-BE49-F238E27FC236}">
                  <a16:creationId xmlns:a16="http://schemas.microsoft.com/office/drawing/2014/main" id="{CC638CAC-2FD4-5CE3-EB19-698C7A0E8F08}"/>
                </a:ext>
              </a:extLst>
            </p:cNvPr>
            <p:cNvSpPr/>
            <p:nvPr/>
          </p:nvSpPr>
          <p:spPr>
            <a:xfrm>
              <a:off x="6897400" y="13230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64"/>
                    <a:pt x="6398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579;p70">
              <a:extLst>
                <a:ext uri="{FF2B5EF4-FFF2-40B4-BE49-F238E27FC236}">
                  <a16:creationId xmlns:a16="http://schemas.microsoft.com/office/drawing/2014/main" id="{1A477A91-A4B9-009C-ED03-8CA4A343027B}"/>
                </a:ext>
              </a:extLst>
            </p:cNvPr>
            <p:cNvSpPr/>
            <p:nvPr/>
          </p:nvSpPr>
          <p:spPr>
            <a:xfrm>
              <a:off x="6895400" y="131162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790"/>
                    <a:pt x="429" y="4637"/>
                    <a:pt x="1820" y="5520"/>
                  </a:cubicBezTo>
                  <a:cubicBezTo>
                    <a:pt x="2322" y="5832"/>
                    <a:pt x="2876" y="5980"/>
                    <a:pt x="3422" y="5980"/>
                  </a:cubicBezTo>
                  <a:cubicBezTo>
                    <a:pt x="4420" y="5980"/>
                    <a:pt x="5388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580;p70">
              <a:extLst>
                <a:ext uri="{FF2B5EF4-FFF2-40B4-BE49-F238E27FC236}">
                  <a16:creationId xmlns:a16="http://schemas.microsoft.com/office/drawing/2014/main" id="{B68F5623-9945-8D7B-CA54-8F4FB08F80B8}"/>
                </a:ext>
              </a:extLst>
            </p:cNvPr>
            <p:cNvSpPr/>
            <p:nvPr/>
          </p:nvSpPr>
          <p:spPr>
            <a:xfrm>
              <a:off x="6776300" y="151572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10" y="0"/>
                  </a:moveTo>
                  <a:cubicBezTo>
                    <a:pt x="2418" y="0"/>
                    <a:pt x="1455" y="497"/>
                    <a:pt x="883" y="1397"/>
                  </a:cubicBezTo>
                  <a:cubicBezTo>
                    <a:pt x="0" y="2816"/>
                    <a:pt x="428" y="4663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04" y="149"/>
                    <a:pt x="3953" y="0"/>
                    <a:pt x="3410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581;p70">
              <a:extLst>
                <a:ext uri="{FF2B5EF4-FFF2-40B4-BE49-F238E27FC236}">
                  <a16:creationId xmlns:a16="http://schemas.microsoft.com/office/drawing/2014/main" id="{FB356A61-F099-5BEE-F8EF-2B34EBC1573C}"/>
                </a:ext>
              </a:extLst>
            </p:cNvPr>
            <p:cNvSpPr/>
            <p:nvPr/>
          </p:nvSpPr>
          <p:spPr>
            <a:xfrm>
              <a:off x="6774275" y="1504675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0"/>
                  </a:moveTo>
                  <a:cubicBezTo>
                    <a:pt x="2432" y="0"/>
                    <a:pt x="1456" y="492"/>
                    <a:pt x="884" y="1411"/>
                  </a:cubicBezTo>
                  <a:cubicBezTo>
                    <a:pt x="1" y="2803"/>
                    <a:pt x="429" y="4650"/>
                    <a:pt x="1821" y="5533"/>
                  </a:cubicBezTo>
                  <a:cubicBezTo>
                    <a:pt x="2311" y="5835"/>
                    <a:pt x="2858" y="5980"/>
                    <a:pt x="3399" y="5980"/>
                  </a:cubicBezTo>
                  <a:cubicBezTo>
                    <a:pt x="4394" y="5980"/>
                    <a:pt x="5371" y="5488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0"/>
                    <a:pt x="3428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582;p70">
              <a:extLst>
                <a:ext uri="{FF2B5EF4-FFF2-40B4-BE49-F238E27FC236}">
                  <a16:creationId xmlns:a16="http://schemas.microsoft.com/office/drawing/2014/main" id="{F21CBA12-C761-A544-E36A-DFB0B1D50B20}"/>
                </a:ext>
              </a:extLst>
            </p:cNvPr>
            <p:cNvSpPr/>
            <p:nvPr/>
          </p:nvSpPr>
          <p:spPr>
            <a:xfrm>
              <a:off x="6651825" y="17137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583;p70">
              <a:extLst>
                <a:ext uri="{FF2B5EF4-FFF2-40B4-BE49-F238E27FC236}">
                  <a16:creationId xmlns:a16="http://schemas.microsoft.com/office/drawing/2014/main" id="{07597C95-0506-DDFE-557A-1B3EC37EEEAD}"/>
                </a:ext>
              </a:extLst>
            </p:cNvPr>
            <p:cNvSpPr/>
            <p:nvPr/>
          </p:nvSpPr>
          <p:spPr>
            <a:xfrm>
              <a:off x="6649825" y="17024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817"/>
                    <a:pt x="429" y="4637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584;p70">
              <a:extLst>
                <a:ext uri="{FF2B5EF4-FFF2-40B4-BE49-F238E27FC236}">
                  <a16:creationId xmlns:a16="http://schemas.microsoft.com/office/drawing/2014/main" id="{F5C14BB7-0079-8F44-658D-409D8F9EC27E}"/>
                </a:ext>
              </a:extLst>
            </p:cNvPr>
            <p:cNvSpPr/>
            <p:nvPr/>
          </p:nvSpPr>
          <p:spPr>
            <a:xfrm>
              <a:off x="6518675" y="1926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409" y="1"/>
                  </a:moveTo>
                  <a:cubicBezTo>
                    <a:pt x="2409" y="1"/>
                    <a:pt x="1438" y="493"/>
                    <a:pt x="884" y="1411"/>
                  </a:cubicBezTo>
                  <a:cubicBezTo>
                    <a:pt x="0" y="2803"/>
                    <a:pt x="402" y="4650"/>
                    <a:pt x="1820" y="5533"/>
                  </a:cubicBezTo>
                  <a:cubicBezTo>
                    <a:pt x="2311" y="5835"/>
                    <a:pt x="2858" y="5981"/>
                    <a:pt x="3399" y="5981"/>
                  </a:cubicBezTo>
                  <a:cubicBezTo>
                    <a:pt x="4394" y="5981"/>
                    <a:pt x="5370" y="5489"/>
                    <a:pt x="5942" y="4570"/>
                  </a:cubicBezTo>
                  <a:cubicBezTo>
                    <a:pt x="6799" y="3178"/>
                    <a:pt x="6397" y="1331"/>
                    <a:pt x="5006" y="448"/>
                  </a:cubicBezTo>
                  <a:cubicBezTo>
                    <a:pt x="4506" y="146"/>
                    <a:pt x="3953" y="1"/>
                    <a:pt x="3409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585;p70">
              <a:extLst>
                <a:ext uri="{FF2B5EF4-FFF2-40B4-BE49-F238E27FC236}">
                  <a16:creationId xmlns:a16="http://schemas.microsoft.com/office/drawing/2014/main" id="{52EEC07D-38D3-B49C-BEE7-F7314451FC6E}"/>
                </a:ext>
              </a:extLst>
            </p:cNvPr>
            <p:cNvSpPr/>
            <p:nvPr/>
          </p:nvSpPr>
          <p:spPr>
            <a:xfrm>
              <a:off x="6516675" y="1915025"/>
              <a:ext cx="170650" cy="149375"/>
            </a:xfrm>
            <a:custGeom>
              <a:avLst/>
              <a:gdLst/>
              <a:ahLst/>
              <a:cxnLst/>
              <a:rect l="l" t="t" r="r" b="b"/>
              <a:pathLst>
                <a:path w="6826" h="5975" extrusionOk="0">
                  <a:moveTo>
                    <a:pt x="3387" y="1"/>
                  </a:moveTo>
                  <a:cubicBezTo>
                    <a:pt x="2394" y="1"/>
                    <a:pt x="1434" y="492"/>
                    <a:pt x="883" y="1404"/>
                  </a:cubicBezTo>
                  <a:cubicBezTo>
                    <a:pt x="0" y="2796"/>
                    <a:pt x="428" y="4643"/>
                    <a:pt x="1820" y="5526"/>
                  </a:cubicBezTo>
                  <a:cubicBezTo>
                    <a:pt x="2312" y="5829"/>
                    <a:pt x="2862" y="5975"/>
                    <a:pt x="3405" y="5975"/>
                  </a:cubicBezTo>
                  <a:cubicBezTo>
                    <a:pt x="4398" y="5975"/>
                    <a:pt x="5371" y="5489"/>
                    <a:pt x="5942" y="4590"/>
                  </a:cubicBezTo>
                  <a:cubicBezTo>
                    <a:pt x="6825" y="3171"/>
                    <a:pt x="6397" y="1324"/>
                    <a:pt x="5005" y="468"/>
                  </a:cubicBezTo>
                  <a:cubicBezTo>
                    <a:pt x="4499" y="152"/>
                    <a:pt x="3938" y="1"/>
                    <a:pt x="3387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586;p70">
              <a:extLst>
                <a:ext uri="{FF2B5EF4-FFF2-40B4-BE49-F238E27FC236}">
                  <a16:creationId xmlns:a16="http://schemas.microsoft.com/office/drawing/2014/main" id="{90C2B639-6A4E-FA7A-547D-558AD9FFEDBB}"/>
                </a:ext>
              </a:extLst>
            </p:cNvPr>
            <p:cNvSpPr/>
            <p:nvPr/>
          </p:nvSpPr>
          <p:spPr>
            <a:xfrm>
              <a:off x="5644100" y="1159875"/>
              <a:ext cx="916750" cy="1145525"/>
            </a:xfrm>
            <a:custGeom>
              <a:avLst/>
              <a:gdLst/>
              <a:ahLst/>
              <a:cxnLst/>
              <a:rect l="l" t="t" r="r" b="b"/>
              <a:pathLst>
                <a:path w="36670" h="45821" extrusionOk="0">
                  <a:moveTo>
                    <a:pt x="22163" y="0"/>
                  </a:moveTo>
                  <a:lnTo>
                    <a:pt x="12393" y="2168"/>
                  </a:lnTo>
                  <a:lnTo>
                    <a:pt x="6398" y="3426"/>
                  </a:lnTo>
                  <a:lnTo>
                    <a:pt x="2865" y="5327"/>
                  </a:lnTo>
                  <a:lnTo>
                    <a:pt x="3560" y="7843"/>
                  </a:lnTo>
                  <a:lnTo>
                    <a:pt x="3748" y="8485"/>
                  </a:lnTo>
                  <a:cubicBezTo>
                    <a:pt x="3748" y="8485"/>
                    <a:pt x="1" y="10546"/>
                    <a:pt x="991" y="17104"/>
                  </a:cubicBezTo>
                  <a:cubicBezTo>
                    <a:pt x="1018" y="17184"/>
                    <a:pt x="1018" y="17237"/>
                    <a:pt x="1044" y="17318"/>
                  </a:cubicBezTo>
                  <a:cubicBezTo>
                    <a:pt x="1205" y="18335"/>
                    <a:pt x="1500" y="19646"/>
                    <a:pt x="1928" y="21172"/>
                  </a:cubicBezTo>
                  <a:cubicBezTo>
                    <a:pt x="3373" y="26632"/>
                    <a:pt x="6076" y="34662"/>
                    <a:pt x="7896" y="39935"/>
                  </a:cubicBezTo>
                  <a:cubicBezTo>
                    <a:pt x="7896" y="39988"/>
                    <a:pt x="7923" y="40015"/>
                    <a:pt x="7923" y="40068"/>
                  </a:cubicBezTo>
                  <a:cubicBezTo>
                    <a:pt x="8673" y="42156"/>
                    <a:pt x="9235" y="43816"/>
                    <a:pt x="9556" y="44672"/>
                  </a:cubicBezTo>
                  <a:cubicBezTo>
                    <a:pt x="9717" y="45100"/>
                    <a:pt x="10065" y="45421"/>
                    <a:pt x="10520" y="45502"/>
                  </a:cubicBezTo>
                  <a:cubicBezTo>
                    <a:pt x="10734" y="45555"/>
                    <a:pt x="11001" y="45582"/>
                    <a:pt x="11323" y="45636"/>
                  </a:cubicBezTo>
                  <a:cubicBezTo>
                    <a:pt x="12038" y="45736"/>
                    <a:pt x="13006" y="45821"/>
                    <a:pt x="14219" y="45821"/>
                  </a:cubicBezTo>
                  <a:cubicBezTo>
                    <a:pt x="15274" y="45821"/>
                    <a:pt x="16514" y="45756"/>
                    <a:pt x="17934" y="45582"/>
                  </a:cubicBezTo>
                  <a:cubicBezTo>
                    <a:pt x="19620" y="45368"/>
                    <a:pt x="21574" y="45020"/>
                    <a:pt x="23795" y="44431"/>
                  </a:cubicBezTo>
                  <a:lnTo>
                    <a:pt x="24197" y="44324"/>
                  </a:lnTo>
                  <a:cubicBezTo>
                    <a:pt x="31316" y="42290"/>
                    <a:pt x="34903" y="39587"/>
                    <a:pt x="36161" y="38462"/>
                  </a:cubicBezTo>
                  <a:cubicBezTo>
                    <a:pt x="36509" y="38141"/>
                    <a:pt x="36670" y="37686"/>
                    <a:pt x="36563" y="37258"/>
                  </a:cubicBezTo>
                  <a:cubicBezTo>
                    <a:pt x="36348" y="36187"/>
                    <a:pt x="35920" y="33993"/>
                    <a:pt x="35358" y="31263"/>
                  </a:cubicBezTo>
                  <a:cubicBezTo>
                    <a:pt x="35305" y="31022"/>
                    <a:pt x="35251" y="30754"/>
                    <a:pt x="35197" y="30513"/>
                  </a:cubicBezTo>
                  <a:cubicBezTo>
                    <a:pt x="33913" y="24491"/>
                    <a:pt x="32093" y="16194"/>
                    <a:pt x="30594" y="11429"/>
                  </a:cubicBezTo>
                  <a:cubicBezTo>
                    <a:pt x="30326" y="10546"/>
                    <a:pt x="30058" y="9770"/>
                    <a:pt x="29818" y="9181"/>
                  </a:cubicBezTo>
                  <a:cubicBezTo>
                    <a:pt x="29657" y="8753"/>
                    <a:pt x="29470" y="8351"/>
                    <a:pt x="29282" y="8003"/>
                  </a:cubicBezTo>
                  <a:cubicBezTo>
                    <a:pt x="26895" y="3306"/>
                    <a:pt x="23424" y="3185"/>
                    <a:pt x="23075" y="3185"/>
                  </a:cubicBezTo>
                  <a:cubicBezTo>
                    <a:pt x="23056" y="3185"/>
                    <a:pt x="23046" y="3185"/>
                    <a:pt x="23046" y="3185"/>
                  </a:cubicBezTo>
                  <a:lnTo>
                    <a:pt x="22163" y="0"/>
                  </a:ln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587;p70">
              <a:extLst>
                <a:ext uri="{FF2B5EF4-FFF2-40B4-BE49-F238E27FC236}">
                  <a16:creationId xmlns:a16="http://schemas.microsoft.com/office/drawing/2014/main" id="{4B19E53D-20C1-22A0-E113-5E7C2BBEC156}"/>
                </a:ext>
              </a:extLst>
            </p:cNvPr>
            <p:cNvSpPr/>
            <p:nvPr/>
          </p:nvSpPr>
          <p:spPr>
            <a:xfrm>
              <a:off x="5670200" y="1359950"/>
              <a:ext cx="853850" cy="798300"/>
            </a:xfrm>
            <a:custGeom>
              <a:avLst/>
              <a:gdLst/>
              <a:ahLst/>
              <a:cxnLst/>
              <a:rect l="l" t="t" r="r" b="b"/>
              <a:pathLst>
                <a:path w="34154" h="31932" extrusionOk="0">
                  <a:moveTo>
                    <a:pt x="28238" y="0"/>
                  </a:moveTo>
                  <a:cubicBezTo>
                    <a:pt x="19807" y="5434"/>
                    <a:pt x="9984" y="8672"/>
                    <a:pt x="0" y="9315"/>
                  </a:cubicBezTo>
                  <a:cubicBezTo>
                    <a:pt x="161" y="10332"/>
                    <a:pt x="456" y="11643"/>
                    <a:pt x="884" y="13169"/>
                  </a:cubicBezTo>
                  <a:cubicBezTo>
                    <a:pt x="2329" y="18629"/>
                    <a:pt x="5032" y="26659"/>
                    <a:pt x="6852" y="31932"/>
                  </a:cubicBezTo>
                  <a:cubicBezTo>
                    <a:pt x="13196" y="31423"/>
                    <a:pt x="19593" y="30299"/>
                    <a:pt x="25455" y="27917"/>
                  </a:cubicBezTo>
                  <a:cubicBezTo>
                    <a:pt x="30647" y="25829"/>
                    <a:pt x="32226" y="24571"/>
                    <a:pt x="34153" y="22510"/>
                  </a:cubicBezTo>
                  <a:cubicBezTo>
                    <a:pt x="32869" y="16488"/>
                    <a:pt x="31049" y="8191"/>
                    <a:pt x="29550" y="3453"/>
                  </a:cubicBezTo>
                  <a:cubicBezTo>
                    <a:pt x="29282" y="2543"/>
                    <a:pt x="29014" y="1794"/>
                    <a:pt x="28774" y="1178"/>
                  </a:cubicBezTo>
                  <a:cubicBezTo>
                    <a:pt x="28613" y="750"/>
                    <a:pt x="28426" y="348"/>
                    <a:pt x="2823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588;p70">
              <a:extLst>
                <a:ext uri="{FF2B5EF4-FFF2-40B4-BE49-F238E27FC236}">
                  <a16:creationId xmlns:a16="http://schemas.microsoft.com/office/drawing/2014/main" id="{09E9AD89-0CB1-5DB5-D5F9-92F14F45C4A7}"/>
                </a:ext>
              </a:extLst>
            </p:cNvPr>
            <p:cNvSpPr/>
            <p:nvPr/>
          </p:nvSpPr>
          <p:spPr>
            <a:xfrm>
              <a:off x="6057625" y="1628950"/>
              <a:ext cx="162625" cy="343950"/>
            </a:xfrm>
            <a:custGeom>
              <a:avLst/>
              <a:gdLst/>
              <a:ahLst/>
              <a:cxnLst/>
              <a:rect l="l" t="t" r="r" b="b"/>
              <a:pathLst>
                <a:path w="6505" h="13758" extrusionOk="0">
                  <a:moveTo>
                    <a:pt x="2276" y="0"/>
                  </a:moveTo>
                  <a:lnTo>
                    <a:pt x="1" y="749"/>
                  </a:lnTo>
                  <a:lnTo>
                    <a:pt x="4203" y="13757"/>
                  </a:lnTo>
                  <a:lnTo>
                    <a:pt x="6505" y="13008"/>
                  </a:lnTo>
                  <a:lnTo>
                    <a:pt x="2276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589;p70">
              <a:extLst>
                <a:ext uri="{FF2B5EF4-FFF2-40B4-BE49-F238E27FC236}">
                  <a16:creationId xmlns:a16="http://schemas.microsoft.com/office/drawing/2014/main" id="{D8B2EEA4-E9E1-3504-B796-D32F1D3F0D17}"/>
                </a:ext>
              </a:extLst>
            </p:cNvPr>
            <p:cNvSpPr/>
            <p:nvPr/>
          </p:nvSpPr>
          <p:spPr>
            <a:xfrm>
              <a:off x="5986700" y="1722625"/>
              <a:ext cx="303150" cy="156600"/>
            </a:xfrm>
            <a:custGeom>
              <a:avLst/>
              <a:gdLst/>
              <a:ahLst/>
              <a:cxnLst/>
              <a:rect l="l" t="t" r="r" b="b"/>
              <a:pathLst>
                <a:path w="12126" h="6264" extrusionOk="0">
                  <a:moveTo>
                    <a:pt x="11269" y="0"/>
                  </a:moveTo>
                  <a:lnTo>
                    <a:pt x="1" y="3640"/>
                  </a:lnTo>
                  <a:lnTo>
                    <a:pt x="857" y="6263"/>
                  </a:lnTo>
                  <a:lnTo>
                    <a:pt x="12125" y="2623"/>
                  </a:lnTo>
                  <a:lnTo>
                    <a:pt x="11269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590;p70">
              <a:extLst>
                <a:ext uri="{FF2B5EF4-FFF2-40B4-BE49-F238E27FC236}">
                  <a16:creationId xmlns:a16="http://schemas.microsoft.com/office/drawing/2014/main" id="{45F1106D-BDCF-AB8B-90F0-2F94DE80131F}"/>
                </a:ext>
              </a:extLst>
            </p:cNvPr>
            <p:cNvSpPr/>
            <p:nvPr/>
          </p:nvSpPr>
          <p:spPr>
            <a:xfrm>
              <a:off x="6239200" y="1312825"/>
              <a:ext cx="102175" cy="113475"/>
            </a:xfrm>
            <a:custGeom>
              <a:avLst/>
              <a:gdLst/>
              <a:ahLst/>
              <a:cxnLst/>
              <a:rect l="l" t="t" r="r" b="b"/>
              <a:pathLst>
                <a:path w="4087" h="4539" extrusionOk="0">
                  <a:moveTo>
                    <a:pt x="1566" y="0"/>
                  </a:moveTo>
                  <a:cubicBezTo>
                    <a:pt x="614" y="0"/>
                    <a:pt x="1" y="1058"/>
                    <a:pt x="339" y="2394"/>
                  </a:cubicBezTo>
                  <a:cubicBezTo>
                    <a:pt x="527" y="3170"/>
                    <a:pt x="1062" y="3866"/>
                    <a:pt x="1758" y="4267"/>
                  </a:cubicBezTo>
                  <a:cubicBezTo>
                    <a:pt x="2027" y="4414"/>
                    <a:pt x="2318" y="4538"/>
                    <a:pt x="2632" y="4538"/>
                  </a:cubicBezTo>
                  <a:cubicBezTo>
                    <a:pt x="2661" y="4538"/>
                    <a:pt x="2691" y="4537"/>
                    <a:pt x="2721" y="4535"/>
                  </a:cubicBezTo>
                  <a:cubicBezTo>
                    <a:pt x="3337" y="4508"/>
                    <a:pt x="3846" y="3919"/>
                    <a:pt x="3979" y="3277"/>
                  </a:cubicBezTo>
                  <a:cubicBezTo>
                    <a:pt x="4086" y="2661"/>
                    <a:pt x="3872" y="1992"/>
                    <a:pt x="3551" y="1457"/>
                  </a:cubicBezTo>
                  <a:cubicBezTo>
                    <a:pt x="3391" y="1136"/>
                    <a:pt x="3176" y="841"/>
                    <a:pt x="2909" y="627"/>
                  </a:cubicBezTo>
                  <a:cubicBezTo>
                    <a:pt x="2431" y="190"/>
                    <a:pt x="1968" y="0"/>
                    <a:pt x="15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591;p70">
              <a:extLst>
                <a:ext uri="{FF2B5EF4-FFF2-40B4-BE49-F238E27FC236}">
                  <a16:creationId xmlns:a16="http://schemas.microsoft.com/office/drawing/2014/main" id="{67D164F8-6D11-C86B-0D6B-8B9C6BCA6D1F}"/>
                </a:ext>
              </a:extLst>
            </p:cNvPr>
            <p:cNvSpPr/>
            <p:nvPr/>
          </p:nvSpPr>
          <p:spPr>
            <a:xfrm>
              <a:off x="6303200" y="1441450"/>
              <a:ext cx="103075" cy="131375"/>
            </a:xfrm>
            <a:custGeom>
              <a:avLst/>
              <a:gdLst/>
              <a:ahLst/>
              <a:cxnLst/>
              <a:rect l="l" t="t" r="r" b="b"/>
              <a:pathLst>
                <a:path w="4123" h="5255" extrusionOk="0">
                  <a:moveTo>
                    <a:pt x="1965" y="0"/>
                  </a:moveTo>
                  <a:cubicBezTo>
                    <a:pt x="1926" y="0"/>
                    <a:pt x="1887" y="2"/>
                    <a:pt x="1848" y="6"/>
                  </a:cubicBezTo>
                  <a:cubicBezTo>
                    <a:pt x="1" y="193"/>
                    <a:pt x="670" y="3137"/>
                    <a:pt x="1259" y="4128"/>
                  </a:cubicBezTo>
                  <a:cubicBezTo>
                    <a:pt x="1473" y="4502"/>
                    <a:pt x="1767" y="4850"/>
                    <a:pt x="2142" y="5064"/>
                  </a:cubicBezTo>
                  <a:cubicBezTo>
                    <a:pt x="2352" y="5185"/>
                    <a:pt x="2597" y="5254"/>
                    <a:pt x="2837" y="5254"/>
                  </a:cubicBezTo>
                  <a:cubicBezTo>
                    <a:pt x="3024" y="5254"/>
                    <a:pt x="3209" y="5212"/>
                    <a:pt x="3373" y="5118"/>
                  </a:cubicBezTo>
                  <a:cubicBezTo>
                    <a:pt x="3935" y="4823"/>
                    <a:pt x="4123" y="4128"/>
                    <a:pt x="4096" y="3485"/>
                  </a:cubicBezTo>
                  <a:cubicBezTo>
                    <a:pt x="4096" y="2390"/>
                    <a:pt x="3410" y="0"/>
                    <a:pt x="19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592;p70">
              <a:extLst>
                <a:ext uri="{FF2B5EF4-FFF2-40B4-BE49-F238E27FC236}">
                  <a16:creationId xmlns:a16="http://schemas.microsoft.com/office/drawing/2014/main" id="{9FC1112D-36A1-D26D-C0B2-D590CC9851A1}"/>
                </a:ext>
              </a:extLst>
            </p:cNvPr>
            <p:cNvSpPr/>
            <p:nvPr/>
          </p:nvSpPr>
          <p:spPr>
            <a:xfrm>
              <a:off x="5644100" y="1355925"/>
              <a:ext cx="283075" cy="944850"/>
            </a:xfrm>
            <a:custGeom>
              <a:avLst/>
              <a:gdLst/>
              <a:ahLst/>
              <a:cxnLst/>
              <a:rect l="l" t="t" r="r" b="b"/>
              <a:pathLst>
                <a:path w="11323" h="37794" extrusionOk="0">
                  <a:moveTo>
                    <a:pt x="3560" y="1"/>
                  </a:moveTo>
                  <a:lnTo>
                    <a:pt x="3748" y="643"/>
                  </a:lnTo>
                  <a:cubicBezTo>
                    <a:pt x="3748" y="643"/>
                    <a:pt x="1" y="2704"/>
                    <a:pt x="991" y="9262"/>
                  </a:cubicBezTo>
                  <a:cubicBezTo>
                    <a:pt x="1018" y="9342"/>
                    <a:pt x="1018" y="9395"/>
                    <a:pt x="1044" y="9476"/>
                  </a:cubicBezTo>
                  <a:cubicBezTo>
                    <a:pt x="1205" y="10493"/>
                    <a:pt x="1500" y="11804"/>
                    <a:pt x="1928" y="13330"/>
                  </a:cubicBezTo>
                  <a:cubicBezTo>
                    <a:pt x="3373" y="18790"/>
                    <a:pt x="6076" y="26820"/>
                    <a:pt x="7896" y="32093"/>
                  </a:cubicBezTo>
                  <a:cubicBezTo>
                    <a:pt x="7896" y="32146"/>
                    <a:pt x="7923" y="32173"/>
                    <a:pt x="7923" y="32226"/>
                  </a:cubicBezTo>
                  <a:cubicBezTo>
                    <a:pt x="8673" y="34314"/>
                    <a:pt x="9235" y="35974"/>
                    <a:pt x="9556" y="36830"/>
                  </a:cubicBezTo>
                  <a:cubicBezTo>
                    <a:pt x="9717" y="37258"/>
                    <a:pt x="10065" y="37579"/>
                    <a:pt x="10520" y="37660"/>
                  </a:cubicBezTo>
                  <a:cubicBezTo>
                    <a:pt x="10734" y="37713"/>
                    <a:pt x="11001" y="37740"/>
                    <a:pt x="11323" y="37794"/>
                  </a:cubicBezTo>
                  <a:cubicBezTo>
                    <a:pt x="9288" y="33698"/>
                    <a:pt x="7977" y="29282"/>
                    <a:pt x="6879" y="24839"/>
                  </a:cubicBezTo>
                  <a:cubicBezTo>
                    <a:pt x="5755" y="20396"/>
                    <a:pt x="4872" y="15873"/>
                    <a:pt x="4176" y="11322"/>
                  </a:cubicBezTo>
                  <a:cubicBezTo>
                    <a:pt x="3908" y="9476"/>
                    <a:pt x="3668" y="7575"/>
                    <a:pt x="3721" y="5675"/>
                  </a:cubicBezTo>
                  <a:cubicBezTo>
                    <a:pt x="3721" y="4872"/>
                    <a:pt x="3801" y="4042"/>
                    <a:pt x="3962" y="3239"/>
                  </a:cubicBezTo>
                  <a:cubicBezTo>
                    <a:pt x="4069" y="2570"/>
                    <a:pt x="4444" y="1847"/>
                    <a:pt x="4444" y="1205"/>
                  </a:cubicBezTo>
                  <a:cubicBezTo>
                    <a:pt x="4444" y="536"/>
                    <a:pt x="4096" y="188"/>
                    <a:pt x="356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593;p70">
              <a:extLst>
                <a:ext uri="{FF2B5EF4-FFF2-40B4-BE49-F238E27FC236}">
                  <a16:creationId xmlns:a16="http://schemas.microsoft.com/office/drawing/2014/main" id="{3C23F296-3288-A4C5-C10E-93FC8290D630}"/>
                </a:ext>
              </a:extLst>
            </p:cNvPr>
            <p:cNvSpPr/>
            <p:nvPr/>
          </p:nvSpPr>
          <p:spPr>
            <a:xfrm>
              <a:off x="5627375" y="961675"/>
              <a:ext cx="594900" cy="382550"/>
            </a:xfrm>
            <a:custGeom>
              <a:avLst/>
              <a:gdLst/>
              <a:ahLst/>
              <a:cxnLst/>
              <a:rect l="l" t="t" r="r" b="b"/>
              <a:pathLst>
                <a:path w="23796" h="15302" extrusionOk="0">
                  <a:moveTo>
                    <a:pt x="19932" y="1"/>
                  </a:moveTo>
                  <a:cubicBezTo>
                    <a:pt x="19882" y="1"/>
                    <a:pt x="19831" y="2"/>
                    <a:pt x="19780" y="6"/>
                  </a:cubicBezTo>
                  <a:cubicBezTo>
                    <a:pt x="16167" y="247"/>
                    <a:pt x="7602" y="1237"/>
                    <a:pt x="1098" y="5118"/>
                  </a:cubicBezTo>
                  <a:cubicBezTo>
                    <a:pt x="536" y="5439"/>
                    <a:pt x="161" y="5974"/>
                    <a:pt x="54" y="6563"/>
                  </a:cubicBezTo>
                  <a:cubicBezTo>
                    <a:pt x="54" y="6617"/>
                    <a:pt x="54" y="6644"/>
                    <a:pt x="27" y="6670"/>
                  </a:cubicBezTo>
                  <a:cubicBezTo>
                    <a:pt x="0" y="6938"/>
                    <a:pt x="0" y="7232"/>
                    <a:pt x="81" y="7500"/>
                  </a:cubicBezTo>
                  <a:lnTo>
                    <a:pt x="1901" y="14780"/>
                  </a:lnTo>
                  <a:cubicBezTo>
                    <a:pt x="1901" y="14780"/>
                    <a:pt x="2490" y="15048"/>
                    <a:pt x="3694" y="15182"/>
                  </a:cubicBezTo>
                  <a:cubicBezTo>
                    <a:pt x="3721" y="15182"/>
                    <a:pt x="3748" y="15182"/>
                    <a:pt x="3801" y="15209"/>
                  </a:cubicBezTo>
                  <a:cubicBezTo>
                    <a:pt x="4272" y="15261"/>
                    <a:pt x="4834" y="15302"/>
                    <a:pt x="5486" y="15302"/>
                  </a:cubicBezTo>
                  <a:cubicBezTo>
                    <a:pt x="5835" y="15302"/>
                    <a:pt x="6210" y="15290"/>
                    <a:pt x="6612" y="15262"/>
                  </a:cubicBezTo>
                  <a:cubicBezTo>
                    <a:pt x="6665" y="15262"/>
                    <a:pt x="6692" y="15262"/>
                    <a:pt x="6719" y="15235"/>
                  </a:cubicBezTo>
                  <a:cubicBezTo>
                    <a:pt x="7629" y="15182"/>
                    <a:pt x="8646" y="15048"/>
                    <a:pt x="9797" y="14807"/>
                  </a:cubicBezTo>
                  <a:cubicBezTo>
                    <a:pt x="9823" y="14807"/>
                    <a:pt x="9877" y="14780"/>
                    <a:pt x="9904" y="14780"/>
                  </a:cubicBezTo>
                  <a:cubicBezTo>
                    <a:pt x="10974" y="14566"/>
                    <a:pt x="12152" y="14245"/>
                    <a:pt x="13437" y="13790"/>
                  </a:cubicBezTo>
                  <a:cubicBezTo>
                    <a:pt x="13464" y="13763"/>
                    <a:pt x="13490" y="13763"/>
                    <a:pt x="13544" y="13763"/>
                  </a:cubicBezTo>
                  <a:cubicBezTo>
                    <a:pt x="13731" y="13683"/>
                    <a:pt x="13919" y="13603"/>
                    <a:pt x="14133" y="13549"/>
                  </a:cubicBezTo>
                  <a:cubicBezTo>
                    <a:pt x="15043" y="13201"/>
                    <a:pt x="15899" y="12853"/>
                    <a:pt x="16649" y="12532"/>
                  </a:cubicBezTo>
                  <a:cubicBezTo>
                    <a:pt x="16702" y="12505"/>
                    <a:pt x="16729" y="12505"/>
                    <a:pt x="16756" y="12479"/>
                  </a:cubicBezTo>
                  <a:cubicBezTo>
                    <a:pt x="17853" y="11997"/>
                    <a:pt x="18817" y="11515"/>
                    <a:pt x="19593" y="11087"/>
                  </a:cubicBezTo>
                  <a:cubicBezTo>
                    <a:pt x="19646" y="11060"/>
                    <a:pt x="19673" y="11033"/>
                    <a:pt x="19700" y="11033"/>
                  </a:cubicBezTo>
                  <a:cubicBezTo>
                    <a:pt x="20717" y="10444"/>
                    <a:pt x="21493" y="9936"/>
                    <a:pt x="22055" y="9481"/>
                  </a:cubicBezTo>
                  <a:cubicBezTo>
                    <a:pt x="22109" y="9454"/>
                    <a:pt x="22136" y="9427"/>
                    <a:pt x="22162" y="9400"/>
                  </a:cubicBezTo>
                  <a:cubicBezTo>
                    <a:pt x="23447" y="8410"/>
                    <a:pt x="23795" y="7741"/>
                    <a:pt x="23795" y="7741"/>
                  </a:cubicBezTo>
                  <a:lnTo>
                    <a:pt x="22002" y="1558"/>
                  </a:lnTo>
                  <a:cubicBezTo>
                    <a:pt x="21841" y="996"/>
                    <a:pt x="21467" y="541"/>
                    <a:pt x="20985" y="273"/>
                  </a:cubicBezTo>
                  <a:cubicBezTo>
                    <a:pt x="20931" y="247"/>
                    <a:pt x="20904" y="220"/>
                    <a:pt x="20878" y="220"/>
                  </a:cubicBezTo>
                  <a:cubicBezTo>
                    <a:pt x="20597" y="80"/>
                    <a:pt x="20276" y="1"/>
                    <a:pt x="19932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594;p70">
              <a:extLst>
                <a:ext uri="{FF2B5EF4-FFF2-40B4-BE49-F238E27FC236}">
                  <a16:creationId xmlns:a16="http://schemas.microsoft.com/office/drawing/2014/main" id="{FA8B2859-E91F-4743-879F-6B06C80A87C1}"/>
                </a:ext>
              </a:extLst>
            </p:cNvPr>
            <p:cNvSpPr/>
            <p:nvPr/>
          </p:nvSpPr>
          <p:spPr>
            <a:xfrm>
              <a:off x="5628050" y="967150"/>
              <a:ext cx="523950" cy="165975"/>
            </a:xfrm>
            <a:custGeom>
              <a:avLst/>
              <a:gdLst/>
              <a:ahLst/>
              <a:cxnLst/>
              <a:rect l="l" t="t" r="r" b="b"/>
              <a:pathLst>
                <a:path w="20958" h="6639" extrusionOk="0">
                  <a:moveTo>
                    <a:pt x="20851" y="1"/>
                  </a:moveTo>
                  <a:cubicBezTo>
                    <a:pt x="20235" y="536"/>
                    <a:pt x="19566" y="1018"/>
                    <a:pt x="18897" y="1446"/>
                  </a:cubicBezTo>
                  <a:lnTo>
                    <a:pt x="18870" y="1446"/>
                  </a:lnTo>
                  <a:cubicBezTo>
                    <a:pt x="16434" y="3025"/>
                    <a:pt x="13704" y="4016"/>
                    <a:pt x="11188" y="4819"/>
                  </a:cubicBezTo>
                  <a:cubicBezTo>
                    <a:pt x="9449" y="5381"/>
                    <a:pt x="7575" y="5809"/>
                    <a:pt x="5407" y="6130"/>
                  </a:cubicBezTo>
                  <a:cubicBezTo>
                    <a:pt x="3881" y="6379"/>
                    <a:pt x="2724" y="6535"/>
                    <a:pt x="1728" y="6535"/>
                  </a:cubicBezTo>
                  <a:cubicBezTo>
                    <a:pt x="1117" y="6535"/>
                    <a:pt x="566" y="6477"/>
                    <a:pt x="27" y="6344"/>
                  </a:cubicBezTo>
                  <a:cubicBezTo>
                    <a:pt x="27" y="6398"/>
                    <a:pt x="27" y="6425"/>
                    <a:pt x="0" y="6451"/>
                  </a:cubicBezTo>
                  <a:cubicBezTo>
                    <a:pt x="455" y="6558"/>
                    <a:pt x="884" y="6612"/>
                    <a:pt x="1365" y="6639"/>
                  </a:cubicBezTo>
                  <a:lnTo>
                    <a:pt x="1686" y="6639"/>
                  </a:lnTo>
                  <a:cubicBezTo>
                    <a:pt x="2436" y="6639"/>
                    <a:pt x="3266" y="6558"/>
                    <a:pt x="4283" y="6425"/>
                  </a:cubicBezTo>
                  <a:cubicBezTo>
                    <a:pt x="4310" y="6398"/>
                    <a:pt x="4336" y="6398"/>
                    <a:pt x="4390" y="6398"/>
                  </a:cubicBezTo>
                  <a:cubicBezTo>
                    <a:pt x="4711" y="6344"/>
                    <a:pt x="5059" y="6291"/>
                    <a:pt x="5407" y="6237"/>
                  </a:cubicBezTo>
                  <a:cubicBezTo>
                    <a:pt x="6130" y="6130"/>
                    <a:pt x="6799" y="6023"/>
                    <a:pt x="7468" y="5889"/>
                  </a:cubicBezTo>
                  <a:cubicBezTo>
                    <a:pt x="7495" y="5863"/>
                    <a:pt x="7548" y="5863"/>
                    <a:pt x="7575" y="5863"/>
                  </a:cubicBezTo>
                  <a:cubicBezTo>
                    <a:pt x="8619" y="5648"/>
                    <a:pt x="9582" y="5408"/>
                    <a:pt x="10492" y="5140"/>
                  </a:cubicBezTo>
                  <a:cubicBezTo>
                    <a:pt x="10546" y="5140"/>
                    <a:pt x="10573" y="5113"/>
                    <a:pt x="10599" y="5113"/>
                  </a:cubicBezTo>
                  <a:cubicBezTo>
                    <a:pt x="10814" y="5060"/>
                    <a:pt x="11028" y="4979"/>
                    <a:pt x="11215" y="4926"/>
                  </a:cubicBezTo>
                  <a:cubicBezTo>
                    <a:pt x="11938" y="4712"/>
                    <a:pt x="12660" y="4444"/>
                    <a:pt x="13410" y="4176"/>
                  </a:cubicBezTo>
                  <a:cubicBezTo>
                    <a:pt x="13437" y="4176"/>
                    <a:pt x="13463" y="4150"/>
                    <a:pt x="13517" y="4150"/>
                  </a:cubicBezTo>
                  <a:cubicBezTo>
                    <a:pt x="14400" y="3828"/>
                    <a:pt x="15283" y="3454"/>
                    <a:pt x="16167" y="3052"/>
                  </a:cubicBezTo>
                  <a:cubicBezTo>
                    <a:pt x="16193" y="3052"/>
                    <a:pt x="16220" y="3025"/>
                    <a:pt x="16247" y="2999"/>
                  </a:cubicBezTo>
                  <a:cubicBezTo>
                    <a:pt x="17157" y="2597"/>
                    <a:pt x="18067" y="2115"/>
                    <a:pt x="18924" y="1553"/>
                  </a:cubicBezTo>
                  <a:cubicBezTo>
                    <a:pt x="18950" y="1527"/>
                    <a:pt x="18977" y="1527"/>
                    <a:pt x="19004" y="1500"/>
                  </a:cubicBezTo>
                  <a:cubicBezTo>
                    <a:pt x="19673" y="1045"/>
                    <a:pt x="20342" y="590"/>
                    <a:pt x="20958" y="54"/>
                  </a:cubicBezTo>
                  <a:cubicBezTo>
                    <a:pt x="20904" y="28"/>
                    <a:pt x="20877" y="1"/>
                    <a:pt x="2085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595;p70">
              <a:extLst>
                <a:ext uri="{FF2B5EF4-FFF2-40B4-BE49-F238E27FC236}">
                  <a16:creationId xmlns:a16="http://schemas.microsoft.com/office/drawing/2014/main" id="{C286AF61-71B3-436C-7444-EA88F725E2B6}"/>
                </a:ext>
              </a:extLst>
            </p:cNvPr>
            <p:cNvSpPr/>
            <p:nvPr/>
          </p:nvSpPr>
          <p:spPr>
            <a:xfrm>
              <a:off x="5662175" y="1131775"/>
              <a:ext cx="60250" cy="210125"/>
            </a:xfrm>
            <a:custGeom>
              <a:avLst/>
              <a:gdLst/>
              <a:ahLst/>
              <a:cxnLst/>
              <a:rect l="l" t="t" r="r" b="b"/>
              <a:pathLst>
                <a:path w="2410" h="8405" extrusionOk="0">
                  <a:moveTo>
                    <a:pt x="107" y="0"/>
                  </a:moveTo>
                  <a:lnTo>
                    <a:pt x="0" y="27"/>
                  </a:lnTo>
                  <a:lnTo>
                    <a:pt x="0" y="54"/>
                  </a:lnTo>
                  <a:lnTo>
                    <a:pt x="2302" y="8378"/>
                  </a:lnTo>
                  <a:cubicBezTo>
                    <a:pt x="2329" y="8378"/>
                    <a:pt x="2356" y="8378"/>
                    <a:pt x="2409" y="8405"/>
                  </a:cubicBezTo>
                  <a:lnTo>
                    <a:pt x="107" y="5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596;p70">
              <a:extLst>
                <a:ext uri="{FF2B5EF4-FFF2-40B4-BE49-F238E27FC236}">
                  <a16:creationId xmlns:a16="http://schemas.microsoft.com/office/drawing/2014/main" id="{D4DF65BC-71A8-8730-A5AD-C67E3E42FBBB}"/>
                </a:ext>
              </a:extLst>
            </p:cNvPr>
            <p:cNvSpPr/>
            <p:nvPr/>
          </p:nvSpPr>
          <p:spPr>
            <a:xfrm>
              <a:off x="5735100" y="1125750"/>
              <a:ext cx="60925" cy="217500"/>
            </a:xfrm>
            <a:custGeom>
              <a:avLst/>
              <a:gdLst/>
              <a:ahLst/>
              <a:cxnLst/>
              <a:rect l="l" t="t" r="r" b="b"/>
              <a:pathLst>
                <a:path w="2437" h="8700" extrusionOk="0">
                  <a:moveTo>
                    <a:pt x="81" y="0"/>
                  </a:moveTo>
                  <a:lnTo>
                    <a:pt x="1" y="27"/>
                  </a:lnTo>
                  <a:cubicBezTo>
                    <a:pt x="1" y="54"/>
                    <a:pt x="1" y="54"/>
                    <a:pt x="1" y="81"/>
                  </a:cubicBezTo>
                  <a:cubicBezTo>
                    <a:pt x="402" y="1606"/>
                    <a:pt x="830" y="3159"/>
                    <a:pt x="1232" y="4711"/>
                  </a:cubicBezTo>
                  <a:cubicBezTo>
                    <a:pt x="1607" y="6049"/>
                    <a:pt x="1955" y="7361"/>
                    <a:pt x="2303" y="8699"/>
                  </a:cubicBezTo>
                  <a:cubicBezTo>
                    <a:pt x="2356" y="8699"/>
                    <a:pt x="2383" y="8699"/>
                    <a:pt x="2436" y="8672"/>
                  </a:cubicBezTo>
                  <a:cubicBezTo>
                    <a:pt x="2062" y="7361"/>
                    <a:pt x="1714" y="6023"/>
                    <a:pt x="1339" y="4658"/>
                  </a:cubicBezTo>
                  <a:cubicBezTo>
                    <a:pt x="938" y="3132"/>
                    <a:pt x="509" y="1580"/>
                    <a:pt x="108" y="54"/>
                  </a:cubicBezTo>
                  <a:cubicBezTo>
                    <a:pt x="108" y="27"/>
                    <a:pt x="108" y="27"/>
                    <a:pt x="81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2597;p70">
              <a:extLst>
                <a:ext uri="{FF2B5EF4-FFF2-40B4-BE49-F238E27FC236}">
                  <a16:creationId xmlns:a16="http://schemas.microsoft.com/office/drawing/2014/main" id="{794846AA-4DD4-5E3D-7F2E-4D7D58BCBE36}"/>
                </a:ext>
              </a:extLst>
            </p:cNvPr>
            <p:cNvSpPr/>
            <p:nvPr/>
          </p:nvSpPr>
          <p:spPr>
            <a:xfrm>
              <a:off x="5814075" y="1112375"/>
              <a:ext cx="60900" cy="219500"/>
            </a:xfrm>
            <a:custGeom>
              <a:avLst/>
              <a:gdLst/>
              <a:ahLst/>
              <a:cxnLst/>
              <a:rect l="l" t="t" r="r" b="b"/>
              <a:pathLst>
                <a:path w="2436" h="8780" extrusionOk="0">
                  <a:moveTo>
                    <a:pt x="107" y="0"/>
                  </a:moveTo>
                  <a:lnTo>
                    <a:pt x="0" y="27"/>
                  </a:lnTo>
                  <a:cubicBezTo>
                    <a:pt x="0" y="27"/>
                    <a:pt x="27" y="54"/>
                    <a:pt x="27" y="80"/>
                  </a:cubicBezTo>
                  <a:cubicBezTo>
                    <a:pt x="776" y="2944"/>
                    <a:pt x="1553" y="5888"/>
                    <a:pt x="2329" y="8779"/>
                  </a:cubicBezTo>
                  <a:cubicBezTo>
                    <a:pt x="2355" y="8779"/>
                    <a:pt x="2409" y="8752"/>
                    <a:pt x="2436" y="8752"/>
                  </a:cubicBezTo>
                  <a:cubicBezTo>
                    <a:pt x="1660" y="5862"/>
                    <a:pt x="883" y="2944"/>
                    <a:pt x="134" y="54"/>
                  </a:cubicBezTo>
                  <a:cubicBezTo>
                    <a:pt x="134" y="27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2598;p70">
              <a:extLst>
                <a:ext uri="{FF2B5EF4-FFF2-40B4-BE49-F238E27FC236}">
                  <a16:creationId xmlns:a16="http://schemas.microsoft.com/office/drawing/2014/main" id="{CE135E56-38AF-B9AD-AB23-C25006CBC9BE}"/>
                </a:ext>
              </a:extLst>
            </p:cNvPr>
            <p:cNvSpPr/>
            <p:nvPr/>
          </p:nvSpPr>
          <p:spPr>
            <a:xfrm>
              <a:off x="5890350" y="1092950"/>
              <a:ext cx="75625" cy="213500"/>
            </a:xfrm>
            <a:custGeom>
              <a:avLst/>
              <a:gdLst/>
              <a:ahLst/>
              <a:cxnLst/>
              <a:rect l="l" t="t" r="r" b="b"/>
              <a:pathLst>
                <a:path w="3025" h="8540" extrusionOk="0">
                  <a:moveTo>
                    <a:pt x="81" y="1"/>
                  </a:moveTo>
                  <a:lnTo>
                    <a:pt x="0" y="54"/>
                  </a:lnTo>
                  <a:cubicBezTo>
                    <a:pt x="0" y="81"/>
                    <a:pt x="0" y="81"/>
                    <a:pt x="0" y="108"/>
                  </a:cubicBezTo>
                  <a:cubicBezTo>
                    <a:pt x="1017" y="2892"/>
                    <a:pt x="1981" y="5729"/>
                    <a:pt x="2918" y="8539"/>
                  </a:cubicBezTo>
                  <a:cubicBezTo>
                    <a:pt x="2945" y="8512"/>
                    <a:pt x="2971" y="8512"/>
                    <a:pt x="3025" y="8512"/>
                  </a:cubicBezTo>
                  <a:cubicBezTo>
                    <a:pt x="2088" y="5702"/>
                    <a:pt x="1098" y="2865"/>
                    <a:pt x="107" y="81"/>
                  </a:cubicBezTo>
                  <a:cubicBezTo>
                    <a:pt x="107" y="54"/>
                    <a:pt x="107" y="28"/>
                    <a:pt x="8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2599;p70">
              <a:extLst>
                <a:ext uri="{FF2B5EF4-FFF2-40B4-BE49-F238E27FC236}">
                  <a16:creationId xmlns:a16="http://schemas.microsoft.com/office/drawing/2014/main" id="{C43238E7-5D8C-316B-E974-436679BC24B6}"/>
                </a:ext>
              </a:extLst>
            </p:cNvPr>
            <p:cNvSpPr/>
            <p:nvPr/>
          </p:nvSpPr>
          <p:spPr>
            <a:xfrm>
              <a:off x="5961950" y="1068200"/>
              <a:ext cx="84325" cy="206800"/>
            </a:xfrm>
            <a:custGeom>
              <a:avLst/>
              <a:gdLst/>
              <a:ahLst/>
              <a:cxnLst/>
              <a:rect l="l" t="t" r="r" b="b"/>
              <a:pathLst>
                <a:path w="3373" h="8272" extrusionOk="0">
                  <a:moveTo>
                    <a:pt x="107" y="1"/>
                  </a:moveTo>
                  <a:lnTo>
                    <a:pt x="0" y="54"/>
                  </a:lnTo>
                  <a:lnTo>
                    <a:pt x="54" y="134"/>
                  </a:lnTo>
                  <a:lnTo>
                    <a:pt x="3266" y="8271"/>
                  </a:lnTo>
                  <a:cubicBezTo>
                    <a:pt x="3319" y="8244"/>
                    <a:pt x="3346" y="8244"/>
                    <a:pt x="3373" y="8218"/>
                  </a:cubicBezTo>
                  <a:lnTo>
                    <a:pt x="161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2600;p70">
              <a:extLst>
                <a:ext uri="{FF2B5EF4-FFF2-40B4-BE49-F238E27FC236}">
                  <a16:creationId xmlns:a16="http://schemas.microsoft.com/office/drawing/2014/main" id="{B9FBBA9B-F748-84C8-A130-7FB21AA539E7}"/>
                </a:ext>
              </a:extLst>
            </p:cNvPr>
            <p:cNvSpPr/>
            <p:nvPr/>
          </p:nvSpPr>
          <p:spPr>
            <a:xfrm>
              <a:off x="6031525" y="1042100"/>
              <a:ext cx="88350" cy="196750"/>
            </a:xfrm>
            <a:custGeom>
              <a:avLst/>
              <a:gdLst/>
              <a:ahLst/>
              <a:cxnLst/>
              <a:rect l="l" t="t" r="r" b="b"/>
              <a:pathLst>
                <a:path w="3534" h="7870" extrusionOk="0">
                  <a:moveTo>
                    <a:pt x="108" y="1"/>
                  </a:moveTo>
                  <a:lnTo>
                    <a:pt x="1" y="27"/>
                  </a:lnTo>
                  <a:cubicBezTo>
                    <a:pt x="1" y="54"/>
                    <a:pt x="1" y="54"/>
                    <a:pt x="28" y="54"/>
                  </a:cubicBezTo>
                  <a:cubicBezTo>
                    <a:pt x="1098" y="2677"/>
                    <a:pt x="2249" y="5300"/>
                    <a:pt x="3427" y="7870"/>
                  </a:cubicBezTo>
                  <a:cubicBezTo>
                    <a:pt x="3480" y="7843"/>
                    <a:pt x="3507" y="7816"/>
                    <a:pt x="3534" y="7816"/>
                  </a:cubicBezTo>
                  <a:cubicBezTo>
                    <a:pt x="2330" y="5247"/>
                    <a:pt x="1179" y="2624"/>
                    <a:pt x="108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2601;p70">
              <a:extLst>
                <a:ext uri="{FF2B5EF4-FFF2-40B4-BE49-F238E27FC236}">
                  <a16:creationId xmlns:a16="http://schemas.microsoft.com/office/drawing/2014/main" id="{6F944D0C-E7B8-62AF-3276-80F5D5907136}"/>
                </a:ext>
              </a:extLst>
            </p:cNvPr>
            <p:cNvSpPr/>
            <p:nvPr/>
          </p:nvSpPr>
          <p:spPr>
            <a:xfrm>
              <a:off x="6099800" y="1002625"/>
              <a:ext cx="81650" cy="196075"/>
            </a:xfrm>
            <a:custGeom>
              <a:avLst/>
              <a:gdLst/>
              <a:ahLst/>
              <a:cxnLst/>
              <a:rect l="l" t="t" r="r" b="b"/>
              <a:pathLst>
                <a:path w="3266" h="7843" extrusionOk="0">
                  <a:moveTo>
                    <a:pt x="107" y="0"/>
                  </a:moveTo>
                  <a:lnTo>
                    <a:pt x="0" y="27"/>
                  </a:lnTo>
                  <a:cubicBezTo>
                    <a:pt x="27" y="81"/>
                    <a:pt x="27" y="108"/>
                    <a:pt x="54" y="134"/>
                  </a:cubicBezTo>
                  <a:cubicBezTo>
                    <a:pt x="1178" y="2650"/>
                    <a:pt x="2222" y="5247"/>
                    <a:pt x="3158" y="7843"/>
                  </a:cubicBezTo>
                  <a:cubicBezTo>
                    <a:pt x="3212" y="7816"/>
                    <a:pt x="3239" y="7789"/>
                    <a:pt x="3265" y="7762"/>
                  </a:cubicBezTo>
                  <a:cubicBezTo>
                    <a:pt x="2329" y="5166"/>
                    <a:pt x="1285" y="2597"/>
                    <a:pt x="134" y="81"/>
                  </a:cubicBezTo>
                  <a:cubicBezTo>
                    <a:pt x="134" y="54"/>
                    <a:pt x="107" y="27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2602;p70">
              <a:extLst>
                <a:ext uri="{FF2B5EF4-FFF2-40B4-BE49-F238E27FC236}">
                  <a16:creationId xmlns:a16="http://schemas.microsoft.com/office/drawing/2014/main" id="{C06424E2-C2AA-5BA0-E46E-D70927672D2E}"/>
                </a:ext>
              </a:extLst>
            </p:cNvPr>
            <p:cNvSpPr/>
            <p:nvPr/>
          </p:nvSpPr>
          <p:spPr>
            <a:xfrm>
              <a:off x="5514950" y="1598750"/>
              <a:ext cx="230875" cy="284850"/>
            </a:xfrm>
            <a:custGeom>
              <a:avLst/>
              <a:gdLst/>
              <a:ahLst/>
              <a:cxnLst/>
              <a:rect l="l" t="t" r="r" b="b"/>
              <a:pathLst>
                <a:path w="9235" h="11394" extrusionOk="0">
                  <a:moveTo>
                    <a:pt x="5839" y="0"/>
                  </a:moveTo>
                  <a:cubicBezTo>
                    <a:pt x="4076" y="0"/>
                    <a:pt x="2090" y="1726"/>
                    <a:pt x="1098" y="4286"/>
                  </a:cubicBezTo>
                  <a:cubicBezTo>
                    <a:pt x="1071" y="4286"/>
                    <a:pt x="1071" y="4313"/>
                    <a:pt x="1071" y="4340"/>
                  </a:cubicBezTo>
                  <a:cubicBezTo>
                    <a:pt x="1" y="7070"/>
                    <a:pt x="402" y="9827"/>
                    <a:pt x="1901" y="10924"/>
                  </a:cubicBezTo>
                  <a:cubicBezTo>
                    <a:pt x="2062" y="11058"/>
                    <a:pt x="2249" y="11138"/>
                    <a:pt x="2463" y="11218"/>
                  </a:cubicBezTo>
                  <a:cubicBezTo>
                    <a:pt x="2762" y="11337"/>
                    <a:pt x="3075" y="11394"/>
                    <a:pt x="3394" y="11394"/>
                  </a:cubicBezTo>
                  <a:cubicBezTo>
                    <a:pt x="5163" y="11394"/>
                    <a:pt x="7140" y="9654"/>
                    <a:pt x="8138" y="7070"/>
                  </a:cubicBezTo>
                  <a:cubicBezTo>
                    <a:pt x="8218" y="6856"/>
                    <a:pt x="8298" y="6668"/>
                    <a:pt x="8352" y="6454"/>
                  </a:cubicBezTo>
                  <a:cubicBezTo>
                    <a:pt x="9235" y="3617"/>
                    <a:pt x="8566" y="887"/>
                    <a:pt x="6746" y="164"/>
                  </a:cubicBezTo>
                  <a:cubicBezTo>
                    <a:pt x="6719" y="164"/>
                    <a:pt x="6692" y="137"/>
                    <a:pt x="6666" y="137"/>
                  </a:cubicBezTo>
                  <a:cubicBezTo>
                    <a:pt x="6399" y="45"/>
                    <a:pt x="6122" y="0"/>
                    <a:pt x="583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2603;p70">
              <a:extLst>
                <a:ext uri="{FF2B5EF4-FFF2-40B4-BE49-F238E27FC236}">
                  <a16:creationId xmlns:a16="http://schemas.microsoft.com/office/drawing/2014/main" id="{E9E9BA35-E8F0-54D6-C110-9B3661112C82}"/>
                </a:ext>
              </a:extLst>
            </p:cNvPr>
            <p:cNvSpPr/>
            <p:nvPr/>
          </p:nvSpPr>
          <p:spPr>
            <a:xfrm>
              <a:off x="5495550" y="1590600"/>
              <a:ext cx="232225" cy="284675"/>
            </a:xfrm>
            <a:custGeom>
              <a:avLst/>
              <a:gdLst/>
              <a:ahLst/>
              <a:cxnLst/>
              <a:rect l="l" t="t" r="r" b="b"/>
              <a:pathLst>
                <a:path w="9289" h="11387" extrusionOk="0">
                  <a:moveTo>
                    <a:pt x="5965" y="1"/>
                  </a:moveTo>
                  <a:cubicBezTo>
                    <a:pt x="4211" y="1"/>
                    <a:pt x="2231" y="1699"/>
                    <a:pt x="1232" y="4264"/>
                  </a:cubicBezTo>
                  <a:cubicBezTo>
                    <a:pt x="1205" y="4264"/>
                    <a:pt x="1205" y="4291"/>
                    <a:pt x="1205" y="4318"/>
                  </a:cubicBezTo>
                  <a:cubicBezTo>
                    <a:pt x="1" y="7369"/>
                    <a:pt x="643" y="10447"/>
                    <a:pt x="2570" y="11223"/>
                  </a:cubicBezTo>
                  <a:cubicBezTo>
                    <a:pt x="2624" y="11223"/>
                    <a:pt x="2650" y="11250"/>
                    <a:pt x="2677" y="11250"/>
                  </a:cubicBezTo>
                  <a:cubicBezTo>
                    <a:pt x="2943" y="11342"/>
                    <a:pt x="3220" y="11387"/>
                    <a:pt x="3503" y="11387"/>
                  </a:cubicBezTo>
                  <a:cubicBezTo>
                    <a:pt x="5267" y="11387"/>
                    <a:pt x="7256" y="9658"/>
                    <a:pt x="8271" y="7074"/>
                  </a:cubicBezTo>
                  <a:cubicBezTo>
                    <a:pt x="8298" y="6941"/>
                    <a:pt x="8352" y="6834"/>
                    <a:pt x="8378" y="6727"/>
                  </a:cubicBezTo>
                  <a:cubicBezTo>
                    <a:pt x="9288" y="4103"/>
                    <a:pt x="8860" y="1507"/>
                    <a:pt x="7442" y="463"/>
                  </a:cubicBezTo>
                  <a:cubicBezTo>
                    <a:pt x="7254" y="356"/>
                    <a:pt x="7067" y="249"/>
                    <a:pt x="6879" y="169"/>
                  </a:cubicBezTo>
                  <a:cubicBezTo>
                    <a:pt x="6587" y="55"/>
                    <a:pt x="6279" y="1"/>
                    <a:pt x="596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2604;p70">
              <a:extLst>
                <a:ext uri="{FF2B5EF4-FFF2-40B4-BE49-F238E27FC236}">
                  <a16:creationId xmlns:a16="http://schemas.microsoft.com/office/drawing/2014/main" id="{EE5C0CA7-908E-B127-DACE-67AC761F34CB}"/>
                </a:ext>
              </a:extLst>
            </p:cNvPr>
            <p:cNvSpPr/>
            <p:nvPr/>
          </p:nvSpPr>
          <p:spPr>
            <a:xfrm>
              <a:off x="5526325" y="1590600"/>
              <a:ext cx="201450" cy="168175"/>
            </a:xfrm>
            <a:custGeom>
              <a:avLst/>
              <a:gdLst/>
              <a:ahLst/>
              <a:cxnLst/>
              <a:rect l="l" t="t" r="r" b="b"/>
              <a:pathLst>
                <a:path w="8058" h="6727" extrusionOk="0">
                  <a:moveTo>
                    <a:pt x="4734" y="1"/>
                  </a:moveTo>
                  <a:cubicBezTo>
                    <a:pt x="2980" y="1"/>
                    <a:pt x="1000" y="1699"/>
                    <a:pt x="1" y="4264"/>
                  </a:cubicBezTo>
                  <a:cubicBezTo>
                    <a:pt x="215" y="4371"/>
                    <a:pt x="429" y="4505"/>
                    <a:pt x="643" y="4612"/>
                  </a:cubicBezTo>
                  <a:cubicBezTo>
                    <a:pt x="2062" y="5361"/>
                    <a:pt x="3614" y="5870"/>
                    <a:pt x="5167" y="6298"/>
                  </a:cubicBezTo>
                  <a:cubicBezTo>
                    <a:pt x="5836" y="6486"/>
                    <a:pt x="6478" y="6646"/>
                    <a:pt x="7147" y="6727"/>
                  </a:cubicBezTo>
                  <a:cubicBezTo>
                    <a:pt x="8057" y="4103"/>
                    <a:pt x="7629" y="1507"/>
                    <a:pt x="6211" y="463"/>
                  </a:cubicBezTo>
                  <a:cubicBezTo>
                    <a:pt x="6023" y="356"/>
                    <a:pt x="5836" y="249"/>
                    <a:pt x="5648" y="169"/>
                  </a:cubicBezTo>
                  <a:cubicBezTo>
                    <a:pt x="5356" y="55"/>
                    <a:pt x="5048" y="1"/>
                    <a:pt x="4734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2605;p70">
              <a:extLst>
                <a:ext uri="{FF2B5EF4-FFF2-40B4-BE49-F238E27FC236}">
                  <a16:creationId xmlns:a16="http://schemas.microsoft.com/office/drawing/2014/main" id="{D9C9C396-8621-473C-EF6B-C0BFB11E9E7D}"/>
                </a:ext>
              </a:extLst>
            </p:cNvPr>
            <p:cNvSpPr/>
            <p:nvPr/>
          </p:nvSpPr>
          <p:spPr>
            <a:xfrm>
              <a:off x="6252350" y="966025"/>
              <a:ext cx="246275" cy="270650"/>
            </a:xfrm>
            <a:custGeom>
              <a:avLst/>
              <a:gdLst/>
              <a:ahLst/>
              <a:cxnLst/>
              <a:rect l="l" t="t" r="r" b="b"/>
              <a:pathLst>
                <a:path w="9851" h="10826" extrusionOk="0">
                  <a:moveTo>
                    <a:pt x="6619" y="0"/>
                  </a:moveTo>
                  <a:cubicBezTo>
                    <a:pt x="4987" y="0"/>
                    <a:pt x="3038" y="1274"/>
                    <a:pt x="1714" y="3365"/>
                  </a:cubicBezTo>
                  <a:cubicBezTo>
                    <a:pt x="1714" y="3365"/>
                    <a:pt x="1687" y="3392"/>
                    <a:pt x="1687" y="3392"/>
                  </a:cubicBezTo>
                  <a:cubicBezTo>
                    <a:pt x="134" y="5908"/>
                    <a:pt x="1" y="8691"/>
                    <a:pt x="1259" y="10029"/>
                  </a:cubicBezTo>
                  <a:cubicBezTo>
                    <a:pt x="1419" y="10190"/>
                    <a:pt x="1580" y="10324"/>
                    <a:pt x="1767" y="10431"/>
                  </a:cubicBezTo>
                  <a:cubicBezTo>
                    <a:pt x="2188" y="10698"/>
                    <a:pt x="2670" y="10825"/>
                    <a:pt x="3185" y="10825"/>
                  </a:cubicBezTo>
                  <a:cubicBezTo>
                    <a:pt x="4832" y="10825"/>
                    <a:pt x="6805" y="9528"/>
                    <a:pt x="8111" y="7406"/>
                  </a:cubicBezTo>
                  <a:cubicBezTo>
                    <a:pt x="8244" y="7219"/>
                    <a:pt x="8351" y="7032"/>
                    <a:pt x="8459" y="6844"/>
                  </a:cubicBezTo>
                  <a:cubicBezTo>
                    <a:pt x="9850" y="4221"/>
                    <a:pt x="9690" y="1411"/>
                    <a:pt x="8057" y="367"/>
                  </a:cubicBezTo>
                  <a:cubicBezTo>
                    <a:pt x="8030" y="367"/>
                    <a:pt x="7977" y="340"/>
                    <a:pt x="7950" y="340"/>
                  </a:cubicBezTo>
                  <a:cubicBezTo>
                    <a:pt x="7550" y="110"/>
                    <a:pt x="7098" y="0"/>
                    <a:pt x="661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2606;p70">
              <a:extLst>
                <a:ext uri="{FF2B5EF4-FFF2-40B4-BE49-F238E27FC236}">
                  <a16:creationId xmlns:a16="http://schemas.microsoft.com/office/drawing/2014/main" id="{86F1B4A4-46E0-C5ED-77F1-07BB3F0660A2}"/>
                </a:ext>
              </a:extLst>
            </p:cNvPr>
            <p:cNvSpPr/>
            <p:nvPr/>
          </p:nvSpPr>
          <p:spPr>
            <a:xfrm>
              <a:off x="6236950" y="954225"/>
              <a:ext cx="244950" cy="271025"/>
            </a:xfrm>
            <a:custGeom>
              <a:avLst/>
              <a:gdLst/>
              <a:ahLst/>
              <a:cxnLst/>
              <a:rect l="l" t="t" r="r" b="b"/>
              <a:pathLst>
                <a:path w="9798" h="10841" extrusionOk="0">
                  <a:moveTo>
                    <a:pt x="6678" y="0"/>
                  </a:moveTo>
                  <a:cubicBezTo>
                    <a:pt x="5044" y="0"/>
                    <a:pt x="3094" y="1273"/>
                    <a:pt x="1768" y="3355"/>
                  </a:cubicBezTo>
                  <a:cubicBezTo>
                    <a:pt x="1768" y="3382"/>
                    <a:pt x="1741" y="3409"/>
                    <a:pt x="1741" y="3409"/>
                  </a:cubicBezTo>
                  <a:cubicBezTo>
                    <a:pt x="1" y="6192"/>
                    <a:pt x="28" y="9351"/>
                    <a:pt x="1794" y="10448"/>
                  </a:cubicBezTo>
                  <a:cubicBezTo>
                    <a:pt x="1821" y="10475"/>
                    <a:pt x="1848" y="10501"/>
                    <a:pt x="1875" y="10501"/>
                  </a:cubicBezTo>
                  <a:cubicBezTo>
                    <a:pt x="2280" y="10731"/>
                    <a:pt x="2736" y="10841"/>
                    <a:pt x="3219" y="10841"/>
                  </a:cubicBezTo>
                  <a:cubicBezTo>
                    <a:pt x="4872" y="10841"/>
                    <a:pt x="6839" y="9557"/>
                    <a:pt x="8165" y="7423"/>
                  </a:cubicBezTo>
                  <a:cubicBezTo>
                    <a:pt x="8218" y="7343"/>
                    <a:pt x="8272" y="7236"/>
                    <a:pt x="8352" y="7129"/>
                  </a:cubicBezTo>
                  <a:cubicBezTo>
                    <a:pt x="9717" y="4720"/>
                    <a:pt x="9797" y="2097"/>
                    <a:pt x="8566" y="786"/>
                  </a:cubicBezTo>
                  <a:cubicBezTo>
                    <a:pt x="8432" y="652"/>
                    <a:pt x="8272" y="518"/>
                    <a:pt x="8084" y="384"/>
                  </a:cubicBezTo>
                  <a:cubicBezTo>
                    <a:pt x="7665" y="124"/>
                    <a:pt x="7187" y="0"/>
                    <a:pt x="66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2607;p70">
              <a:extLst>
                <a:ext uri="{FF2B5EF4-FFF2-40B4-BE49-F238E27FC236}">
                  <a16:creationId xmlns:a16="http://schemas.microsoft.com/office/drawing/2014/main" id="{FCB365FA-90F7-8765-0739-7865149BBFC3}"/>
                </a:ext>
              </a:extLst>
            </p:cNvPr>
            <p:cNvSpPr/>
            <p:nvPr/>
          </p:nvSpPr>
          <p:spPr>
            <a:xfrm>
              <a:off x="6281125" y="954225"/>
              <a:ext cx="200775" cy="178225"/>
            </a:xfrm>
            <a:custGeom>
              <a:avLst/>
              <a:gdLst/>
              <a:ahLst/>
              <a:cxnLst/>
              <a:rect l="l" t="t" r="r" b="b"/>
              <a:pathLst>
                <a:path w="8031" h="7129" extrusionOk="0">
                  <a:moveTo>
                    <a:pt x="4911" y="0"/>
                  </a:moveTo>
                  <a:cubicBezTo>
                    <a:pt x="3277" y="0"/>
                    <a:pt x="1327" y="1273"/>
                    <a:pt x="1" y="3355"/>
                  </a:cubicBezTo>
                  <a:cubicBezTo>
                    <a:pt x="188" y="3516"/>
                    <a:pt x="375" y="3676"/>
                    <a:pt x="563" y="3837"/>
                  </a:cubicBezTo>
                  <a:cubicBezTo>
                    <a:pt x="1821" y="4827"/>
                    <a:pt x="3266" y="5630"/>
                    <a:pt x="4711" y="6326"/>
                  </a:cubicBezTo>
                  <a:cubicBezTo>
                    <a:pt x="5327" y="6647"/>
                    <a:pt x="5942" y="6915"/>
                    <a:pt x="6585" y="7129"/>
                  </a:cubicBezTo>
                  <a:cubicBezTo>
                    <a:pt x="7950" y="4720"/>
                    <a:pt x="8030" y="2097"/>
                    <a:pt x="6799" y="786"/>
                  </a:cubicBezTo>
                  <a:cubicBezTo>
                    <a:pt x="6665" y="652"/>
                    <a:pt x="6505" y="518"/>
                    <a:pt x="6317" y="384"/>
                  </a:cubicBezTo>
                  <a:cubicBezTo>
                    <a:pt x="5898" y="124"/>
                    <a:pt x="5420" y="0"/>
                    <a:pt x="491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2608;p70">
              <a:extLst>
                <a:ext uri="{FF2B5EF4-FFF2-40B4-BE49-F238E27FC236}">
                  <a16:creationId xmlns:a16="http://schemas.microsoft.com/office/drawing/2014/main" id="{89D19A2A-3C61-3B18-CC63-9FCDFA1E15EC}"/>
                </a:ext>
              </a:extLst>
            </p:cNvPr>
            <p:cNvSpPr/>
            <p:nvPr/>
          </p:nvSpPr>
          <p:spPr>
            <a:xfrm>
              <a:off x="5552425" y="2102025"/>
              <a:ext cx="534675" cy="151900"/>
            </a:xfrm>
            <a:custGeom>
              <a:avLst/>
              <a:gdLst/>
              <a:ahLst/>
              <a:cxnLst/>
              <a:rect l="l" t="t" r="r" b="b"/>
              <a:pathLst>
                <a:path w="21387" h="6076" extrusionOk="0">
                  <a:moveTo>
                    <a:pt x="2088" y="0"/>
                  </a:moveTo>
                  <a:cubicBezTo>
                    <a:pt x="938" y="0"/>
                    <a:pt x="1" y="910"/>
                    <a:pt x="1" y="2061"/>
                  </a:cubicBezTo>
                  <a:lnTo>
                    <a:pt x="1" y="3988"/>
                  </a:lnTo>
                  <a:cubicBezTo>
                    <a:pt x="1" y="5139"/>
                    <a:pt x="938" y="6076"/>
                    <a:pt x="2088" y="6076"/>
                  </a:cubicBezTo>
                  <a:lnTo>
                    <a:pt x="19299" y="6076"/>
                  </a:lnTo>
                  <a:cubicBezTo>
                    <a:pt x="20450" y="6076"/>
                    <a:pt x="21386" y="5139"/>
                    <a:pt x="21386" y="3988"/>
                  </a:cubicBezTo>
                  <a:lnTo>
                    <a:pt x="21386" y="2061"/>
                  </a:lnTo>
                  <a:cubicBezTo>
                    <a:pt x="21386" y="910"/>
                    <a:pt x="20450" y="0"/>
                    <a:pt x="1929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2609;p70">
              <a:extLst>
                <a:ext uri="{FF2B5EF4-FFF2-40B4-BE49-F238E27FC236}">
                  <a16:creationId xmlns:a16="http://schemas.microsoft.com/office/drawing/2014/main" id="{8648CA7A-3FED-6651-8882-4AA0779B99E8}"/>
                </a:ext>
              </a:extLst>
            </p:cNvPr>
            <p:cNvSpPr/>
            <p:nvPr/>
          </p:nvSpPr>
          <p:spPr>
            <a:xfrm>
              <a:off x="5719050" y="2118075"/>
              <a:ext cx="176000" cy="119800"/>
            </a:xfrm>
            <a:custGeom>
              <a:avLst/>
              <a:gdLst/>
              <a:ahLst/>
              <a:cxnLst/>
              <a:rect l="l" t="t" r="r" b="b"/>
              <a:pathLst>
                <a:path w="7040" h="4792" fill="none" extrusionOk="0">
                  <a:moveTo>
                    <a:pt x="0" y="1"/>
                  </a:moveTo>
                  <a:lnTo>
                    <a:pt x="7040" y="1"/>
                  </a:lnTo>
                  <a:lnTo>
                    <a:pt x="7040" y="4792"/>
                  </a:lnTo>
                  <a:lnTo>
                    <a:pt x="0" y="4792"/>
                  </a:lnTo>
                  <a:close/>
                </a:path>
              </a:pathLst>
            </a:custGeom>
            <a:noFill/>
            <a:ln w="2000" cap="flat" cmpd="sng">
              <a:solidFill>
                <a:srgbClr val="AD8B96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2610;p70">
              <a:extLst>
                <a:ext uri="{FF2B5EF4-FFF2-40B4-BE49-F238E27FC236}">
                  <a16:creationId xmlns:a16="http://schemas.microsoft.com/office/drawing/2014/main" id="{5FE9BB4F-E564-4883-AB1F-8FFBE194884A}"/>
                </a:ext>
              </a:extLst>
            </p:cNvPr>
            <p:cNvSpPr/>
            <p:nvPr/>
          </p:nvSpPr>
          <p:spPr>
            <a:xfrm>
              <a:off x="55992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2611;p70">
              <a:extLst>
                <a:ext uri="{FF2B5EF4-FFF2-40B4-BE49-F238E27FC236}">
                  <a16:creationId xmlns:a16="http://schemas.microsoft.com/office/drawing/2014/main" id="{D5776BA6-93D7-A554-5EB2-9D0BF0298677}"/>
                </a:ext>
              </a:extLst>
            </p:cNvPr>
            <p:cNvSpPr/>
            <p:nvPr/>
          </p:nvSpPr>
          <p:spPr>
            <a:xfrm>
              <a:off x="563740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2612;p70">
              <a:extLst>
                <a:ext uri="{FF2B5EF4-FFF2-40B4-BE49-F238E27FC236}">
                  <a16:creationId xmlns:a16="http://schemas.microsoft.com/office/drawing/2014/main" id="{3D8E6CC0-C288-5C4A-960C-8838E3AB7C71}"/>
                </a:ext>
              </a:extLst>
            </p:cNvPr>
            <p:cNvSpPr/>
            <p:nvPr/>
          </p:nvSpPr>
          <p:spPr>
            <a:xfrm>
              <a:off x="560060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1" y="0"/>
                    <a:pt x="1" y="161"/>
                    <a:pt x="1" y="348"/>
                  </a:cubicBezTo>
                  <a:cubicBezTo>
                    <a:pt x="1" y="536"/>
                    <a:pt x="161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2613;p70">
              <a:extLst>
                <a:ext uri="{FF2B5EF4-FFF2-40B4-BE49-F238E27FC236}">
                  <a16:creationId xmlns:a16="http://schemas.microsoft.com/office/drawing/2014/main" id="{16FDF40A-EC27-6F96-E5AF-946BF951C2A2}"/>
                </a:ext>
              </a:extLst>
            </p:cNvPr>
            <p:cNvSpPr/>
            <p:nvPr/>
          </p:nvSpPr>
          <p:spPr>
            <a:xfrm>
              <a:off x="60087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2614;p70">
              <a:extLst>
                <a:ext uri="{FF2B5EF4-FFF2-40B4-BE49-F238E27FC236}">
                  <a16:creationId xmlns:a16="http://schemas.microsoft.com/office/drawing/2014/main" id="{C3795615-0401-5810-ED73-4832BC5B3B99}"/>
                </a:ext>
              </a:extLst>
            </p:cNvPr>
            <p:cNvSpPr/>
            <p:nvPr/>
          </p:nvSpPr>
          <p:spPr>
            <a:xfrm>
              <a:off x="597065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2615;p70">
              <a:extLst>
                <a:ext uri="{FF2B5EF4-FFF2-40B4-BE49-F238E27FC236}">
                  <a16:creationId xmlns:a16="http://schemas.microsoft.com/office/drawing/2014/main" id="{EA4CCBB1-4D62-1E5D-74C2-F9D8ACAEA97B}"/>
                </a:ext>
              </a:extLst>
            </p:cNvPr>
            <p:cNvSpPr/>
            <p:nvPr/>
          </p:nvSpPr>
          <p:spPr>
            <a:xfrm>
              <a:off x="600745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2616;p70">
              <a:extLst>
                <a:ext uri="{FF2B5EF4-FFF2-40B4-BE49-F238E27FC236}">
                  <a16:creationId xmlns:a16="http://schemas.microsoft.com/office/drawing/2014/main" id="{095A67F4-C6F4-35B1-3679-BDFC70CD0F11}"/>
                </a:ext>
              </a:extLst>
            </p:cNvPr>
            <p:cNvSpPr/>
            <p:nvPr/>
          </p:nvSpPr>
          <p:spPr>
            <a:xfrm>
              <a:off x="6300525" y="2165575"/>
              <a:ext cx="117800" cy="118475"/>
            </a:xfrm>
            <a:custGeom>
              <a:avLst/>
              <a:gdLst/>
              <a:ahLst/>
              <a:cxnLst/>
              <a:rect l="l" t="t" r="r" b="b"/>
              <a:pathLst>
                <a:path w="4712" h="4739" extrusionOk="0">
                  <a:moveTo>
                    <a:pt x="2356" y="1"/>
                  </a:moveTo>
                  <a:cubicBezTo>
                    <a:pt x="1045" y="1"/>
                    <a:pt x="1" y="1072"/>
                    <a:pt x="1" y="2383"/>
                  </a:cubicBezTo>
                  <a:cubicBezTo>
                    <a:pt x="1" y="3668"/>
                    <a:pt x="1045" y="4738"/>
                    <a:pt x="2356" y="4738"/>
                  </a:cubicBezTo>
                  <a:cubicBezTo>
                    <a:pt x="3668" y="4738"/>
                    <a:pt x="4711" y="3668"/>
                    <a:pt x="4711" y="2383"/>
                  </a:cubicBezTo>
                  <a:cubicBezTo>
                    <a:pt x="4711" y="1072"/>
                    <a:pt x="3668" y="1"/>
                    <a:pt x="2356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2617;p70">
              <a:extLst>
                <a:ext uri="{FF2B5EF4-FFF2-40B4-BE49-F238E27FC236}">
                  <a16:creationId xmlns:a16="http://schemas.microsoft.com/office/drawing/2014/main" id="{08BBFF7C-014D-9DE6-8FEE-DC0FF132394F}"/>
                </a:ext>
              </a:extLst>
            </p:cNvPr>
            <p:cNvSpPr/>
            <p:nvPr/>
          </p:nvSpPr>
          <p:spPr>
            <a:xfrm>
              <a:off x="5520975" y="1386050"/>
              <a:ext cx="117800" cy="118450"/>
            </a:xfrm>
            <a:custGeom>
              <a:avLst/>
              <a:gdLst/>
              <a:ahLst/>
              <a:cxnLst/>
              <a:rect l="l" t="t" r="r" b="b"/>
              <a:pathLst>
                <a:path w="4712" h="4738" fill="none" extrusionOk="0">
                  <a:moveTo>
                    <a:pt x="4712" y="2355"/>
                  </a:moveTo>
                  <a:cubicBezTo>
                    <a:pt x="4712" y="3667"/>
                    <a:pt x="3668" y="4738"/>
                    <a:pt x="2356" y="4738"/>
                  </a:cubicBezTo>
                  <a:cubicBezTo>
                    <a:pt x="1045" y="4738"/>
                    <a:pt x="1" y="3667"/>
                    <a:pt x="1" y="2355"/>
                  </a:cubicBezTo>
                  <a:cubicBezTo>
                    <a:pt x="1" y="1071"/>
                    <a:pt x="1045" y="0"/>
                    <a:pt x="2356" y="0"/>
                  </a:cubicBezTo>
                  <a:cubicBezTo>
                    <a:pt x="3668" y="0"/>
                    <a:pt x="4712" y="1071"/>
                    <a:pt x="4712" y="2355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2618;p70">
              <a:extLst>
                <a:ext uri="{FF2B5EF4-FFF2-40B4-BE49-F238E27FC236}">
                  <a16:creationId xmlns:a16="http://schemas.microsoft.com/office/drawing/2014/main" id="{5DC71029-D2C0-5EEC-B76B-3128D7A67384}"/>
                </a:ext>
              </a:extLst>
            </p:cNvPr>
            <p:cNvSpPr/>
            <p:nvPr/>
          </p:nvSpPr>
          <p:spPr>
            <a:xfrm>
              <a:off x="6774275" y="1000625"/>
              <a:ext cx="117800" cy="117775"/>
            </a:xfrm>
            <a:custGeom>
              <a:avLst/>
              <a:gdLst/>
              <a:ahLst/>
              <a:cxnLst/>
              <a:rect l="l" t="t" r="r" b="b"/>
              <a:pathLst>
                <a:path w="4712" h="4711" fill="none" extrusionOk="0">
                  <a:moveTo>
                    <a:pt x="4712" y="2356"/>
                  </a:moveTo>
                  <a:cubicBezTo>
                    <a:pt x="4712" y="3667"/>
                    <a:pt x="3668" y="4711"/>
                    <a:pt x="2356" y="4711"/>
                  </a:cubicBezTo>
                  <a:cubicBezTo>
                    <a:pt x="1045" y="4711"/>
                    <a:pt x="1" y="3667"/>
                    <a:pt x="1" y="2356"/>
                  </a:cubicBezTo>
                  <a:cubicBezTo>
                    <a:pt x="1" y="1044"/>
                    <a:pt x="1045" y="0"/>
                    <a:pt x="2356" y="0"/>
                  </a:cubicBezTo>
                  <a:cubicBezTo>
                    <a:pt x="3668" y="0"/>
                    <a:pt x="4712" y="1044"/>
                    <a:pt x="4712" y="235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2619;p70">
              <a:extLst>
                <a:ext uri="{FF2B5EF4-FFF2-40B4-BE49-F238E27FC236}">
                  <a16:creationId xmlns:a16="http://schemas.microsoft.com/office/drawing/2014/main" id="{C12A3041-4B08-CB69-C0FD-C58259790C0D}"/>
                </a:ext>
              </a:extLst>
            </p:cNvPr>
            <p:cNvSpPr/>
            <p:nvPr/>
          </p:nvSpPr>
          <p:spPr>
            <a:xfrm>
              <a:off x="5648125" y="1952125"/>
              <a:ext cx="103075" cy="25450"/>
            </a:xfrm>
            <a:custGeom>
              <a:avLst/>
              <a:gdLst/>
              <a:ahLst/>
              <a:cxnLst/>
              <a:rect l="l" t="t" r="r" b="b"/>
              <a:pathLst>
                <a:path w="4123" h="1018" fill="none" extrusionOk="0">
                  <a:moveTo>
                    <a:pt x="4122" y="1018"/>
                  </a:moveTo>
                  <a:lnTo>
                    <a:pt x="0" y="1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2620;p70">
              <a:extLst>
                <a:ext uri="{FF2B5EF4-FFF2-40B4-BE49-F238E27FC236}">
                  <a16:creationId xmlns:a16="http://schemas.microsoft.com/office/drawing/2014/main" id="{79349560-5330-5660-1AD1-9A25A3D54FCF}"/>
                </a:ext>
              </a:extLst>
            </p:cNvPr>
            <p:cNvSpPr/>
            <p:nvPr/>
          </p:nvSpPr>
          <p:spPr>
            <a:xfrm>
              <a:off x="5686925" y="1913325"/>
              <a:ext cx="25450" cy="103075"/>
            </a:xfrm>
            <a:custGeom>
              <a:avLst/>
              <a:gdLst/>
              <a:ahLst/>
              <a:cxnLst/>
              <a:rect l="l" t="t" r="r" b="b"/>
              <a:pathLst>
                <a:path w="1018" h="4123" fill="none" extrusionOk="0">
                  <a:moveTo>
                    <a:pt x="1018" y="0"/>
                  </a:moveTo>
                  <a:lnTo>
                    <a:pt x="1" y="4122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2621;p70">
              <a:extLst>
                <a:ext uri="{FF2B5EF4-FFF2-40B4-BE49-F238E27FC236}">
                  <a16:creationId xmlns:a16="http://schemas.microsoft.com/office/drawing/2014/main" id="{87F6C92D-AAAB-8E33-04F6-FD5EEED2A7CF}"/>
                </a:ext>
              </a:extLst>
            </p:cNvPr>
            <p:cNvSpPr/>
            <p:nvPr/>
          </p:nvSpPr>
          <p:spPr>
            <a:xfrm>
              <a:off x="6865275" y="1800225"/>
              <a:ext cx="73650" cy="77000"/>
            </a:xfrm>
            <a:custGeom>
              <a:avLst/>
              <a:gdLst/>
              <a:ahLst/>
              <a:cxnLst/>
              <a:rect l="l" t="t" r="r" b="b"/>
              <a:pathLst>
                <a:path w="2946" h="3080" fill="none" extrusionOk="0">
                  <a:moveTo>
                    <a:pt x="2945" y="1"/>
                  </a:moveTo>
                  <a:lnTo>
                    <a:pt x="1" y="3079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2622;p70">
              <a:extLst>
                <a:ext uri="{FF2B5EF4-FFF2-40B4-BE49-F238E27FC236}">
                  <a16:creationId xmlns:a16="http://schemas.microsoft.com/office/drawing/2014/main" id="{BB2BC215-E655-F559-8472-C3A77D316B92}"/>
                </a:ext>
              </a:extLst>
            </p:cNvPr>
            <p:cNvSpPr/>
            <p:nvPr/>
          </p:nvSpPr>
          <p:spPr>
            <a:xfrm>
              <a:off x="6863950" y="1802250"/>
              <a:ext cx="76975" cy="72950"/>
            </a:xfrm>
            <a:custGeom>
              <a:avLst/>
              <a:gdLst/>
              <a:ahLst/>
              <a:cxnLst/>
              <a:rect l="l" t="t" r="r" b="b"/>
              <a:pathLst>
                <a:path w="3079" h="2918" fill="none" extrusionOk="0">
                  <a:moveTo>
                    <a:pt x="0" y="0"/>
                  </a:moveTo>
                  <a:lnTo>
                    <a:pt x="3078" y="2918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2" name="Google Shape;1350;p51">
            <a:extLst>
              <a:ext uri="{FF2B5EF4-FFF2-40B4-BE49-F238E27FC236}">
                <a16:creationId xmlns:a16="http://schemas.microsoft.com/office/drawing/2014/main" id="{2525EBCD-94B1-112F-473D-E3B0ECB9B1DC}"/>
              </a:ext>
            </a:extLst>
          </p:cNvPr>
          <p:cNvGrpSpPr/>
          <p:nvPr/>
        </p:nvGrpSpPr>
        <p:grpSpPr>
          <a:xfrm rot="6974405">
            <a:off x="3582353" y="-2737657"/>
            <a:ext cx="1979290" cy="2034911"/>
            <a:chOff x="6889573" y="1725933"/>
            <a:chExt cx="701890" cy="1204281"/>
          </a:xfrm>
        </p:grpSpPr>
        <p:grpSp>
          <p:nvGrpSpPr>
            <p:cNvPr id="1823" name="Google Shape;1351;p51">
              <a:extLst>
                <a:ext uri="{FF2B5EF4-FFF2-40B4-BE49-F238E27FC236}">
                  <a16:creationId xmlns:a16="http://schemas.microsoft.com/office/drawing/2014/main" id="{0C353D2F-C166-C0B6-7C14-3A38C3124DA3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1835" name="Google Shape;1352;p51">
                <a:extLst>
                  <a:ext uri="{FF2B5EF4-FFF2-40B4-BE49-F238E27FC236}">
                    <a16:creationId xmlns:a16="http://schemas.microsoft.com/office/drawing/2014/main" id="{6FFD012B-F04A-5872-3E37-1B971EBD1992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353;p51">
                <a:extLst>
                  <a:ext uri="{FF2B5EF4-FFF2-40B4-BE49-F238E27FC236}">
                    <a16:creationId xmlns:a16="http://schemas.microsoft.com/office/drawing/2014/main" id="{9E384EB9-46B7-08F5-736C-CEA484A11F5B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354;p51">
                <a:extLst>
                  <a:ext uri="{FF2B5EF4-FFF2-40B4-BE49-F238E27FC236}">
                    <a16:creationId xmlns:a16="http://schemas.microsoft.com/office/drawing/2014/main" id="{1F415964-48DE-A18B-B88A-D587AC6237A5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355;p51">
                <a:extLst>
                  <a:ext uri="{FF2B5EF4-FFF2-40B4-BE49-F238E27FC236}">
                    <a16:creationId xmlns:a16="http://schemas.microsoft.com/office/drawing/2014/main" id="{D8601420-53AB-F27D-AC14-4F9480BA3E32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356;p51">
                <a:extLst>
                  <a:ext uri="{FF2B5EF4-FFF2-40B4-BE49-F238E27FC236}">
                    <a16:creationId xmlns:a16="http://schemas.microsoft.com/office/drawing/2014/main" id="{AEB988B9-5770-FE1D-6706-EC95F8F01757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357;p51">
                <a:extLst>
                  <a:ext uri="{FF2B5EF4-FFF2-40B4-BE49-F238E27FC236}">
                    <a16:creationId xmlns:a16="http://schemas.microsoft.com/office/drawing/2014/main" id="{4EB6B064-9694-BF8A-FD6F-24DA7C23B5EF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358;p51">
                <a:extLst>
                  <a:ext uri="{FF2B5EF4-FFF2-40B4-BE49-F238E27FC236}">
                    <a16:creationId xmlns:a16="http://schemas.microsoft.com/office/drawing/2014/main" id="{A4DAF358-7208-94E0-0851-B7DA7245030C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359;p51">
                <a:extLst>
                  <a:ext uri="{FF2B5EF4-FFF2-40B4-BE49-F238E27FC236}">
                    <a16:creationId xmlns:a16="http://schemas.microsoft.com/office/drawing/2014/main" id="{57E3915D-F773-6260-63C0-4614DFE48659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360;p51">
                <a:extLst>
                  <a:ext uri="{FF2B5EF4-FFF2-40B4-BE49-F238E27FC236}">
                    <a16:creationId xmlns:a16="http://schemas.microsoft.com/office/drawing/2014/main" id="{3FB48CC8-EE8F-03C6-51E5-A2C56309AD26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361;p51">
                <a:extLst>
                  <a:ext uri="{FF2B5EF4-FFF2-40B4-BE49-F238E27FC236}">
                    <a16:creationId xmlns:a16="http://schemas.microsoft.com/office/drawing/2014/main" id="{12177E8A-D92D-14D3-9C02-24AF3D2CBA55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4" name="Google Shape;1362;p51">
              <a:extLst>
                <a:ext uri="{FF2B5EF4-FFF2-40B4-BE49-F238E27FC236}">
                  <a16:creationId xmlns:a16="http://schemas.microsoft.com/office/drawing/2014/main" id="{D9A94759-07E3-112E-3AD3-4EC8969D64AC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1825" name="Google Shape;1363;p51">
                <a:extLst>
                  <a:ext uri="{FF2B5EF4-FFF2-40B4-BE49-F238E27FC236}">
                    <a16:creationId xmlns:a16="http://schemas.microsoft.com/office/drawing/2014/main" id="{688067C1-1D65-ED6E-7524-C63B69A7CB9B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noFill/>
              <a:ln w="10000" cap="rnd" cmpd="sng">
                <a:solidFill>
                  <a:srgbClr val="00000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364;p51">
                <a:extLst>
                  <a:ext uri="{FF2B5EF4-FFF2-40B4-BE49-F238E27FC236}">
                    <a16:creationId xmlns:a16="http://schemas.microsoft.com/office/drawing/2014/main" id="{AF7BF372-3E82-6A33-068D-E3F2D1CC1593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365;p51">
                <a:extLst>
                  <a:ext uri="{FF2B5EF4-FFF2-40B4-BE49-F238E27FC236}">
                    <a16:creationId xmlns:a16="http://schemas.microsoft.com/office/drawing/2014/main" id="{56EA7DFF-BE60-4340-E34C-AD95BED810AD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366;p51">
                <a:extLst>
                  <a:ext uri="{FF2B5EF4-FFF2-40B4-BE49-F238E27FC236}">
                    <a16:creationId xmlns:a16="http://schemas.microsoft.com/office/drawing/2014/main" id="{1B2C1F9F-A41C-41A8-F955-679C17ACDA09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367;p51">
                <a:extLst>
                  <a:ext uri="{FF2B5EF4-FFF2-40B4-BE49-F238E27FC236}">
                    <a16:creationId xmlns:a16="http://schemas.microsoft.com/office/drawing/2014/main" id="{4E226E44-8816-9ACC-A3CD-55E825F02933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368;p51">
                <a:extLst>
                  <a:ext uri="{FF2B5EF4-FFF2-40B4-BE49-F238E27FC236}">
                    <a16:creationId xmlns:a16="http://schemas.microsoft.com/office/drawing/2014/main" id="{DCE9F457-CF1F-9264-2461-64EF02B59BBE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369;p51">
                <a:extLst>
                  <a:ext uri="{FF2B5EF4-FFF2-40B4-BE49-F238E27FC236}">
                    <a16:creationId xmlns:a16="http://schemas.microsoft.com/office/drawing/2014/main" id="{15FB4C32-3084-2A3D-ECE3-E4067BADA47E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rgbClr val="FF9F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370;p51">
                <a:extLst>
                  <a:ext uri="{FF2B5EF4-FFF2-40B4-BE49-F238E27FC236}">
                    <a16:creationId xmlns:a16="http://schemas.microsoft.com/office/drawing/2014/main" id="{BBDD2A51-E63F-9F71-C014-7C47B33527EF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371;p51">
                <a:extLst>
                  <a:ext uri="{FF2B5EF4-FFF2-40B4-BE49-F238E27FC236}">
                    <a16:creationId xmlns:a16="http://schemas.microsoft.com/office/drawing/2014/main" id="{A75FBAB5-8B92-DAA9-735B-AFBE5D26E039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372;p51">
                <a:extLst>
                  <a:ext uri="{FF2B5EF4-FFF2-40B4-BE49-F238E27FC236}">
                    <a16:creationId xmlns:a16="http://schemas.microsoft.com/office/drawing/2014/main" id="{EE65BB8D-87A1-957D-C325-21FAA7FF5932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45" name="Google Shape;1375;p51">
            <a:extLst>
              <a:ext uri="{FF2B5EF4-FFF2-40B4-BE49-F238E27FC236}">
                <a16:creationId xmlns:a16="http://schemas.microsoft.com/office/drawing/2014/main" id="{CEBCF55B-0529-7D8B-0B0B-4C9A41DF70ED}"/>
              </a:ext>
            </a:extLst>
          </p:cNvPr>
          <p:cNvGrpSpPr/>
          <p:nvPr/>
        </p:nvGrpSpPr>
        <p:grpSpPr>
          <a:xfrm rot="3160617">
            <a:off x="10531830" y="3480702"/>
            <a:ext cx="1935586" cy="2308456"/>
            <a:chOff x="4648195" y="2913864"/>
            <a:chExt cx="1188761" cy="1308872"/>
          </a:xfrm>
        </p:grpSpPr>
        <p:grpSp>
          <p:nvGrpSpPr>
            <p:cNvPr id="1846" name="Google Shape;1376;p51">
              <a:extLst>
                <a:ext uri="{FF2B5EF4-FFF2-40B4-BE49-F238E27FC236}">
                  <a16:creationId xmlns:a16="http://schemas.microsoft.com/office/drawing/2014/main" id="{6F8D926E-416B-FBAD-237F-EF58D52FEEDD}"/>
                </a:ext>
              </a:extLst>
            </p:cNvPr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1862" name="Google Shape;1377;p51">
                <a:extLst>
                  <a:ext uri="{FF2B5EF4-FFF2-40B4-BE49-F238E27FC236}">
                    <a16:creationId xmlns:a16="http://schemas.microsoft.com/office/drawing/2014/main" id="{419034A0-E9C9-14C4-EC69-BC811E6BE63A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378;p51">
                <a:extLst>
                  <a:ext uri="{FF2B5EF4-FFF2-40B4-BE49-F238E27FC236}">
                    <a16:creationId xmlns:a16="http://schemas.microsoft.com/office/drawing/2014/main" id="{59D4431C-5BA0-3208-6198-5EDBCE946C74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379;p51">
                <a:extLst>
                  <a:ext uri="{FF2B5EF4-FFF2-40B4-BE49-F238E27FC236}">
                    <a16:creationId xmlns:a16="http://schemas.microsoft.com/office/drawing/2014/main" id="{76433F3E-D50B-85E8-7423-B3C297A55458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380;p51">
                <a:extLst>
                  <a:ext uri="{FF2B5EF4-FFF2-40B4-BE49-F238E27FC236}">
                    <a16:creationId xmlns:a16="http://schemas.microsoft.com/office/drawing/2014/main" id="{B44C7C6B-48EF-4D11-EC45-9568575A8744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381;p51">
                <a:extLst>
                  <a:ext uri="{FF2B5EF4-FFF2-40B4-BE49-F238E27FC236}">
                    <a16:creationId xmlns:a16="http://schemas.microsoft.com/office/drawing/2014/main" id="{24752F71-766E-3340-BF96-F2736897C1E2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382;p51">
                <a:extLst>
                  <a:ext uri="{FF2B5EF4-FFF2-40B4-BE49-F238E27FC236}">
                    <a16:creationId xmlns:a16="http://schemas.microsoft.com/office/drawing/2014/main" id="{0D1D8710-42EC-23E2-B6A8-B64D8B6159A9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383;p51">
                <a:extLst>
                  <a:ext uri="{FF2B5EF4-FFF2-40B4-BE49-F238E27FC236}">
                    <a16:creationId xmlns:a16="http://schemas.microsoft.com/office/drawing/2014/main" id="{63CEA846-7EC3-5E43-131B-6D8295F5F1C1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384;p51">
                <a:extLst>
                  <a:ext uri="{FF2B5EF4-FFF2-40B4-BE49-F238E27FC236}">
                    <a16:creationId xmlns:a16="http://schemas.microsoft.com/office/drawing/2014/main" id="{2D7CA055-643C-10E7-C149-989C419432D2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385;p51">
                <a:extLst>
                  <a:ext uri="{FF2B5EF4-FFF2-40B4-BE49-F238E27FC236}">
                    <a16:creationId xmlns:a16="http://schemas.microsoft.com/office/drawing/2014/main" id="{58041CE3-7B3C-4B69-BFA8-7F5081F08811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386;p51">
                <a:extLst>
                  <a:ext uri="{FF2B5EF4-FFF2-40B4-BE49-F238E27FC236}">
                    <a16:creationId xmlns:a16="http://schemas.microsoft.com/office/drawing/2014/main" id="{12423E0F-FEB0-0362-B4B0-D543F6232CD2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387;p51">
                <a:extLst>
                  <a:ext uri="{FF2B5EF4-FFF2-40B4-BE49-F238E27FC236}">
                    <a16:creationId xmlns:a16="http://schemas.microsoft.com/office/drawing/2014/main" id="{BB98359B-7090-3B24-4615-D1E284C1DC59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388;p51">
                <a:extLst>
                  <a:ext uri="{FF2B5EF4-FFF2-40B4-BE49-F238E27FC236}">
                    <a16:creationId xmlns:a16="http://schemas.microsoft.com/office/drawing/2014/main" id="{1C98EB0F-CE14-CC2A-D8FA-31441328E9D2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389;p51">
                <a:extLst>
                  <a:ext uri="{FF2B5EF4-FFF2-40B4-BE49-F238E27FC236}">
                    <a16:creationId xmlns:a16="http://schemas.microsoft.com/office/drawing/2014/main" id="{F7719F13-3C6E-3E67-8E02-A69254B4F4D0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390;p51">
                <a:extLst>
                  <a:ext uri="{FF2B5EF4-FFF2-40B4-BE49-F238E27FC236}">
                    <a16:creationId xmlns:a16="http://schemas.microsoft.com/office/drawing/2014/main" id="{AD45D5AD-2B8E-BC85-F3F7-0CC0FB178FAE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7" name="Google Shape;1391;p51">
              <a:extLst>
                <a:ext uri="{FF2B5EF4-FFF2-40B4-BE49-F238E27FC236}">
                  <a16:creationId xmlns:a16="http://schemas.microsoft.com/office/drawing/2014/main" id="{69F36B2B-64A5-A5EA-B0D6-4DC093DB804A}"/>
                </a:ext>
              </a:extLst>
            </p:cNvPr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1848" name="Google Shape;1392;p51">
                <a:extLst>
                  <a:ext uri="{FF2B5EF4-FFF2-40B4-BE49-F238E27FC236}">
                    <a16:creationId xmlns:a16="http://schemas.microsoft.com/office/drawing/2014/main" id="{26F18381-C5A4-AA60-5C99-EB7285C9DBD1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49" name="Google Shape;1393;p51">
                <a:extLst>
                  <a:ext uri="{FF2B5EF4-FFF2-40B4-BE49-F238E27FC236}">
                    <a16:creationId xmlns:a16="http://schemas.microsoft.com/office/drawing/2014/main" id="{539914B1-A829-200A-7706-C5F764B02CB3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394;p51">
                <a:extLst>
                  <a:ext uri="{FF2B5EF4-FFF2-40B4-BE49-F238E27FC236}">
                    <a16:creationId xmlns:a16="http://schemas.microsoft.com/office/drawing/2014/main" id="{1DDE16E4-2CB4-50D9-694F-CD5F1955C363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395;p51">
                <a:extLst>
                  <a:ext uri="{FF2B5EF4-FFF2-40B4-BE49-F238E27FC236}">
                    <a16:creationId xmlns:a16="http://schemas.microsoft.com/office/drawing/2014/main" id="{187C6731-903C-B7C7-1640-F15012A5E23B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396;p51">
                <a:extLst>
                  <a:ext uri="{FF2B5EF4-FFF2-40B4-BE49-F238E27FC236}">
                    <a16:creationId xmlns:a16="http://schemas.microsoft.com/office/drawing/2014/main" id="{64224818-2EA0-E3CE-999C-ACDB1B81A136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397;p51">
                <a:extLst>
                  <a:ext uri="{FF2B5EF4-FFF2-40B4-BE49-F238E27FC236}">
                    <a16:creationId xmlns:a16="http://schemas.microsoft.com/office/drawing/2014/main" id="{261540BB-3B84-7AC4-FC98-1489D2CED1F7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398;p51">
                <a:extLst>
                  <a:ext uri="{FF2B5EF4-FFF2-40B4-BE49-F238E27FC236}">
                    <a16:creationId xmlns:a16="http://schemas.microsoft.com/office/drawing/2014/main" id="{BC048299-3D89-57EB-E374-D6D70D374D8E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399;p51">
                <a:extLst>
                  <a:ext uri="{FF2B5EF4-FFF2-40B4-BE49-F238E27FC236}">
                    <a16:creationId xmlns:a16="http://schemas.microsoft.com/office/drawing/2014/main" id="{43F36C54-D1FB-FD41-B3AB-E0BDE4F82C49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400;p51">
                <a:extLst>
                  <a:ext uri="{FF2B5EF4-FFF2-40B4-BE49-F238E27FC236}">
                    <a16:creationId xmlns:a16="http://schemas.microsoft.com/office/drawing/2014/main" id="{CD621DE4-3E30-6C1C-B173-606175290492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401;p51">
                <a:extLst>
                  <a:ext uri="{FF2B5EF4-FFF2-40B4-BE49-F238E27FC236}">
                    <a16:creationId xmlns:a16="http://schemas.microsoft.com/office/drawing/2014/main" id="{A9CA0C2C-573B-DFDE-612F-E1019DBCF8F6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402;p51">
                <a:extLst>
                  <a:ext uri="{FF2B5EF4-FFF2-40B4-BE49-F238E27FC236}">
                    <a16:creationId xmlns:a16="http://schemas.microsoft.com/office/drawing/2014/main" id="{91F8CC02-1323-A7C4-0DE0-269E33C6526D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403;p51">
                <a:extLst>
                  <a:ext uri="{FF2B5EF4-FFF2-40B4-BE49-F238E27FC236}">
                    <a16:creationId xmlns:a16="http://schemas.microsoft.com/office/drawing/2014/main" id="{C4FA0E62-49E5-23B0-25E4-4BD82ACD6005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404;p51">
                <a:extLst>
                  <a:ext uri="{FF2B5EF4-FFF2-40B4-BE49-F238E27FC236}">
                    <a16:creationId xmlns:a16="http://schemas.microsoft.com/office/drawing/2014/main" id="{B6CEB40B-461C-C7C1-6EAF-1A6DF3DF72E7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405;p51">
                <a:extLst>
                  <a:ext uri="{FF2B5EF4-FFF2-40B4-BE49-F238E27FC236}">
                    <a16:creationId xmlns:a16="http://schemas.microsoft.com/office/drawing/2014/main" id="{7FB0BDCD-72B7-684B-F50F-D481405EF228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76" name="Google Shape;1406;p51">
            <a:extLst>
              <a:ext uri="{FF2B5EF4-FFF2-40B4-BE49-F238E27FC236}">
                <a16:creationId xmlns:a16="http://schemas.microsoft.com/office/drawing/2014/main" id="{3CDED11F-3438-8EEE-30C6-EC8F498154E8}"/>
              </a:ext>
            </a:extLst>
          </p:cNvPr>
          <p:cNvSpPr/>
          <p:nvPr/>
        </p:nvSpPr>
        <p:spPr>
          <a:xfrm>
            <a:off x="6680475" y="580202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407;p51">
            <a:extLst>
              <a:ext uri="{FF2B5EF4-FFF2-40B4-BE49-F238E27FC236}">
                <a16:creationId xmlns:a16="http://schemas.microsoft.com/office/drawing/2014/main" id="{1A044908-2F59-F862-CC5F-DD60A82091B5}"/>
              </a:ext>
            </a:extLst>
          </p:cNvPr>
          <p:cNvSpPr/>
          <p:nvPr/>
        </p:nvSpPr>
        <p:spPr>
          <a:xfrm rot="249049">
            <a:off x="5155980" y="6024271"/>
            <a:ext cx="232966" cy="324074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rgbClr val="FF988C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8" name="Google Shape;1408;p51">
            <a:extLst>
              <a:ext uri="{FF2B5EF4-FFF2-40B4-BE49-F238E27FC236}">
                <a16:creationId xmlns:a16="http://schemas.microsoft.com/office/drawing/2014/main" id="{9F1EB4D1-005A-A36B-CED4-3A9AC0D0CC56}"/>
              </a:ext>
            </a:extLst>
          </p:cNvPr>
          <p:cNvSpPr/>
          <p:nvPr/>
        </p:nvSpPr>
        <p:spPr>
          <a:xfrm rot="-1694048">
            <a:off x="8616749" y="5854781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26">
          <a:extLst>
            <a:ext uri="{FF2B5EF4-FFF2-40B4-BE49-F238E27FC236}">
              <a16:creationId xmlns:a16="http://schemas.microsoft.com/office/drawing/2014/main" id="{1DE8A867-C570-ED85-7CEB-DDA7C73A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71">
            <a:extLst>
              <a:ext uri="{FF2B5EF4-FFF2-40B4-BE49-F238E27FC236}">
                <a16:creationId xmlns:a16="http://schemas.microsoft.com/office/drawing/2014/main" id="{4B34EAB8-A883-225C-C1DE-C6AE142F1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19" y="615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 to ensure 3NF rule</a:t>
            </a:r>
            <a:endParaRPr dirty="0"/>
          </a:p>
        </p:txBody>
      </p:sp>
      <p:sp>
        <p:nvSpPr>
          <p:cNvPr id="3" name="Google Shape;10439;p94">
            <a:extLst>
              <a:ext uri="{FF2B5EF4-FFF2-40B4-BE49-F238E27FC236}">
                <a16:creationId xmlns:a16="http://schemas.microsoft.com/office/drawing/2014/main" id="{B4C9E890-6937-6DC0-74A1-659C1D188BC4}"/>
              </a:ext>
            </a:extLst>
          </p:cNvPr>
          <p:cNvSpPr/>
          <p:nvPr/>
        </p:nvSpPr>
        <p:spPr>
          <a:xfrm>
            <a:off x="947656" y="2875612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Patients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4" name="Google Shape;10440;p94">
            <a:extLst>
              <a:ext uri="{FF2B5EF4-FFF2-40B4-BE49-F238E27FC236}">
                <a16:creationId xmlns:a16="http://schemas.microsoft.com/office/drawing/2014/main" id="{A00B3A11-E324-D506-BD63-6690D260A4BD}"/>
              </a:ext>
            </a:extLst>
          </p:cNvPr>
          <p:cNvSpPr/>
          <p:nvPr/>
        </p:nvSpPr>
        <p:spPr>
          <a:xfrm>
            <a:off x="2637840" y="2875612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Font typeface="Arial"/>
              <a:buNone/>
            </a:pPr>
            <a:r>
              <a:rPr lang="en-US" sz="1600" b="1" dirty="0">
                <a:latin typeface="Atkinson Hyperlegible" panose="020B0604020202020204" charset="0"/>
              </a:rPr>
              <a:t>Account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5" name="Google Shape;10441;p94">
            <a:extLst>
              <a:ext uri="{FF2B5EF4-FFF2-40B4-BE49-F238E27FC236}">
                <a16:creationId xmlns:a16="http://schemas.microsoft.com/office/drawing/2014/main" id="{FCDB6571-6790-2696-82EB-716621108A76}"/>
              </a:ext>
            </a:extLst>
          </p:cNvPr>
          <p:cNvSpPr/>
          <p:nvPr/>
        </p:nvSpPr>
        <p:spPr>
          <a:xfrm>
            <a:off x="102565" y="2003923"/>
            <a:ext cx="1387171" cy="664775"/>
          </a:xfrm>
          <a:custGeom>
            <a:avLst/>
            <a:gdLst/>
            <a:ahLst/>
            <a:cxnLst/>
            <a:rect l="l" t="t" r="r" b="b"/>
            <a:pathLst>
              <a:path w="12652" h="6393" extrusionOk="0">
                <a:moveTo>
                  <a:pt x="6326" y="0"/>
                </a:moveTo>
                <a:cubicBezTo>
                  <a:pt x="2832" y="0"/>
                  <a:pt x="1" y="2833"/>
                  <a:pt x="1" y="6326"/>
                </a:cubicBezTo>
                <a:lnTo>
                  <a:pt x="1" y="6393"/>
                </a:lnTo>
                <a:lnTo>
                  <a:pt x="4883" y="6393"/>
                </a:lnTo>
                <a:cubicBezTo>
                  <a:pt x="4883" y="6382"/>
                  <a:pt x="4882" y="6370"/>
                  <a:pt x="4882" y="6359"/>
                </a:cubicBezTo>
                <a:cubicBezTo>
                  <a:pt x="4882" y="5555"/>
                  <a:pt x="5534" y="4904"/>
                  <a:pt x="6337" y="4904"/>
                </a:cubicBezTo>
                <a:cubicBezTo>
                  <a:pt x="7141" y="4904"/>
                  <a:pt x="7793" y="5555"/>
                  <a:pt x="7793" y="6359"/>
                </a:cubicBezTo>
                <a:cubicBezTo>
                  <a:pt x="7793" y="6370"/>
                  <a:pt x="7791" y="6382"/>
                  <a:pt x="7791" y="6393"/>
                </a:cubicBezTo>
                <a:lnTo>
                  <a:pt x="12651" y="6393"/>
                </a:lnTo>
                <a:lnTo>
                  <a:pt x="12651" y="6326"/>
                </a:lnTo>
                <a:cubicBezTo>
                  <a:pt x="12651" y="2833"/>
                  <a:pt x="9820" y="0"/>
                  <a:pt x="632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Atkinson Hyperlegible" panose="020B0604020202020204" charset="0"/>
              </a:rPr>
              <a:t>  Doctor	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6" name="Google Shape;10442;p94">
            <a:extLst>
              <a:ext uri="{FF2B5EF4-FFF2-40B4-BE49-F238E27FC236}">
                <a16:creationId xmlns:a16="http://schemas.microsoft.com/office/drawing/2014/main" id="{1CAF8096-DF24-B4E6-6E1B-6BE2860B6966}"/>
              </a:ext>
            </a:extLst>
          </p:cNvPr>
          <p:cNvSpPr/>
          <p:nvPr/>
        </p:nvSpPr>
        <p:spPr>
          <a:xfrm>
            <a:off x="1764681" y="2000594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Atkinson Hyperlegible" panose="020B0604020202020204" charset="0"/>
              </a:rPr>
              <a:t>Donors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7" name="Google Shape;10443;p94">
            <a:extLst>
              <a:ext uri="{FF2B5EF4-FFF2-40B4-BE49-F238E27FC236}">
                <a16:creationId xmlns:a16="http://schemas.microsoft.com/office/drawing/2014/main" id="{9374A562-DBCB-3B80-6E13-7E8423BEDB26}"/>
              </a:ext>
            </a:extLst>
          </p:cNvPr>
          <p:cNvSpPr/>
          <p:nvPr/>
        </p:nvSpPr>
        <p:spPr>
          <a:xfrm>
            <a:off x="3454868" y="2000594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Request</a:t>
            </a:r>
            <a:endParaRPr sz="1600" b="1" dirty="0">
              <a:latin typeface="Atkinson Hyperlegible" panose="020B0604020202020204" charset="0"/>
            </a:endParaRPr>
          </a:p>
        </p:txBody>
      </p:sp>
      <p:sp>
        <p:nvSpPr>
          <p:cNvPr id="9" name="Google Shape;10445;p94">
            <a:extLst>
              <a:ext uri="{FF2B5EF4-FFF2-40B4-BE49-F238E27FC236}">
                <a16:creationId xmlns:a16="http://schemas.microsoft.com/office/drawing/2014/main" id="{EA3FA9B9-6E7D-87E3-F043-D45495F96423}"/>
              </a:ext>
            </a:extLst>
          </p:cNvPr>
          <p:cNvSpPr/>
          <p:nvPr/>
        </p:nvSpPr>
        <p:spPr>
          <a:xfrm>
            <a:off x="3767970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1" y="647"/>
                </a:moveTo>
                <a:cubicBezTo>
                  <a:pt x="3723" y="647"/>
                  <a:pt x="3935" y="820"/>
                  <a:pt x="3936" y="1080"/>
                </a:cubicBezTo>
                <a:cubicBezTo>
                  <a:pt x="3936" y="1318"/>
                  <a:pt x="3743" y="1512"/>
                  <a:pt x="3504" y="1512"/>
                </a:cubicBezTo>
                <a:cubicBezTo>
                  <a:pt x="3118" y="1512"/>
                  <a:pt x="2924" y="1048"/>
                  <a:pt x="3198" y="775"/>
                </a:cubicBezTo>
                <a:cubicBezTo>
                  <a:pt x="3286" y="687"/>
                  <a:pt x="3395" y="647"/>
                  <a:pt x="3501" y="647"/>
                </a:cubicBezTo>
                <a:close/>
                <a:moveTo>
                  <a:pt x="3504" y="0"/>
                </a:moveTo>
                <a:cubicBezTo>
                  <a:pt x="3051" y="0"/>
                  <a:pt x="2646" y="282"/>
                  <a:pt x="2490" y="708"/>
                </a:cubicBezTo>
                <a:lnTo>
                  <a:pt x="357" y="708"/>
                </a:lnTo>
                <a:cubicBezTo>
                  <a:pt x="160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60" y="1486"/>
                  <a:pt x="357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2" y="2159"/>
                </a:cubicBezTo>
                <a:cubicBezTo>
                  <a:pt x="3943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7" y="1336"/>
                  <a:pt x="6607" y="1150"/>
                </a:cubicBezTo>
                <a:lnTo>
                  <a:pt x="6607" y="1044"/>
                </a:lnTo>
                <a:cubicBezTo>
                  <a:pt x="6607" y="859"/>
                  <a:pt x="6457" y="710"/>
                  <a:pt x="6271" y="708"/>
                </a:cubicBezTo>
                <a:lnTo>
                  <a:pt x="4518" y="708"/>
                </a:lnTo>
                <a:cubicBezTo>
                  <a:pt x="4362" y="282"/>
                  <a:pt x="3957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0" name="Google Shape;10446;p94">
            <a:extLst>
              <a:ext uri="{FF2B5EF4-FFF2-40B4-BE49-F238E27FC236}">
                <a16:creationId xmlns:a16="http://schemas.microsoft.com/office/drawing/2014/main" id="{36081A52-6961-5AA0-4645-E97DDCAA9B93}"/>
              </a:ext>
            </a:extLst>
          </p:cNvPr>
          <p:cNvSpPr/>
          <p:nvPr/>
        </p:nvSpPr>
        <p:spPr>
          <a:xfrm>
            <a:off x="2942597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1" y="1512"/>
                  <a:pt x="3503" y="1512"/>
                </a:cubicBezTo>
                <a:cubicBezTo>
                  <a:pt x="3117" y="1512"/>
                  <a:pt x="2925" y="1048"/>
                  <a:pt x="3197" y="775"/>
                </a:cubicBezTo>
                <a:cubicBezTo>
                  <a:pt x="3285" y="687"/>
                  <a:pt x="3393" y="647"/>
                  <a:pt x="3500" y="647"/>
                </a:cubicBezTo>
                <a:close/>
                <a:moveTo>
                  <a:pt x="3503" y="0"/>
                </a:moveTo>
                <a:cubicBezTo>
                  <a:pt x="3049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1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6" y="859"/>
                  <a:pt x="6455" y="708"/>
                  <a:pt x="6270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1" name="Google Shape;10447;p94">
            <a:extLst>
              <a:ext uri="{FF2B5EF4-FFF2-40B4-BE49-F238E27FC236}">
                <a16:creationId xmlns:a16="http://schemas.microsoft.com/office/drawing/2014/main" id="{DB70A10A-77A2-9EE0-402B-E1CC3D05F4C9}"/>
              </a:ext>
            </a:extLst>
          </p:cNvPr>
          <p:cNvSpPr/>
          <p:nvPr/>
        </p:nvSpPr>
        <p:spPr>
          <a:xfrm>
            <a:off x="2084551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4" y="1512"/>
                </a:cubicBezTo>
                <a:cubicBezTo>
                  <a:pt x="3119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4" y="0"/>
                </a:moveTo>
                <a:cubicBezTo>
                  <a:pt x="3050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9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1" y="282"/>
                  <a:pt x="3958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" name="Google Shape;10448;p94">
            <a:extLst>
              <a:ext uri="{FF2B5EF4-FFF2-40B4-BE49-F238E27FC236}">
                <a16:creationId xmlns:a16="http://schemas.microsoft.com/office/drawing/2014/main" id="{B160A9AB-41D8-7087-DB6E-A8142E926C4A}"/>
              </a:ext>
            </a:extLst>
          </p:cNvPr>
          <p:cNvSpPr/>
          <p:nvPr/>
        </p:nvSpPr>
        <p:spPr>
          <a:xfrm>
            <a:off x="1250953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3" y="1512"/>
                </a:cubicBezTo>
                <a:cubicBezTo>
                  <a:pt x="3118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3" y="0"/>
                </a:moveTo>
                <a:cubicBezTo>
                  <a:pt x="3050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1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" name="Google Shape;10449;p94">
            <a:extLst>
              <a:ext uri="{FF2B5EF4-FFF2-40B4-BE49-F238E27FC236}">
                <a16:creationId xmlns:a16="http://schemas.microsoft.com/office/drawing/2014/main" id="{8CE7940A-DD60-D834-B166-C2949A0B875E}"/>
              </a:ext>
            </a:extLst>
          </p:cNvPr>
          <p:cNvSpPr/>
          <p:nvPr/>
        </p:nvSpPr>
        <p:spPr>
          <a:xfrm>
            <a:off x="433473" y="2654863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2" y="647"/>
                </a:moveTo>
                <a:cubicBezTo>
                  <a:pt x="3724" y="647"/>
                  <a:pt x="3937" y="820"/>
                  <a:pt x="3937" y="1080"/>
                </a:cubicBezTo>
                <a:cubicBezTo>
                  <a:pt x="3937" y="1318"/>
                  <a:pt x="3743" y="1512"/>
                  <a:pt x="3505" y="1512"/>
                </a:cubicBezTo>
                <a:cubicBezTo>
                  <a:pt x="3119" y="1512"/>
                  <a:pt x="2926" y="1048"/>
                  <a:pt x="3199" y="775"/>
                </a:cubicBezTo>
                <a:cubicBezTo>
                  <a:pt x="3287" y="687"/>
                  <a:pt x="3395" y="647"/>
                  <a:pt x="3502" y="647"/>
                </a:cubicBezTo>
                <a:close/>
                <a:moveTo>
                  <a:pt x="3505" y="0"/>
                </a:moveTo>
                <a:cubicBezTo>
                  <a:pt x="3051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61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61" y="1486"/>
                  <a:pt x="358" y="1486"/>
                </a:cubicBezTo>
                <a:lnTo>
                  <a:pt x="2504" y="1486"/>
                </a:lnTo>
                <a:cubicBezTo>
                  <a:pt x="2669" y="1893"/>
                  <a:pt x="3064" y="2159"/>
                  <a:pt x="3505" y="2159"/>
                </a:cubicBezTo>
                <a:cubicBezTo>
                  <a:pt x="3943" y="2159"/>
                  <a:pt x="4339" y="1893"/>
                  <a:pt x="4505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3" y="282"/>
                  <a:pt x="3958" y="0"/>
                  <a:pt x="350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7" name="Google Shape;10439;p94">
            <a:extLst>
              <a:ext uri="{FF2B5EF4-FFF2-40B4-BE49-F238E27FC236}">
                <a16:creationId xmlns:a16="http://schemas.microsoft.com/office/drawing/2014/main" id="{F2957678-D709-7083-F096-9BB3D834408E}"/>
              </a:ext>
            </a:extLst>
          </p:cNvPr>
          <p:cNvSpPr/>
          <p:nvPr/>
        </p:nvSpPr>
        <p:spPr>
          <a:xfrm rot="10800000">
            <a:off x="6751390" y="2027452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8" name="Google Shape;10440;p94">
            <a:extLst>
              <a:ext uri="{FF2B5EF4-FFF2-40B4-BE49-F238E27FC236}">
                <a16:creationId xmlns:a16="http://schemas.microsoft.com/office/drawing/2014/main" id="{5F2163E7-CF68-C3E8-3518-13AC6E2661E8}"/>
              </a:ext>
            </a:extLst>
          </p:cNvPr>
          <p:cNvSpPr/>
          <p:nvPr/>
        </p:nvSpPr>
        <p:spPr>
          <a:xfrm rot="10800000">
            <a:off x="5061207" y="2027452"/>
            <a:ext cx="1368424" cy="664672"/>
          </a:xfrm>
          <a:custGeom>
            <a:avLst/>
            <a:gdLst/>
            <a:ahLst/>
            <a:cxnLst/>
            <a:rect l="l" t="t" r="r" b="b"/>
            <a:pathLst>
              <a:path w="12481" h="6392" extrusionOk="0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>
            <a:srgbClr val="59BF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9" name="Google Shape;10441;p94">
            <a:extLst>
              <a:ext uri="{FF2B5EF4-FFF2-40B4-BE49-F238E27FC236}">
                <a16:creationId xmlns:a16="http://schemas.microsoft.com/office/drawing/2014/main" id="{36B226EE-A625-7FD4-23FC-BC9C52F3385D}"/>
              </a:ext>
            </a:extLst>
          </p:cNvPr>
          <p:cNvSpPr/>
          <p:nvPr/>
        </p:nvSpPr>
        <p:spPr>
          <a:xfrm rot="10800000">
            <a:off x="7577734" y="2899038"/>
            <a:ext cx="1387171" cy="664775"/>
          </a:xfrm>
          <a:custGeom>
            <a:avLst/>
            <a:gdLst/>
            <a:ahLst/>
            <a:cxnLst/>
            <a:rect l="l" t="t" r="r" b="b"/>
            <a:pathLst>
              <a:path w="12652" h="6393" extrusionOk="0">
                <a:moveTo>
                  <a:pt x="6326" y="0"/>
                </a:moveTo>
                <a:cubicBezTo>
                  <a:pt x="2832" y="0"/>
                  <a:pt x="1" y="2833"/>
                  <a:pt x="1" y="6326"/>
                </a:cubicBezTo>
                <a:lnTo>
                  <a:pt x="1" y="6393"/>
                </a:lnTo>
                <a:lnTo>
                  <a:pt x="4883" y="6393"/>
                </a:lnTo>
                <a:cubicBezTo>
                  <a:pt x="4883" y="6382"/>
                  <a:pt x="4882" y="6370"/>
                  <a:pt x="4882" y="6359"/>
                </a:cubicBezTo>
                <a:cubicBezTo>
                  <a:pt x="4882" y="5555"/>
                  <a:pt x="5534" y="4904"/>
                  <a:pt x="6337" y="4904"/>
                </a:cubicBezTo>
                <a:cubicBezTo>
                  <a:pt x="7141" y="4904"/>
                  <a:pt x="7793" y="5555"/>
                  <a:pt x="7793" y="6359"/>
                </a:cubicBezTo>
                <a:cubicBezTo>
                  <a:pt x="7793" y="6370"/>
                  <a:pt x="7791" y="6382"/>
                  <a:pt x="7791" y="6393"/>
                </a:cubicBezTo>
                <a:lnTo>
                  <a:pt x="12651" y="6393"/>
                </a:lnTo>
                <a:lnTo>
                  <a:pt x="12651" y="6326"/>
                </a:lnTo>
                <a:cubicBezTo>
                  <a:pt x="12651" y="2833"/>
                  <a:pt x="9820" y="0"/>
                  <a:pt x="6326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" name="Google Shape;10442;p94">
            <a:extLst>
              <a:ext uri="{FF2B5EF4-FFF2-40B4-BE49-F238E27FC236}">
                <a16:creationId xmlns:a16="http://schemas.microsoft.com/office/drawing/2014/main" id="{1C8B71A0-8855-50EC-9179-781A904BCC22}"/>
              </a:ext>
            </a:extLst>
          </p:cNvPr>
          <p:cNvSpPr/>
          <p:nvPr/>
        </p:nvSpPr>
        <p:spPr>
          <a:xfrm rot="10800000">
            <a:off x="5915618" y="2902470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" name="Google Shape;10443;p94">
            <a:extLst>
              <a:ext uri="{FF2B5EF4-FFF2-40B4-BE49-F238E27FC236}">
                <a16:creationId xmlns:a16="http://schemas.microsoft.com/office/drawing/2014/main" id="{15174FB1-8C74-1CD3-49B5-886715EABB49}"/>
              </a:ext>
            </a:extLst>
          </p:cNvPr>
          <p:cNvSpPr/>
          <p:nvPr/>
        </p:nvSpPr>
        <p:spPr>
          <a:xfrm rot="10800000">
            <a:off x="4225431" y="2902470"/>
            <a:ext cx="1387171" cy="664672"/>
          </a:xfrm>
          <a:custGeom>
            <a:avLst/>
            <a:gdLst/>
            <a:ahLst/>
            <a:cxnLst/>
            <a:rect l="l" t="t" r="r" b="b"/>
            <a:pathLst>
              <a:path w="12652" h="6392" extrusionOk="0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3" name="Google Shape;10445;p94">
            <a:extLst>
              <a:ext uri="{FF2B5EF4-FFF2-40B4-BE49-F238E27FC236}">
                <a16:creationId xmlns:a16="http://schemas.microsoft.com/office/drawing/2014/main" id="{B745CFAF-D2C9-65D3-1F38-91BCCD264866}"/>
              </a:ext>
            </a:extLst>
          </p:cNvPr>
          <p:cNvSpPr/>
          <p:nvPr/>
        </p:nvSpPr>
        <p:spPr>
          <a:xfrm rot="10800000">
            <a:off x="4574994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1" y="647"/>
                </a:moveTo>
                <a:cubicBezTo>
                  <a:pt x="3723" y="647"/>
                  <a:pt x="3935" y="820"/>
                  <a:pt x="3936" y="1080"/>
                </a:cubicBezTo>
                <a:cubicBezTo>
                  <a:pt x="3936" y="1318"/>
                  <a:pt x="3743" y="1512"/>
                  <a:pt x="3504" y="1512"/>
                </a:cubicBezTo>
                <a:cubicBezTo>
                  <a:pt x="3118" y="1512"/>
                  <a:pt x="2924" y="1048"/>
                  <a:pt x="3198" y="775"/>
                </a:cubicBezTo>
                <a:cubicBezTo>
                  <a:pt x="3286" y="687"/>
                  <a:pt x="3395" y="647"/>
                  <a:pt x="3501" y="647"/>
                </a:cubicBezTo>
                <a:close/>
                <a:moveTo>
                  <a:pt x="3504" y="0"/>
                </a:moveTo>
                <a:cubicBezTo>
                  <a:pt x="3051" y="0"/>
                  <a:pt x="2646" y="282"/>
                  <a:pt x="2490" y="708"/>
                </a:cubicBezTo>
                <a:lnTo>
                  <a:pt x="357" y="708"/>
                </a:lnTo>
                <a:cubicBezTo>
                  <a:pt x="160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60" y="1486"/>
                  <a:pt x="357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2" y="2159"/>
                </a:cubicBezTo>
                <a:cubicBezTo>
                  <a:pt x="3943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7" y="1336"/>
                  <a:pt x="6607" y="1150"/>
                </a:cubicBezTo>
                <a:lnTo>
                  <a:pt x="6607" y="1044"/>
                </a:lnTo>
                <a:cubicBezTo>
                  <a:pt x="6607" y="859"/>
                  <a:pt x="6457" y="710"/>
                  <a:pt x="6271" y="708"/>
                </a:cubicBezTo>
                <a:lnTo>
                  <a:pt x="4518" y="708"/>
                </a:lnTo>
                <a:cubicBezTo>
                  <a:pt x="4362" y="282"/>
                  <a:pt x="3957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4" name="Google Shape;10446;p94">
            <a:extLst>
              <a:ext uri="{FF2B5EF4-FFF2-40B4-BE49-F238E27FC236}">
                <a16:creationId xmlns:a16="http://schemas.microsoft.com/office/drawing/2014/main" id="{4CA89356-A7DE-C41E-2F15-2F8CB8321468}"/>
              </a:ext>
            </a:extLst>
          </p:cNvPr>
          <p:cNvSpPr/>
          <p:nvPr/>
        </p:nvSpPr>
        <p:spPr>
          <a:xfrm rot="10800000">
            <a:off x="5400368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1" y="1512"/>
                  <a:pt x="3503" y="1512"/>
                </a:cubicBezTo>
                <a:cubicBezTo>
                  <a:pt x="3117" y="1512"/>
                  <a:pt x="2925" y="1048"/>
                  <a:pt x="3197" y="775"/>
                </a:cubicBezTo>
                <a:cubicBezTo>
                  <a:pt x="3285" y="687"/>
                  <a:pt x="3393" y="647"/>
                  <a:pt x="3500" y="647"/>
                </a:cubicBezTo>
                <a:close/>
                <a:moveTo>
                  <a:pt x="3503" y="0"/>
                </a:moveTo>
                <a:cubicBezTo>
                  <a:pt x="3049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0" y="868"/>
                  <a:pt x="0" y="1065"/>
                </a:cubicBezTo>
                <a:lnTo>
                  <a:pt x="0" y="1129"/>
                </a:lnTo>
                <a:cubicBezTo>
                  <a:pt x="0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1" y="2159"/>
                  <a:pt x="4338" y="1893"/>
                  <a:pt x="4503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6" y="859"/>
                  <a:pt x="6455" y="708"/>
                  <a:pt x="6270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5" name="Google Shape;10447;p94">
            <a:extLst>
              <a:ext uri="{FF2B5EF4-FFF2-40B4-BE49-F238E27FC236}">
                <a16:creationId xmlns:a16="http://schemas.microsoft.com/office/drawing/2014/main" id="{444563E5-2EF1-D7D2-7FB5-CC184C51EE2F}"/>
              </a:ext>
            </a:extLst>
          </p:cNvPr>
          <p:cNvSpPr/>
          <p:nvPr/>
        </p:nvSpPr>
        <p:spPr>
          <a:xfrm rot="10800000">
            <a:off x="6258415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4" y="1512"/>
                </a:cubicBezTo>
                <a:cubicBezTo>
                  <a:pt x="3119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4" y="0"/>
                </a:moveTo>
                <a:cubicBezTo>
                  <a:pt x="3050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9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1" y="282"/>
                  <a:pt x="3958" y="0"/>
                  <a:pt x="350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" name="Google Shape;10448;p94">
            <a:extLst>
              <a:ext uri="{FF2B5EF4-FFF2-40B4-BE49-F238E27FC236}">
                <a16:creationId xmlns:a16="http://schemas.microsoft.com/office/drawing/2014/main" id="{7A97780B-730F-00E1-719D-04E1A2EE08F9}"/>
              </a:ext>
            </a:extLst>
          </p:cNvPr>
          <p:cNvSpPr/>
          <p:nvPr/>
        </p:nvSpPr>
        <p:spPr>
          <a:xfrm rot="10800000">
            <a:off x="7092013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0" y="647"/>
                </a:moveTo>
                <a:cubicBezTo>
                  <a:pt x="3722" y="647"/>
                  <a:pt x="3935" y="820"/>
                  <a:pt x="3935" y="1080"/>
                </a:cubicBezTo>
                <a:cubicBezTo>
                  <a:pt x="3935" y="1318"/>
                  <a:pt x="3743" y="1512"/>
                  <a:pt x="3503" y="1512"/>
                </a:cubicBezTo>
                <a:cubicBezTo>
                  <a:pt x="3118" y="1512"/>
                  <a:pt x="2925" y="1048"/>
                  <a:pt x="3197" y="775"/>
                </a:cubicBezTo>
                <a:cubicBezTo>
                  <a:pt x="3285" y="687"/>
                  <a:pt x="3394" y="647"/>
                  <a:pt x="3500" y="647"/>
                </a:cubicBezTo>
                <a:close/>
                <a:moveTo>
                  <a:pt x="3503" y="0"/>
                </a:moveTo>
                <a:cubicBezTo>
                  <a:pt x="3050" y="0"/>
                  <a:pt x="2644" y="282"/>
                  <a:pt x="2489" y="708"/>
                </a:cubicBezTo>
                <a:lnTo>
                  <a:pt x="358" y="708"/>
                </a:lnTo>
                <a:cubicBezTo>
                  <a:pt x="159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59" y="1486"/>
                  <a:pt x="358" y="1486"/>
                </a:cubicBezTo>
                <a:lnTo>
                  <a:pt x="2502" y="1486"/>
                </a:lnTo>
                <a:cubicBezTo>
                  <a:pt x="2668" y="1893"/>
                  <a:pt x="3064" y="2159"/>
                  <a:pt x="3503" y="2159"/>
                </a:cubicBezTo>
                <a:cubicBezTo>
                  <a:pt x="3943" y="2159"/>
                  <a:pt x="4339" y="1893"/>
                  <a:pt x="4504" y="1486"/>
                </a:cubicBezTo>
                <a:lnTo>
                  <a:pt x="6271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1" y="708"/>
                </a:cubicBezTo>
                <a:lnTo>
                  <a:pt x="4516" y="708"/>
                </a:lnTo>
                <a:cubicBezTo>
                  <a:pt x="4361" y="282"/>
                  <a:pt x="3956" y="0"/>
                  <a:pt x="3503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" name="Google Shape;10449;p94">
            <a:extLst>
              <a:ext uri="{FF2B5EF4-FFF2-40B4-BE49-F238E27FC236}">
                <a16:creationId xmlns:a16="http://schemas.microsoft.com/office/drawing/2014/main" id="{85720AD4-005A-426C-93E1-71DE924C720B}"/>
              </a:ext>
            </a:extLst>
          </p:cNvPr>
          <p:cNvSpPr/>
          <p:nvPr/>
        </p:nvSpPr>
        <p:spPr>
          <a:xfrm rot="10800000">
            <a:off x="7909492" y="2688370"/>
            <a:ext cx="724505" cy="224503"/>
          </a:xfrm>
          <a:custGeom>
            <a:avLst/>
            <a:gdLst/>
            <a:ahLst/>
            <a:cxnLst/>
            <a:rect l="l" t="t" r="r" b="b"/>
            <a:pathLst>
              <a:path w="6608" h="2159" extrusionOk="0">
                <a:moveTo>
                  <a:pt x="3502" y="647"/>
                </a:moveTo>
                <a:cubicBezTo>
                  <a:pt x="3724" y="647"/>
                  <a:pt x="3937" y="820"/>
                  <a:pt x="3937" y="1080"/>
                </a:cubicBezTo>
                <a:cubicBezTo>
                  <a:pt x="3937" y="1318"/>
                  <a:pt x="3743" y="1512"/>
                  <a:pt x="3505" y="1512"/>
                </a:cubicBezTo>
                <a:cubicBezTo>
                  <a:pt x="3119" y="1512"/>
                  <a:pt x="2926" y="1048"/>
                  <a:pt x="3199" y="775"/>
                </a:cubicBezTo>
                <a:cubicBezTo>
                  <a:pt x="3287" y="687"/>
                  <a:pt x="3395" y="647"/>
                  <a:pt x="3502" y="647"/>
                </a:cubicBezTo>
                <a:close/>
                <a:moveTo>
                  <a:pt x="3505" y="0"/>
                </a:moveTo>
                <a:cubicBezTo>
                  <a:pt x="3051" y="0"/>
                  <a:pt x="2646" y="282"/>
                  <a:pt x="2491" y="708"/>
                </a:cubicBezTo>
                <a:lnTo>
                  <a:pt x="358" y="708"/>
                </a:lnTo>
                <a:cubicBezTo>
                  <a:pt x="161" y="708"/>
                  <a:pt x="1" y="868"/>
                  <a:pt x="1" y="1065"/>
                </a:cubicBezTo>
                <a:lnTo>
                  <a:pt x="1" y="1129"/>
                </a:lnTo>
                <a:cubicBezTo>
                  <a:pt x="1" y="1326"/>
                  <a:pt x="161" y="1486"/>
                  <a:pt x="358" y="1486"/>
                </a:cubicBezTo>
                <a:lnTo>
                  <a:pt x="2504" y="1486"/>
                </a:lnTo>
                <a:cubicBezTo>
                  <a:pt x="2669" y="1893"/>
                  <a:pt x="3064" y="2159"/>
                  <a:pt x="3505" y="2159"/>
                </a:cubicBezTo>
                <a:cubicBezTo>
                  <a:pt x="3943" y="2159"/>
                  <a:pt x="4339" y="1893"/>
                  <a:pt x="4505" y="1486"/>
                </a:cubicBezTo>
                <a:lnTo>
                  <a:pt x="6272" y="1486"/>
                </a:lnTo>
                <a:cubicBezTo>
                  <a:pt x="6457" y="1486"/>
                  <a:pt x="6608" y="1336"/>
                  <a:pt x="6608" y="1150"/>
                </a:cubicBezTo>
                <a:lnTo>
                  <a:pt x="6608" y="1044"/>
                </a:lnTo>
                <a:cubicBezTo>
                  <a:pt x="6608" y="859"/>
                  <a:pt x="6457" y="710"/>
                  <a:pt x="6272" y="708"/>
                </a:cubicBezTo>
                <a:lnTo>
                  <a:pt x="4518" y="708"/>
                </a:lnTo>
                <a:cubicBezTo>
                  <a:pt x="4363" y="282"/>
                  <a:pt x="3958" y="0"/>
                  <a:pt x="350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4DDE61-4FA3-D3D1-B3F0-CCC06B9953AD}"/>
              </a:ext>
            </a:extLst>
          </p:cNvPr>
          <p:cNvSpPr txBox="1"/>
          <p:nvPr/>
        </p:nvSpPr>
        <p:spPr>
          <a:xfrm>
            <a:off x="5067618" y="2014084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106002-60F9-1986-2F80-F58999680C43}"/>
              </a:ext>
            </a:extLst>
          </p:cNvPr>
          <p:cNvSpPr txBox="1"/>
          <p:nvPr/>
        </p:nvSpPr>
        <p:spPr>
          <a:xfrm>
            <a:off x="5912108" y="2889253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9FCB6D-36A6-3535-0106-24BF25077423}"/>
              </a:ext>
            </a:extLst>
          </p:cNvPr>
          <p:cNvSpPr txBox="1"/>
          <p:nvPr/>
        </p:nvSpPr>
        <p:spPr>
          <a:xfrm>
            <a:off x="6742016" y="2002987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1CF49-2BFC-A719-3DE9-F978D579219E}"/>
              </a:ext>
            </a:extLst>
          </p:cNvPr>
          <p:cNvSpPr txBox="1"/>
          <p:nvPr/>
        </p:nvSpPr>
        <p:spPr>
          <a:xfrm>
            <a:off x="7577734" y="2875612"/>
            <a:ext cx="1387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5B8DF5-03BF-E5E0-6B48-40EC5F7CDAFB}"/>
              </a:ext>
            </a:extLst>
          </p:cNvPr>
          <p:cNvSpPr txBox="1"/>
          <p:nvPr/>
        </p:nvSpPr>
        <p:spPr>
          <a:xfrm>
            <a:off x="4212900" y="2906225"/>
            <a:ext cx="1368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Blood Bank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40E9B3-AB09-E457-83F5-5F8F9D01CB48}"/>
              </a:ext>
            </a:extLst>
          </p:cNvPr>
          <p:cNvSpPr txBox="1"/>
          <p:nvPr/>
        </p:nvSpPr>
        <p:spPr>
          <a:xfrm>
            <a:off x="5051829" y="2034099"/>
            <a:ext cx="143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Donation Event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A786C9-323F-9941-7409-24ADE802E330}"/>
              </a:ext>
            </a:extLst>
          </p:cNvPr>
          <p:cNvSpPr txBox="1"/>
          <p:nvPr/>
        </p:nvSpPr>
        <p:spPr>
          <a:xfrm>
            <a:off x="5832222" y="2926088"/>
            <a:ext cx="1528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Blood Inventory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7B0CF9-7738-CA73-8E6A-318D1A6F2EEA}"/>
              </a:ext>
            </a:extLst>
          </p:cNvPr>
          <p:cNvSpPr txBox="1"/>
          <p:nvPr/>
        </p:nvSpPr>
        <p:spPr>
          <a:xfrm>
            <a:off x="6605693" y="2095062"/>
            <a:ext cx="1683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Donor &amp; Donation Event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4E57DD-8853-A58B-C958-A3251CC587A7}"/>
              </a:ext>
            </a:extLst>
          </p:cNvPr>
          <p:cNvSpPr txBox="1"/>
          <p:nvPr/>
        </p:nvSpPr>
        <p:spPr>
          <a:xfrm>
            <a:off x="7398638" y="2932732"/>
            <a:ext cx="1745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tkinson Hyperlegible" panose="020B0604020202020204" charset="0"/>
              </a:rPr>
              <a:t>Doctor &amp; Blood Bank</a:t>
            </a:r>
          </a:p>
        </p:txBody>
      </p:sp>
      <p:grpSp>
        <p:nvGrpSpPr>
          <p:cNvPr id="51" name="Google Shape;2566;p70">
            <a:extLst>
              <a:ext uri="{FF2B5EF4-FFF2-40B4-BE49-F238E27FC236}">
                <a16:creationId xmlns:a16="http://schemas.microsoft.com/office/drawing/2014/main" id="{7A32A2FD-818A-2EDC-46A1-B934E2F6895C}"/>
              </a:ext>
            </a:extLst>
          </p:cNvPr>
          <p:cNvGrpSpPr/>
          <p:nvPr/>
        </p:nvGrpSpPr>
        <p:grpSpPr>
          <a:xfrm>
            <a:off x="145611" y="3611091"/>
            <a:ext cx="1619070" cy="1469676"/>
            <a:chOff x="5450725" y="891550"/>
            <a:chExt cx="1805375" cy="1458075"/>
          </a:xfrm>
        </p:grpSpPr>
        <p:sp>
          <p:nvSpPr>
            <p:cNvPr id="52" name="Google Shape;2567;p70">
              <a:extLst>
                <a:ext uri="{FF2B5EF4-FFF2-40B4-BE49-F238E27FC236}">
                  <a16:creationId xmlns:a16="http://schemas.microsoft.com/office/drawing/2014/main" id="{C2356E27-3C26-0F7F-49B2-DBFD7C5C1986}"/>
                </a:ext>
              </a:extLst>
            </p:cNvPr>
            <p:cNvSpPr/>
            <p:nvPr/>
          </p:nvSpPr>
          <p:spPr>
            <a:xfrm>
              <a:off x="5450725" y="891550"/>
              <a:ext cx="1805375" cy="1458075"/>
            </a:xfrm>
            <a:custGeom>
              <a:avLst/>
              <a:gdLst/>
              <a:ahLst/>
              <a:cxnLst/>
              <a:rect l="l" t="t" r="r" b="b"/>
              <a:pathLst>
                <a:path w="72215" h="58323" extrusionOk="0">
                  <a:moveTo>
                    <a:pt x="38115" y="0"/>
                  </a:moveTo>
                  <a:cubicBezTo>
                    <a:pt x="35706" y="0"/>
                    <a:pt x="33163" y="1660"/>
                    <a:pt x="31450" y="4283"/>
                  </a:cubicBezTo>
                  <a:cubicBezTo>
                    <a:pt x="31450" y="4310"/>
                    <a:pt x="31423" y="4336"/>
                    <a:pt x="31396" y="4363"/>
                  </a:cubicBezTo>
                  <a:lnTo>
                    <a:pt x="31129" y="3400"/>
                  </a:lnTo>
                  <a:cubicBezTo>
                    <a:pt x="30808" y="2302"/>
                    <a:pt x="30085" y="1392"/>
                    <a:pt x="29095" y="830"/>
                  </a:cubicBezTo>
                  <a:cubicBezTo>
                    <a:pt x="29041" y="830"/>
                    <a:pt x="29014" y="803"/>
                    <a:pt x="28988" y="803"/>
                  </a:cubicBezTo>
                  <a:lnTo>
                    <a:pt x="28880" y="723"/>
                  </a:lnTo>
                  <a:cubicBezTo>
                    <a:pt x="28292" y="455"/>
                    <a:pt x="27649" y="295"/>
                    <a:pt x="27007" y="295"/>
                  </a:cubicBezTo>
                  <a:lnTo>
                    <a:pt x="26712" y="295"/>
                  </a:lnTo>
                  <a:cubicBezTo>
                    <a:pt x="23126" y="536"/>
                    <a:pt x="14026" y="1553"/>
                    <a:pt x="7066" y="5701"/>
                  </a:cubicBezTo>
                  <a:cubicBezTo>
                    <a:pt x="5996" y="6344"/>
                    <a:pt x="5273" y="7388"/>
                    <a:pt x="5032" y="8565"/>
                  </a:cubicBezTo>
                  <a:cubicBezTo>
                    <a:pt x="5006" y="8672"/>
                    <a:pt x="5006" y="8753"/>
                    <a:pt x="4979" y="8833"/>
                  </a:cubicBezTo>
                  <a:cubicBezTo>
                    <a:pt x="4898" y="9395"/>
                    <a:pt x="4925" y="9930"/>
                    <a:pt x="5059" y="10439"/>
                  </a:cubicBezTo>
                  <a:lnTo>
                    <a:pt x="6826" y="17478"/>
                  </a:lnTo>
                  <a:cubicBezTo>
                    <a:pt x="6317" y="17291"/>
                    <a:pt x="5755" y="17157"/>
                    <a:pt x="5166" y="17157"/>
                  </a:cubicBezTo>
                  <a:cubicBezTo>
                    <a:pt x="2623" y="17157"/>
                    <a:pt x="562" y="19245"/>
                    <a:pt x="562" y="21788"/>
                  </a:cubicBezTo>
                  <a:cubicBezTo>
                    <a:pt x="562" y="24196"/>
                    <a:pt x="2409" y="26150"/>
                    <a:pt x="4765" y="26364"/>
                  </a:cubicBezTo>
                  <a:cubicBezTo>
                    <a:pt x="3212" y="27328"/>
                    <a:pt x="1874" y="28934"/>
                    <a:pt x="1071" y="30995"/>
                  </a:cubicBezTo>
                  <a:cubicBezTo>
                    <a:pt x="1017" y="31048"/>
                    <a:pt x="1017" y="31102"/>
                    <a:pt x="991" y="31182"/>
                  </a:cubicBezTo>
                  <a:cubicBezTo>
                    <a:pt x="54" y="33564"/>
                    <a:pt x="0" y="36161"/>
                    <a:pt x="857" y="38061"/>
                  </a:cubicBezTo>
                  <a:cubicBezTo>
                    <a:pt x="1419" y="39346"/>
                    <a:pt x="2329" y="40283"/>
                    <a:pt x="3480" y="40764"/>
                  </a:cubicBezTo>
                  <a:cubicBezTo>
                    <a:pt x="3721" y="40925"/>
                    <a:pt x="3988" y="41032"/>
                    <a:pt x="4256" y="41139"/>
                  </a:cubicBezTo>
                  <a:cubicBezTo>
                    <a:pt x="4658" y="41300"/>
                    <a:pt x="5113" y="41407"/>
                    <a:pt x="5541" y="41433"/>
                  </a:cubicBezTo>
                  <a:cubicBezTo>
                    <a:pt x="5541" y="41460"/>
                    <a:pt x="5541" y="41487"/>
                    <a:pt x="5541" y="41514"/>
                  </a:cubicBezTo>
                  <a:cubicBezTo>
                    <a:pt x="5246" y="42718"/>
                    <a:pt x="5916" y="43923"/>
                    <a:pt x="7040" y="44351"/>
                  </a:cubicBezTo>
                  <a:cubicBezTo>
                    <a:pt x="6986" y="44913"/>
                    <a:pt x="7120" y="45448"/>
                    <a:pt x="7388" y="45903"/>
                  </a:cubicBezTo>
                  <a:lnTo>
                    <a:pt x="6156" y="45903"/>
                  </a:lnTo>
                  <a:cubicBezTo>
                    <a:pt x="3828" y="45903"/>
                    <a:pt x="1927" y="47804"/>
                    <a:pt x="1927" y="50132"/>
                  </a:cubicBezTo>
                  <a:lnTo>
                    <a:pt x="1927" y="52033"/>
                  </a:lnTo>
                  <a:cubicBezTo>
                    <a:pt x="1927" y="54361"/>
                    <a:pt x="3828" y="56262"/>
                    <a:pt x="6156" y="56262"/>
                  </a:cubicBezTo>
                  <a:lnTo>
                    <a:pt x="15498" y="56262"/>
                  </a:lnTo>
                  <a:cubicBezTo>
                    <a:pt x="15979" y="57145"/>
                    <a:pt x="16809" y="57760"/>
                    <a:pt x="17853" y="57975"/>
                  </a:cubicBezTo>
                  <a:cubicBezTo>
                    <a:pt x="18094" y="58028"/>
                    <a:pt x="18388" y="58082"/>
                    <a:pt x="18763" y="58135"/>
                  </a:cubicBezTo>
                  <a:cubicBezTo>
                    <a:pt x="19753" y="58269"/>
                    <a:pt x="20824" y="58322"/>
                    <a:pt x="21948" y="58322"/>
                  </a:cubicBezTo>
                  <a:cubicBezTo>
                    <a:pt x="23206" y="58322"/>
                    <a:pt x="24544" y="58242"/>
                    <a:pt x="25936" y="58082"/>
                  </a:cubicBezTo>
                  <a:cubicBezTo>
                    <a:pt x="27810" y="57841"/>
                    <a:pt x="29844" y="57466"/>
                    <a:pt x="31932" y="56904"/>
                  </a:cubicBezTo>
                  <a:cubicBezTo>
                    <a:pt x="31985" y="56904"/>
                    <a:pt x="32066" y="56877"/>
                    <a:pt x="32119" y="56850"/>
                  </a:cubicBezTo>
                  <a:lnTo>
                    <a:pt x="32521" y="56743"/>
                  </a:lnTo>
                  <a:cubicBezTo>
                    <a:pt x="32547" y="56743"/>
                    <a:pt x="32601" y="56717"/>
                    <a:pt x="32654" y="56717"/>
                  </a:cubicBezTo>
                  <a:cubicBezTo>
                    <a:pt x="32922" y="56636"/>
                    <a:pt x="33217" y="56529"/>
                    <a:pt x="33511" y="56449"/>
                  </a:cubicBezTo>
                  <a:cubicBezTo>
                    <a:pt x="34287" y="57091"/>
                    <a:pt x="35304" y="57466"/>
                    <a:pt x="36348" y="57466"/>
                  </a:cubicBezTo>
                  <a:cubicBezTo>
                    <a:pt x="38677" y="57466"/>
                    <a:pt x="40577" y="55726"/>
                    <a:pt x="40818" y="53478"/>
                  </a:cubicBezTo>
                  <a:cubicBezTo>
                    <a:pt x="40925" y="53424"/>
                    <a:pt x="41032" y="53344"/>
                    <a:pt x="41166" y="53291"/>
                  </a:cubicBezTo>
                  <a:lnTo>
                    <a:pt x="43789" y="54950"/>
                  </a:lnTo>
                  <a:cubicBezTo>
                    <a:pt x="44485" y="55405"/>
                    <a:pt x="45315" y="55619"/>
                    <a:pt x="46144" y="55619"/>
                  </a:cubicBezTo>
                  <a:cubicBezTo>
                    <a:pt x="47697" y="55619"/>
                    <a:pt x="49089" y="54843"/>
                    <a:pt x="49918" y="53558"/>
                  </a:cubicBezTo>
                  <a:lnTo>
                    <a:pt x="57627" y="41246"/>
                  </a:lnTo>
                  <a:cubicBezTo>
                    <a:pt x="57814" y="41166"/>
                    <a:pt x="57975" y="41059"/>
                    <a:pt x="58135" y="40925"/>
                  </a:cubicBezTo>
                  <a:cubicBezTo>
                    <a:pt x="58564" y="41246"/>
                    <a:pt x="59072" y="41407"/>
                    <a:pt x="59607" y="41407"/>
                  </a:cubicBezTo>
                  <a:cubicBezTo>
                    <a:pt x="60250" y="41407"/>
                    <a:pt x="60892" y="41139"/>
                    <a:pt x="61347" y="40657"/>
                  </a:cubicBezTo>
                  <a:cubicBezTo>
                    <a:pt x="61802" y="40202"/>
                    <a:pt x="62043" y="39587"/>
                    <a:pt x="62016" y="38917"/>
                  </a:cubicBezTo>
                  <a:cubicBezTo>
                    <a:pt x="62016" y="38382"/>
                    <a:pt x="61829" y="37847"/>
                    <a:pt x="61481" y="37445"/>
                  </a:cubicBezTo>
                  <a:cubicBezTo>
                    <a:pt x="61802" y="37017"/>
                    <a:pt x="61963" y="36482"/>
                    <a:pt x="61963" y="35920"/>
                  </a:cubicBezTo>
                  <a:cubicBezTo>
                    <a:pt x="61936" y="35545"/>
                    <a:pt x="61856" y="35170"/>
                    <a:pt x="61668" y="34822"/>
                  </a:cubicBezTo>
                  <a:lnTo>
                    <a:pt x="70903" y="20128"/>
                  </a:lnTo>
                  <a:cubicBezTo>
                    <a:pt x="72214" y="18040"/>
                    <a:pt x="71598" y="15284"/>
                    <a:pt x="69511" y="13999"/>
                  </a:cubicBezTo>
                  <a:lnTo>
                    <a:pt x="59661" y="7816"/>
                  </a:lnTo>
                  <a:cubicBezTo>
                    <a:pt x="59822" y="7334"/>
                    <a:pt x="59902" y="6852"/>
                    <a:pt x="59902" y="6344"/>
                  </a:cubicBezTo>
                  <a:cubicBezTo>
                    <a:pt x="59902" y="3801"/>
                    <a:pt x="57841" y="1740"/>
                    <a:pt x="55298" y="1740"/>
                  </a:cubicBezTo>
                  <a:cubicBezTo>
                    <a:pt x="54067" y="1740"/>
                    <a:pt x="52916" y="2222"/>
                    <a:pt x="52086" y="3052"/>
                  </a:cubicBezTo>
                  <a:lnTo>
                    <a:pt x="49865" y="1633"/>
                  </a:lnTo>
                  <a:cubicBezTo>
                    <a:pt x="49142" y="1205"/>
                    <a:pt x="48339" y="964"/>
                    <a:pt x="47509" y="964"/>
                  </a:cubicBezTo>
                  <a:cubicBezTo>
                    <a:pt x="45957" y="964"/>
                    <a:pt x="44538" y="1740"/>
                    <a:pt x="43735" y="3052"/>
                  </a:cubicBezTo>
                  <a:lnTo>
                    <a:pt x="43254" y="3801"/>
                  </a:lnTo>
                  <a:cubicBezTo>
                    <a:pt x="42906" y="2730"/>
                    <a:pt x="42263" y="1847"/>
                    <a:pt x="41353" y="1258"/>
                  </a:cubicBezTo>
                  <a:cubicBezTo>
                    <a:pt x="41139" y="1044"/>
                    <a:pt x="40925" y="884"/>
                    <a:pt x="40657" y="723"/>
                  </a:cubicBezTo>
                  <a:cubicBezTo>
                    <a:pt x="39908" y="268"/>
                    <a:pt x="39051" y="0"/>
                    <a:pt x="38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568;p70">
              <a:extLst>
                <a:ext uri="{FF2B5EF4-FFF2-40B4-BE49-F238E27FC236}">
                  <a16:creationId xmlns:a16="http://schemas.microsoft.com/office/drawing/2014/main" id="{57E2297C-B8B6-8E4D-AFEB-AFDAEAE4DF07}"/>
                </a:ext>
              </a:extLst>
            </p:cNvPr>
            <p:cNvSpPr/>
            <p:nvPr/>
          </p:nvSpPr>
          <p:spPr>
            <a:xfrm>
              <a:off x="6047600" y="978225"/>
              <a:ext cx="1147600" cy="1259675"/>
            </a:xfrm>
            <a:custGeom>
              <a:avLst/>
              <a:gdLst/>
              <a:ahLst/>
              <a:cxnLst/>
              <a:rect l="l" t="t" r="r" b="b"/>
              <a:pathLst>
                <a:path w="45904" h="50387" extrusionOk="0">
                  <a:moveTo>
                    <a:pt x="23625" y="0"/>
                  </a:moveTo>
                  <a:cubicBezTo>
                    <a:pt x="22861" y="0"/>
                    <a:pt x="22114" y="390"/>
                    <a:pt x="21680" y="1084"/>
                  </a:cubicBezTo>
                  <a:lnTo>
                    <a:pt x="15444" y="10987"/>
                  </a:lnTo>
                  <a:lnTo>
                    <a:pt x="12768" y="15243"/>
                  </a:lnTo>
                  <a:lnTo>
                    <a:pt x="669" y="34514"/>
                  </a:lnTo>
                  <a:cubicBezTo>
                    <a:pt x="0" y="35584"/>
                    <a:pt x="322" y="37003"/>
                    <a:pt x="1392" y="37672"/>
                  </a:cubicBezTo>
                  <a:lnTo>
                    <a:pt x="21038" y="50038"/>
                  </a:lnTo>
                  <a:cubicBezTo>
                    <a:pt x="21425" y="50274"/>
                    <a:pt x="21853" y="50387"/>
                    <a:pt x="22273" y="50387"/>
                  </a:cubicBezTo>
                  <a:cubicBezTo>
                    <a:pt x="23044" y="50387"/>
                    <a:pt x="23790" y="50008"/>
                    <a:pt x="24223" y="49315"/>
                  </a:cubicBezTo>
                  <a:lnTo>
                    <a:pt x="36776" y="29348"/>
                  </a:lnTo>
                  <a:lnTo>
                    <a:pt x="39185" y="25520"/>
                  </a:lnTo>
                  <a:lnTo>
                    <a:pt x="45234" y="15885"/>
                  </a:lnTo>
                  <a:cubicBezTo>
                    <a:pt x="45903" y="14787"/>
                    <a:pt x="45582" y="13369"/>
                    <a:pt x="44512" y="12700"/>
                  </a:cubicBezTo>
                  <a:lnTo>
                    <a:pt x="24839" y="361"/>
                  </a:lnTo>
                  <a:cubicBezTo>
                    <a:pt x="24462" y="116"/>
                    <a:pt x="24041" y="0"/>
                    <a:pt x="23625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569;p70">
              <a:extLst>
                <a:ext uri="{FF2B5EF4-FFF2-40B4-BE49-F238E27FC236}">
                  <a16:creationId xmlns:a16="http://schemas.microsoft.com/office/drawing/2014/main" id="{EDA44548-A22D-70A7-8F41-12F1B7F8458B}"/>
                </a:ext>
              </a:extLst>
            </p:cNvPr>
            <p:cNvSpPr/>
            <p:nvPr/>
          </p:nvSpPr>
          <p:spPr>
            <a:xfrm>
              <a:off x="6336000" y="1176600"/>
              <a:ext cx="575475" cy="883275"/>
            </a:xfrm>
            <a:custGeom>
              <a:avLst/>
              <a:gdLst/>
              <a:ahLst/>
              <a:cxnLst/>
              <a:rect l="l" t="t" r="r" b="b"/>
              <a:pathLst>
                <a:path w="23019" h="35331" fill="none" extrusionOk="0">
                  <a:moveTo>
                    <a:pt x="589" y="35063"/>
                  </a:moveTo>
                  <a:lnTo>
                    <a:pt x="589" y="35063"/>
                  </a:lnTo>
                  <a:cubicBezTo>
                    <a:pt x="134" y="34769"/>
                    <a:pt x="0" y="34153"/>
                    <a:pt x="268" y="33698"/>
                  </a:cubicBezTo>
                  <a:lnTo>
                    <a:pt x="21065" y="616"/>
                  </a:lnTo>
                  <a:cubicBezTo>
                    <a:pt x="21359" y="161"/>
                    <a:pt x="21975" y="1"/>
                    <a:pt x="22430" y="295"/>
                  </a:cubicBezTo>
                  <a:lnTo>
                    <a:pt x="22430" y="295"/>
                  </a:lnTo>
                  <a:cubicBezTo>
                    <a:pt x="22885" y="589"/>
                    <a:pt x="23019" y="1205"/>
                    <a:pt x="22724" y="1660"/>
                  </a:cubicBezTo>
                  <a:lnTo>
                    <a:pt x="1954" y="34742"/>
                  </a:lnTo>
                  <a:cubicBezTo>
                    <a:pt x="1660" y="35197"/>
                    <a:pt x="1044" y="35331"/>
                    <a:pt x="589" y="35063"/>
                  </a:cubicBezTo>
                  <a:close/>
                </a:path>
              </a:pathLst>
            </a:custGeom>
            <a:noFill/>
            <a:ln w="402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570;p70">
              <a:extLst>
                <a:ext uri="{FF2B5EF4-FFF2-40B4-BE49-F238E27FC236}">
                  <a16:creationId xmlns:a16="http://schemas.microsoft.com/office/drawing/2014/main" id="{4C8563D8-679B-AE1E-5460-DFA21F113563}"/>
                </a:ext>
              </a:extLst>
            </p:cNvPr>
            <p:cNvSpPr/>
            <p:nvPr/>
          </p:nvSpPr>
          <p:spPr>
            <a:xfrm>
              <a:off x="6580225" y="11236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816"/>
                    <a:pt x="429" y="4636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425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571;p70">
              <a:extLst>
                <a:ext uri="{FF2B5EF4-FFF2-40B4-BE49-F238E27FC236}">
                  <a16:creationId xmlns:a16="http://schemas.microsoft.com/office/drawing/2014/main" id="{A52EF959-9AF6-AF87-235B-23F82F2168B2}"/>
                </a:ext>
              </a:extLst>
            </p:cNvPr>
            <p:cNvSpPr/>
            <p:nvPr/>
          </p:nvSpPr>
          <p:spPr>
            <a:xfrm>
              <a:off x="6578900" y="1112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396" y="1"/>
                  </a:moveTo>
                  <a:cubicBezTo>
                    <a:pt x="2402" y="1"/>
                    <a:pt x="1428" y="498"/>
                    <a:pt x="857" y="1398"/>
                  </a:cubicBezTo>
                  <a:cubicBezTo>
                    <a:pt x="0" y="2816"/>
                    <a:pt x="402" y="4663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799" y="3191"/>
                    <a:pt x="6397" y="1344"/>
                    <a:pt x="4979" y="461"/>
                  </a:cubicBezTo>
                  <a:cubicBezTo>
                    <a:pt x="4487" y="149"/>
                    <a:pt x="3938" y="1"/>
                    <a:pt x="3396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572;p70">
              <a:extLst>
                <a:ext uri="{FF2B5EF4-FFF2-40B4-BE49-F238E27FC236}">
                  <a16:creationId xmlns:a16="http://schemas.microsoft.com/office/drawing/2014/main" id="{411B22EA-976B-863C-7F7E-FC923A092BCA}"/>
                </a:ext>
              </a:extLst>
            </p:cNvPr>
            <p:cNvSpPr/>
            <p:nvPr/>
          </p:nvSpPr>
          <p:spPr>
            <a:xfrm>
              <a:off x="6459125" y="13169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2" y="1"/>
                  </a:moveTo>
                  <a:cubicBezTo>
                    <a:pt x="2429" y="1"/>
                    <a:pt x="1455" y="498"/>
                    <a:pt x="883" y="1398"/>
                  </a:cubicBezTo>
                  <a:cubicBezTo>
                    <a:pt x="0" y="2790"/>
                    <a:pt x="428" y="4637"/>
                    <a:pt x="1820" y="5520"/>
                  </a:cubicBezTo>
                  <a:cubicBezTo>
                    <a:pt x="2312" y="5832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65"/>
                    <a:pt x="6397" y="1318"/>
                    <a:pt x="5005" y="461"/>
                  </a:cubicBezTo>
                  <a:cubicBezTo>
                    <a:pt x="4514" y="149"/>
                    <a:pt x="3965" y="1"/>
                    <a:pt x="3422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573;p70">
              <a:extLst>
                <a:ext uri="{FF2B5EF4-FFF2-40B4-BE49-F238E27FC236}">
                  <a16:creationId xmlns:a16="http://schemas.microsoft.com/office/drawing/2014/main" id="{79523463-2938-C067-F595-66AA8F7D5637}"/>
                </a:ext>
              </a:extLst>
            </p:cNvPr>
            <p:cNvSpPr/>
            <p:nvPr/>
          </p:nvSpPr>
          <p:spPr>
            <a:xfrm>
              <a:off x="6457100" y="13056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3" y="1"/>
                  </a:moveTo>
                  <a:cubicBezTo>
                    <a:pt x="2430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22" y="5832"/>
                    <a:pt x="2877" y="5980"/>
                    <a:pt x="3422" y="5980"/>
                  </a:cubicBezTo>
                  <a:cubicBezTo>
                    <a:pt x="4421" y="5980"/>
                    <a:pt x="5389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574;p70">
              <a:extLst>
                <a:ext uri="{FF2B5EF4-FFF2-40B4-BE49-F238E27FC236}">
                  <a16:creationId xmlns:a16="http://schemas.microsoft.com/office/drawing/2014/main" id="{21265877-1F12-DEEC-01A8-3DEBE7C14A7F}"/>
                </a:ext>
              </a:extLst>
            </p:cNvPr>
            <p:cNvSpPr/>
            <p:nvPr/>
          </p:nvSpPr>
          <p:spPr>
            <a:xfrm>
              <a:off x="6334650" y="1514700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1"/>
                  </a:moveTo>
                  <a:cubicBezTo>
                    <a:pt x="2432" y="1"/>
                    <a:pt x="1456" y="493"/>
                    <a:pt x="884" y="1412"/>
                  </a:cubicBezTo>
                  <a:cubicBezTo>
                    <a:pt x="1" y="2803"/>
                    <a:pt x="429" y="4650"/>
                    <a:pt x="1821" y="5534"/>
                  </a:cubicBezTo>
                  <a:cubicBezTo>
                    <a:pt x="2321" y="5835"/>
                    <a:pt x="2874" y="5981"/>
                    <a:pt x="3418" y="5981"/>
                  </a:cubicBezTo>
                  <a:cubicBezTo>
                    <a:pt x="4418" y="5981"/>
                    <a:pt x="5388" y="5489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1"/>
                    <a:pt x="3428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575;p70">
              <a:extLst>
                <a:ext uri="{FF2B5EF4-FFF2-40B4-BE49-F238E27FC236}">
                  <a16:creationId xmlns:a16="http://schemas.microsoft.com/office/drawing/2014/main" id="{21C82F6F-8921-3687-C8D4-B3D11C400530}"/>
                </a:ext>
              </a:extLst>
            </p:cNvPr>
            <p:cNvSpPr/>
            <p:nvPr/>
          </p:nvSpPr>
          <p:spPr>
            <a:xfrm>
              <a:off x="6333325" y="1503500"/>
              <a:ext cx="169975" cy="149675"/>
            </a:xfrm>
            <a:custGeom>
              <a:avLst/>
              <a:gdLst/>
              <a:ahLst/>
              <a:cxnLst/>
              <a:rect l="l" t="t" r="r" b="b"/>
              <a:pathLst>
                <a:path w="6799" h="5987" extrusionOk="0">
                  <a:moveTo>
                    <a:pt x="3378" y="1"/>
                  </a:moveTo>
                  <a:cubicBezTo>
                    <a:pt x="2391" y="1"/>
                    <a:pt x="1425" y="493"/>
                    <a:pt x="857" y="1405"/>
                  </a:cubicBezTo>
                  <a:cubicBezTo>
                    <a:pt x="0" y="2796"/>
                    <a:pt x="402" y="4643"/>
                    <a:pt x="1820" y="5527"/>
                  </a:cubicBezTo>
                  <a:cubicBezTo>
                    <a:pt x="2312" y="5839"/>
                    <a:pt x="2861" y="5987"/>
                    <a:pt x="3403" y="5987"/>
                  </a:cubicBezTo>
                  <a:cubicBezTo>
                    <a:pt x="4397" y="5987"/>
                    <a:pt x="5371" y="5490"/>
                    <a:pt x="5942" y="4590"/>
                  </a:cubicBezTo>
                  <a:cubicBezTo>
                    <a:pt x="6799" y="3171"/>
                    <a:pt x="6397" y="1324"/>
                    <a:pt x="4979" y="468"/>
                  </a:cubicBezTo>
                  <a:cubicBezTo>
                    <a:pt x="4482" y="153"/>
                    <a:pt x="3927" y="1"/>
                    <a:pt x="3378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576;p70">
              <a:extLst>
                <a:ext uri="{FF2B5EF4-FFF2-40B4-BE49-F238E27FC236}">
                  <a16:creationId xmlns:a16="http://schemas.microsoft.com/office/drawing/2014/main" id="{2D65C16E-13C8-A810-974E-6F49304AF4E1}"/>
                </a:ext>
              </a:extLst>
            </p:cNvPr>
            <p:cNvSpPr/>
            <p:nvPr/>
          </p:nvSpPr>
          <p:spPr>
            <a:xfrm>
              <a:off x="6201500" y="172717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3" y="0"/>
                  </a:moveTo>
                  <a:cubicBezTo>
                    <a:pt x="2429" y="0"/>
                    <a:pt x="1455" y="497"/>
                    <a:pt x="884" y="1397"/>
                  </a:cubicBezTo>
                  <a:cubicBezTo>
                    <a:pt x="0" y="2789"/>
                    <a:pt x="429" y="4636"/>
                    <a:pt x="1820" y="5519"/>
                  </a:cubicBezTo>
                  <a:cubicBezTo>
                    <a:pt x="2312" y="5831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0"/>
                    <a:pt x="3423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577;p70">
              <a:extLst>
                <a:ext uri="{FF2B5EF4-FFF2-40B4-BE49-F238E27FC236}">
                  <a16:creationId xmlns:a16="http://schemas.microsoft.com/office/drawing/2014/main" id="{8B47F8DE-A920-62C2-392E-B34791EAF759}"/>
                </a:ext>
              </a:extLst>
            </p:cNvPr>
            <p:cNvSpPr/>
            <p:nvPr/>
          </p:nvSpPr>
          <p:spPr>
            <a:xfrm>
              <a:off x="6199500" y="1715800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22" y="0"/>
                  </a:moveTo>
                  <a:cubicBezTo>
                    <a:pt x="2429" y="0"/>
                    <a:pt x="1455" y="497"/>
                    <a:pt x="883" y="1397"/>
                  </a:cubicBezTo>
                  <a:cubicBezTo>
                    <a:pt x="0" y="2789"/>
                    <a:pt x="428" y="4636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2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14" y="148"/>
                    <a:pt x="3965" y="0"/>
                    <a:pt x="3422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578;p70">
              <a:extLst>
                <a:ext uri="{FF2B5EF4-FFF2-40B4-BE49-F238E27FC236}">
                  <a16:creationId xmlns:a16="http://schemas.microsoft.com/office/drawing/2014/main" id="{4F3616C0-2345-3F47-95FF-45E49EEB5605}"/>
                </a:ext>
              </a:extLst>
            </p:cNvPr>
            <p:cNvSpPr/>
            <p:nvPr/>
          </p:nvSpPr>
          <p:spPr>
            <a:xfrm>
              <a:off x="6897400" y="13230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64"/>
                    <a:pt x="6398" y="1344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579;p70">
              <a:extLst>
                <a:ext uri="{FF2B5EF4-FFF2-40B4-BE49-F238E27FC236}">
                  <a16:creationId xmlns:a16="http://schemas.microsoft.com/office/drawing/2014/main" id="{0BFE0F8F-9E8E-BA43-1A59-33F5DB56FAE4}"/>
                </a:ext>
              </a:extLst>
            </p:cNvPr>
            <p:cNvSpPr/>
            <p:nvPr/>
          </p:nvSpPr>
          <p:spPr>
            <a:xfrm>
              <a:off x="6895400" y="131162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790"/>
                    <a:pt x="429" y="4637"/>
                    <a:pt x="1820" y="5520"/>
                  </a:cubicBezTo>
                  <a:cubicBezTo>
                    <a:pt x="2322" y="5832"/>
                    <a:pt x="2876" y="5980"/>
                    <a:pt x="3422" y="5980"/>
                  </a:cubicBezTo>
                  <a:cubicBezTo>
                    <a:pt x="4420" y="5980"/>
                    <a:pt x="5388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580;p70">
              <a:extLst>
                <a:ext uri="{FF2B5EF4-FFF2-40B4-BE49-F238E27FC236}">
                  <a16:creationId xmlns:a16="http://schemas.microsoft.com/office/drawing/2014/main" id="{EA20CCAF-CDAD-5B6A-1A58-DA38BAE97F8B}"/>
                </a:ext>
              </a:extLst>
            </p:cNvPr>
            <p:cNvSpPr/>
            <p:nvPr/>
          </p:nvSpPr>
          <p:spPr>
            <a:xfrm>
              <a:off x="6776300" y="1515725"/>
              <a:ext cx="170650" cy="149500"/>
            </a:xfrm>
            <a:custGeom>
              <a:avLst/>
              <a:gdLst/>
              <a:ahLst/>
              <a:cxnLst/>
              <a:rect l="l" t="t" r="r" b="b"/>
              <a:pathLst>
                <a:path w="6826" h="5980" extrusionOk="0">
                  <a:moveTo>
                    <a:pt x="3410" y="0"/>
                  </a:moveTo>
                  <a:cubicBezTo>
                    <a:pt x="2418" y="0"/>
                    <a:pt x="1455" y="497"/>
                    <a:pt x="883" y="1397"/>
                  </a:cubicBezTo>
                  <a:cubicBezTo>
                    <a:pt x="0" y="2816"/>
                    <a:pt x="428" y="4663"/>
                    <a:pt x="1820" y="5519"/>
                  </a:cubicBezTo>
                  <a:cubicBezTo>
                    <a:pt x="2312" y="5831"/>
                    <a:pt x="2860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5" y="3191"/>
                    <a:pt x="6397" y="1344"/>
                    <a:pt x="5005" y="461"/>
                  </a:cubicBezTo>
                  <a:cubicBezTo>
                    <a:pt x="4504" y="149"/>
                    <a:pt x="3953" y="0"/>
                    <a:pt x="3410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581;p70">
              <a:extLst>
                <a:ext uri="{FF2B5EF4-FFF2-40B4-BE49-F238E27FC236}">
                  <a16:creationId xmlns:a16="http://schemas.microsoft.com/office/drawing/2014/main" id="{CCD585FF-C01D-230A-C5C1-2BD0AEB30A8C}"/>
                </a:ext>
              </a:extLst>
            </p:cNvPr>
            <p:cNvSpPr/>
            <p:nvPr/>
          </p:nvSpPr>
          <p:spPr>
            <a:xfrm>
              <a:off x="6774275" y="1504675"/>
              <a:ext cx="170675" cy="149525"/>
            </a:xfrm>
            <a:custGeom>
              <a:avLst/>
              <a:gdLst/>
              <a:ahLst/>
              <a:cxnLst/>
              <a:rect l="l" t="t" r="r" b="b"/>
              <a:pathLst>
                <a:path w="6827" h="5981" extrusionOk="0">
                  <a:moveTo>
                    <a:pt x="3428" y="0"/>
                  </a:moveTo>
                  <a:cubicBezTo>
                    <a:pt x="2432" y="0"/>
                    <a:pt x="1456" y="492"/>
                    <a:pt x="884" y="1411"/>
                  </a:cubicBezTo>
                  <a:cubicBezTo>
                    <a:pt x="1" y="2803"/>
                    <a:pt x="429" y="4650"/>
                    <a:pt x="1821" y="5533"/>
                  </a:cubicBezTo>
                  <a:cubicBezTo>
                    <a:pt x="2311" y="5835"/>
                    <a:pt x="2858" y="5980"/>
                    <a:pt x="3399" y="5980"/>
                  </a:cubicBezTo>
                  <a:cubicBezTo>
                    <a:pt x="4394" y="5980"/>
                    <a:pt x="5371" y="5488"/>
                    <a:pt x="5943" y="4570"/>
                  </a:cubicBezTo>
                  <a:cubicBezTo>
                    <a:pt x="6826" y="3178"/>
                    <a:pt x="6398" y="1331"/>
                    <a:pt x="5006" y="448"/>
                  </a:cubicBezTo>
                  <a:cubicBezTo>
                    <a:pt x="4516" y="146"/>
                    <a:pt x="3969" y="0"/>
                    <a:pt x="3428" y="0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582;p70">
              <a:extLst>
                <a:ext uri="{FF2B5EF4-FFF2-40B4-BE49-F238E27FC236}">
                  <a16:creationId xmlns:a16="http://schemas.microsoft.com/office/drawing/2014/main" id="{699A6E69-1A0D-64EB-0FFB-26A764E6A565}"/>
                </a:ext>
              </a:extLst>
            </p:cNvPr>
            <p:cNvSpPr/>
            <p:nvPr/>
          </p:nvSpPr>
          <p:spPr>
            <a:xfrm>
              <a:off x="6651825" y="1713775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1" y="2790"/>
                    <a:pt x="429" y="4637"/>
                    <a:pt x="1821" y="5520"/>
                  </a:cubicBezTo>
                  <a:cubicBezTo>
                    <a:pt x="2312" y="5832"/>
                    <a:pt x="2861" y="5980"/>
                    <a:pt x="3404" y="5980"/>
                  </a:cubicBezTo>
                  <a:cubicBezTo>
                    <a:pt x="4397" y="5980"/>
                    <a:pt x="5371" y="5483"/>
                    <a:pt x="5943" y="4583"/>
                  </a:cubicBezTo>
                  <a:cubicBezTo>
                    <a:pt x="6826" y="3191"/>
                    <a:pt x="6398" y="1345"/>
                    <a:pt x="5006" y="461"/>
                  </a:cubicBezTo>
                  <a:cubicBezTo>
                    <a:pt x="4514" y="149"/>
                    <a:pt x="3966" y="1"/>
                    <a:pt x="3423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583;p70">
              <a:extLst>
                <a:ext uri="{FF2B5EF4-FFF2-40B4-BE49-F238E27FC236}">
                  <a16:creationId xmlns:a16="http://schemas.microsoft.com/office/drawing/2014/main" id="{CC33A987-E814-000E-483F-4041E8D8D046}"/>
                </a:ext>
              </a:extLst>
            </p:cNvPr>
            <p:cNvSpPr/>
            <p:nvPr/>
          </p:nvSpPr>
          <p:spPr>
            <a:xfrm>
              <a:off x="6649825" y="1702400"/>
              <a:ext cx="170650" cy="149525"/>
            </a:xfrm>
            <a:custGeom>
              <a:avLst/>
              <a:gdLst/>
              <a:ahLst/>
              <a:cxnLst/>
              <a:rect l="l" t="t" r="r" b="b"/>
              <a:pathLst>
                <a:path w="6826" h="5981" extrusionOk="0">
                  <a:moveTo>
                    <a:pt x="3423" y="1"/>
                  </a:moveTo>
                  <a:cubicBezTo>
                    <a:pt x="2429" y="1"/>
                    <a:pt x="1455" y="498"/>
                    <a:pt x="884" y="1398"/>
                  </a:cubicBezTo>
                  <a:cubicBezTo>
                    <a:pt x="0" y="2817"/>
                    <a:pt x="429" y="4637"/>
                    <a:pt x="1820" y="5520"/>
                  </a:cubicBezTo>
                  <a:cubicBezTo>
                    <a:pt x="2312" y="5832"/>
                    <a:pt x="2861" y="5980"/>
                    <a:pt x="3403" y="5980"/>
                  </a:cubicBezTo>
                  <a:cubicBezTo>
                    <a:pt x="4397" y="5980"/>
                    <a:pt x="5371" y="5483"/>
                    <a:pt x="5942" y="4583"/>
                  </a:cubicBezTo>
                  <a:cubicBezTo>
                    <a:pt x="6826" y="3191"/>
                    <a:pt x="6397" y="1344"/>
                    <a:pt x="5006" y="461"/>
                  </a:cubicBezTo>
                  <a:cubicBezTo>
                    <a:pt x="4514" y="149"/>
                    <a:pt x="3965" y="1"/>
                    <a:pt x="3423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584;p70">
              <a:extLst>
                <a:ext uri="{FF2B5EF4-FFF2-40B4-BE49-F238E27FC236}">
                  <a16:creationId xmlns:a16="http://schemas.microsoft.com/office/drawing/2014/main" id="{5CAC3A91-11A3-8BB7-1E5F-ED161102B48F}"/>
                </a:ext>
              </a:extLst>
            </p:cNvPr>
            <p:cNvSpPr/>
            <p:nvPr/>
          </p:nvSpPr>
          <p:spPr>
            <a:xfrm>
              <a:off x="6518675" y="1926225"/>
              <a:ext cx="169975" cy="149525"/>
            </a:xfrm>
            <a:custGeom>
              <a:avLst/>
              <a:gdLst/>
              <a:ahLst/>
              <a:cxnLst/>
              <a:rect l="l" t="t" r="r" b="b"/>
              <a:pathLst>
                <a:path w="6799" h="5981" extrusionOk="0">
                  <a:moveTo>
                    <a:pt x="3409" y="1"/>
                  </a:moveTo>
                  <a:cubicBezTo>
                    <a:pt x="2409" y="1"/>
                    <a:pt x="1438" y="493"/>
                    <a:pt x="884" y="1411"/>
                  </a:cubicBezTo>
                  <a:cubicBezTo>
                    <a:pt x="0" y="2803"/>
                    <a:pt x="402" y="4650"/>
                    <a:pt x="1820" y="5533"/>
                  </a:cubicBezTo>
                  <a:cubicBezTo>
                    <a:pt x="2311" y="5835"/>
                    <a:pt x="2858" y="5981"/>
                    <a:pt x="3399" y="5981"/>
                  </a:cubicBezTo>
                  <a:cubicBezTo>
                    <a:pt x="4394" y="5981"/>
                    <a:pt x="5370" y="5489"/>
                    <a:pt x="5942" y="4570"/>
                  </a:cubicBezTo>
                  <a:cubicBezTo>
                    <a:pt x="6799" y="3178"/>
                    <a:pt x="6397" y="1331"/>
                    <a:pt x="5006" y="448"/>
                  </a:cubicBezTo>
                  <a:cubicBezTo>
                    <a:pt x="4506" y="146"/>
                    <a:pt x="3953" y="1"/>
                    <a:pt x="3409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585;p70">
              <a:extLst>
                <a:ext uri="{FF2B5EF4-FFF2-40B4-BE49-F238E27FC236}">
                  <a16:creationId xmlns:a16="http://schemas.microsoft.com/office/drawing/2014/main" id="{8DFED2F6-D543-03EC-2112-E7114B0FC258}"/>
                </a:ext>
              </a:extLst>
            </p:cNvPr>
            <p:cNvSpPr/>
            <p:nvPr/>
          </p:nvSpPr>
          <p:spPr>
            <a:xfrm>
              <a:off x="6516675" y="1915025"/>
              <a:ext cx="170650" cy="149375"/>
            </a:xfrm>
            <a:custGeom>
              <a:avLst/>
              <a:gdLst/>
              <a:ahLst/>
              <a:cxnLst/>
              <a:rect l="l" t="t" r="r" b="b"/>
              <a:pathLst>
                <a:path w="6826" h="5975" extrusionOk="0">
                  <a:moveTo>
                    <a:pt x="3387" y="1"/>
                  </a:moveTo>
                  <a:cubicBezTo>
                    <a:pt x="2394" y="1"/>
                    <a:pt x="1434" y="492"/>
                    <a:pt x="883" y="1404"/>
                  </a:cubicBezTo>
                  <a:cubicBezTo>
                    <a:pt x="0" y="2796"/>
                    <a:pt x="428" y="4643"/>
                    <a:pt x="1820" y="5526"/>
                  </a:cubicBezTo>
                  <a:cubicBezTo>
                    <a:pt x="2312" y="5829"/>
                    <a:pt x="2862" y="5975"/>
                    <a:pt x="3405" y="5975"/>
                  </a:cubicBezTo>
                  <a:cubicBezTo>
                    <a:pt x="4398" y="5975"/>
                    <a:pt x="5371" y="5489"/>
                    <a:pt x="5942" y="4590"/>
                  </a:cubicBezTo>
                  <a:cubicBezTo>
                    <a:pt x="6825" y="3171"/>
                    <a:pt x="6397" y="1324"/>
                    <a:pt x="5005" y="468"/>
                  </a:cubicBezTo>
                  <a:cubicBezTo>
                    <a:pt x="4499" y="152"/>
                    <a:pt x="3938" y="1"/>
                    <a:pt x="3387" y="1"/>
                  </a:cubicBezTo>
                  <a:close/>
                </a:path>
              </a:pathLst>
            </a:custGeom>
            <a:solidFill>
              <a:srgbClr val="E7D8DD"/>
            </a:solidFill>
            <a:ln w="8700" cap="flat" cmpd="sng">
              <a:solidFill>
                <a:srgbClr val="E7D8DD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586;p70">
              <a:extLst>
                <a:ext uri="{FF2B5EF4-FFF2-40B4-BE49-F238E27FC236}">
                  <a16:creationId xmlns:a16="http://schemas.microsoft.com/office/drawing/2014/main" id="{879D8110-6868-BB9E-9DA6-874AF6250088}"/>
                </a:ext>
              </a:extLst>
            </p:cNvPr>
            <p:cNvSpPr/>
            <p:nvPr/>
          </p:nvSpPr>
          <p:spPr>
            <a:xfrm>
              <a:off x="5644100" y="1159875"/>
              <a:ext cx="916750" cy="1145525"/>
            </a:xfrm>
            <a:custGeom>
              <a:avLst/>
              <a:gdLst/>
              <a:ahLst/>
              <a:cxnLst/>
              <a:rect l="l" t="t" r="r" b="b"/>
              <a:pathLst>
                <a:path w="36670" h="45821" extrusionOk="0">
                  <a:moveTo>
                    <a:pt x="22163" y="0"/>
                  </a:moveTo>
                  <a:lnTo>
                    <a:pt x="12393" y="2168"/>
                  </a:lnTo>
                  <a:lnTo>
                    <a:pt x="6398" y="3426"/>
                  </a:lnTo>
                  <a:lnTo>
                    <a:pt x="2865" y="5327"/>
                  </a:lnTo>
                  <a:lnTo>
                    <a:pt x="3560" y="7843"/>
                  </a:lnTo>
                  <a:lnTo>
                    <a:pt x="3748" y="8485"/>
                  </a:lnTo>
                  <a:cubicBezTo>
                    <a:pt x="3748" y="8485"/>
                    <a:pt x="1" y="10546"/>
                    <a:pt x="991" y="17104"/>
                  </a:cubicBezTo>
                  <a:cubicBezTo>
                    <a:pt x="1018" y="17184"/>
                    <a:pt x="1018" y="17237"/>
                    <a:pt x="1044" y="17318"/>
                  </a:cubicBezTo>
                  <a:cubicBezTo>
                    <a:pt x="1205" y="18335"/>
                    <a:pt x="1500" y="19646"/>
                    <a:pt x="1928" y="21172"/>
                  </a:cubicBezTo>
                  <a:cubicBezTo>
                    <a:pt x="3373" y="26632"/>
                    <a:pt x="6076" y="34662"/>
                    <a:pt x="7896" y="39935"/>
                  </a:cubicBezTo>
                  <a:cubicBezTo>
                    <a:pt x="7896" y="39988"/>
                    <a:pt x="7923" y="40015"/>
                    <a:pt x="7923" y="40068"/>
                  </a:cubicBezTo>
                  <a:cubicBezTo>
                    <a:pt x="8673" y="42156"/>
                    <a:pt x="9235" y="43816"/>
                    <a:pt x="9556" y="44672"/>
                  </a:cubicBezTo>
                  <a:cubicBezTo>
                    <a:pt x="9717" y="45100"/>
                    <a:pt x="10065" y="45421"/>
                    <a:pt x="10520" y="45502"/>
                  </a:cubicBezTo>
                  <a:cubicBezTo>
                    <a:pt x="10734" y="45555"/>
                    <a:pt x="11001" y="45582"/>
                    <a:pt x="11323" y="45636"/>
                  </a:cubicBezTo>
                  <a:cubicBezTo>
                    <a:pt x="12038" y="45736"/>
                    <a:pt x="13006" y="45821"/>
                    <a:pt x="14219" y="45821"/>
                  </a:cubicBezTo>
                  <a:cubicBezTo>
                    <a:pt x="15274" y="45821"/>
                    <a:pt x="16514" y="45756"/>
                    <a:pt x="17934" y="45582"/>
                  </a:cubicBezTo>
                  <a:cubicBezTo>
                    <a:pt x="19620" y="45368"/>
                    <a:pt x="21574" y="45020"/>
                    <a:pt x="23795" y="44431"/>
                  </a:cubicBezTo>
                  <a:lnTo>
                    <a:pt x="24197" y="44324"/>
                  </a:lnTo>
                  <a:cubicBezTo>
                    <a:pt x="31316" y="42290"/>
                    <a:pt x="34903" y="39587"/>
                    <a:pt x="36161" y="38462"/>
                  </a:cubicBezTo>
                  <a:cubicBezTo>
                    <a:pt x="36509" y="38141"/>
                    <a:pt x="36670" y="37686"/>
                    <a:pt x="36563" y="37258"/>
                  </a:cubicBezTo>
                  <a:cubicBezTo>
                    <a:pt x="36348" y="36187"/>
                    <a:pt x="35920" y="33993"/>
                    <a:pt x="35358" y="31263"/>
                  </a:cubicBezTo>
                  <a:cubicBezTo>
                    <a:pt x="35305" y="31022"/>
                    <a:pt x="35251" y="30754"/>
                    <a:pt x="35197" y="30513"/>
                  </a:cubicBezTo>
                  <a:cubicBezTo>
                    <a:pt x="33913" y="24491"/>
                    <a:pt x="32093" y="16194"/>
                    <a:pt x="30594" y="11429"/>
                  </a:cubicBezTo>
                  <a:cubicBezTo>
                    <a:pt x="30326" y="10546"/>
                    <a:pt x="30058" y="9770"/>
                    <a:pt x="29818" y="9181"/>
                  </a:cubicBezTo>
                  <a:cubicBezTo>
                    <a:pt x="29657" y="8753"/>
                    <a:pt x="29470" y="8351"/>
                    <a:pt x="29282" y="8003"/>
                  </a:cubicBezTo>
                  <a:cubicBezTo>
                    <a:pt x="26895" y="3306"/>
                    <a:pt x="23424" y="3185"/>
                    <a:pt x="23075" y="3185"/>
                  </a:cubicBezTo>
                  <a:cubicBezTo>
                    <a:pt x="23056" y="3185"/>
                    <a:pt x="23046" y="3185"/>
                    <a:pt x="23046" y="3185"/>
                  </a:cubicBezTo>
                  <a:lnTo>
                    <a:pt x="22163" y="0"/>
                  </a:ln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587;p70">
              <a:extLst>
                <a:ext uri="{FF2B5EF4-FFF2-40B4-BE49-F238E27FC236}">
                  <a16:creationId xmlns:a16="http://schemas.microsoft.com/office/drawing/2014/main" id="{53D12198-6C5C-3470-75F2-C258D92E06CD}"/>
                </a:ext>
              </a:extLst>
            </p:cNvPr>
            <p:cNvSpPr/>
            <p:nvPr/>
          </p:nvSpPr>
          <p:spPr>
            <a:xfrm>
              <a:off x="5670200" y="1359950"/>
              <a:ext cx="853850" cy="798300"/>
            </a:xfrm>
            <a:custGeom>
              <a:avLst/>
              <a:gdLst/>
              <a:ahLst/>
              <a:cxnLst/>
              <a:rect l="l" t="t" r="r" b="b"/>
              <a:pathLst>
                <a:path w="34154" h="31932" extrusionOk="0">
                  <a:moveTo>
                    <a:pt x="28238" y="0"/>
                  </a:moveTo>
                  <a:cubicBezTo>
                    <a:pt x="19807" y="5434"/>
                    <a:pt x="9984" y="8672"/>
                    <a:pt x="0" y="9315"/>
                  </a:cubicBezTo>
                  <a:cubicBezTo>
                    <a:pt x="161" y="10332"/>
                    <a:pt x="456" y="11643"/>
                    <a:pt x="884" y="13169"/>
                  </a:cubicBezTo>
                  <a:cubicBezTo>
                    <a:pt x="2329" y="18629"/>
                    <a:pt x="5032" y="26659"/>
                    <a:pt x="6852" y="31932"/>
                  </a:cubicBezTo>
                  <a:cubicBezTo>
                    <a:pt x="13196" y="31423"/>
                    <a:pt x="19593" y="30299"/>
                    <a:pt x="25455" y="27917"/>
                  </a:cubicBezTo>
                  <a:cubicBezTo>
                    <a:pt x="30647" y="25829"/>
                    <a:pt x="32226" y="24571"/>
                    <a:pt x="34153" y="22510"/>
                  </a:cubicBezTo>
                  <a:cubicBezTo>
                    <a:pt x="32869" y="16488"/>
                    <a:pt x="31049" y="8191"/>
                    <a:pt x="29550" y="3453"/>
                  </a:cubicBezTo>
                  <a:cubicBezTo>
                    <a:pt x="29282" y="2543"/>
                    <a:pt x="29014" y="1794"/>
                    <a:pt x="28774" y="1178"/>
                  </a:cubicBezTo>
                  <a:cubicBezTo>
                    <a:pt x="28613" y="750"/>
                    <a:pt x="28426" y="348"/>
                    <a:pt x="2823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588;p70">
              <a:extLst>
                <a:ext uri="{FF2B5EF4-FFF2-40B4-BE49-F238E27FC236}">
                  <a16:creationId xmlns:a16="http://schemas.microsoft.com/office/drawing/2014/main" id="{C8ABE477-A3F3-FDE2-19A8-76641B5351E6}"/>
                </a:ext>
              </a:extLst>
            </p:cNvPr>
            <p:cNvSpPr/>
            <p:nvPr/>
          </p:nvSpPr>
          <p:spPr>
            <a:xfrm>
              <a:off x="6057625" y="1628950"/>
              <a:ext cx="162625" cy="343950"/>
            </a:xfrm>
            <a:custGeom>
              <a:avLst/>
              <a:gdLst/>
              <a:ahLst/>
              <a:cxnLst/>
              <a:rect l="l" t="t" r="r" b="b"/>
              <a:pathLst>
                <a:path w="6505" h="13758" extrusionOk="0">
                  <a:moveTo>
                    <a:pt x="2276" y="0"/>
                  </a:moveTo>
                  <a:lnTo>
                    <a:pt x="1" y="749"/>
                  </a:lnTo>
                  <a:lnTo>
                    <a:pt x="4203" y="13757"/>
                  </a:lnTo>
                  <a:lnTo>
                    <a:pt x="6505" y="13008"/>
                  </a:lnTo>
                  <a:lnTo>
                    <a:pt x="2276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589;p70">
              <a:extLst>
                <a:ext uri="{FF2B5EF4-FFF2-40B4-BE49-F238E27FC236}">
                  <a16:creationId xmlns:a16="http://schemas.microsoft.com/office/drawing/2014/main" id="{0ED406A7-CBC7-D9C5-5C4D-AF028A8D14DA}"/>
                </a:ext>
              </a:extLst>
            </p:cNvPr>
            <p:cNvSpPr/>
            <p:nvPr/>
          </p:nvSpPr>
          <p:spPr>
            <a:xfrm>
              <a:off x="5986700" y="1722625"/>
              <a:ext cx="303150" cy="156600"/>
            </a:xfrm>
            <a:custGeom>
              <a:avLst/>
              <a:gdLst/>
              <a:ahLst/>
              <a:cxnLst/>
              <a:rect l="l" t="t" r="r" b="b"/>
              <a:pathLst>
                <a:path w="12126" h="6264" extrusionOk="0">
                  <a:moveTo>
                    <a:pt x="11269" y="0"/>
                  </a:moveTo>
                  <a:lnTo>
                    <a:pt x="1" y="3640"/>
                  </a:lnTo>
                  <a:lnTo>
                    <a:pt x="857" y="6263"/>
                  </a:lnTo>
                  <a:lnTo>
                    <a:pt x="12125" y="2623"/>
                  </a:lnTo>
                  <a:lnTo>
                    <a:pt x="11269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590;p70">
              <a:extLst>
                <a:ext uri="{FF2B5EF4-FFF2-40B4-BE49-F238E27FC236}">
                  <a16:creationId xmlns:a16="http://schemas.microsoft.com/office/drawing/2014/main" id="{02372937-0A85-4AA6-FFAD-662F10BEDC1F}"/>
                </a:ext>
              </a:extLst>
            </p:cNvPr>
            <p:cNvSpPr/>
            <p:nvPr/>
          </p:nvSpPr>
          <p:spPr>
            <a:xfrm>
              <a:off x="6239200" y="1312825"/>
              <a:ext cx="102175" cy="113475"/>
            </a:xfrm>
            <a:custGeom>
              <a:avLst/>
              <a:gdLst/>
              <a:ahLst/>
              <a:cxnLst/>
              <a:rect l="l" t="t" r="r" b="b"/>
              <a:pathLst>
                <a:path w="4087" h="4539" extrusionOk="0">
                  <a:moveTo>
                    <a:pt x="1566" y="0"/>
                  </a:moveTo>
                  <a:cubicBezTo>
                    <a:pt x="614" y="0"/>
                    <a:pt x="1" y="1058"/>
                    <a:pt x="339" y="2394"/>
                  </a:cubicBezTo>
                  <a:cubicBezTo>
                    <a:pt x="527" y="3170"/>
                    <a:pt x="1062" y="3866"/>
                    <a:pt x="1758" y="4267"/>
                  </a:cubicBezTo>
                  <a:cubicBezTo>
                    <a:pt x="2027" y="4414"/>
                    <a:pt x="2318" y="4538"/>
                    <a:pt x="2632" y="4538"/>
                  </a:cubicBezTo>
                  <a:cubicBezTo>
                    <a:pt x="2661" y="4538"/>
                    <a:pt x="2691" y="4537"/>
                    <a:pt x="2721" y="4535"/>
                  </a:cubicBezTo>
                  <a:cubicBezTo>
                    <a:pt x="3337" y="4508"/>
                    <a:pt x="3846" y="3919"/>
                    <a:pt x="3979" y="3277"/>
                  </a:cubicBezTo>
                  <a:cubicBezTo>
                    <a:pt x="4086" y="2661"/>
                    <a:pt x="3872" y="1992"/>
                    <a:pt x="3551" y="1457"/>
                  </a:cubicBezTo>
                  <a:cubicBezTo>
                    <a:pt x="3391" y="1136"/>
                    <a:pt x="3176" y="841"/>
                    <a:pt x="2909" y="627"/>
                  </a:cubicBezTo>
                  <a:cubicBezTo>
                    <a:pt x="2431" y="190"/>
                    <a:pt x="1968" y="0"/>
                    <a:pt x="15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591;p70">
              <a:extLst>
                <a:ext uri="{FF2B5EF4-FFF2-40B4-BE49-F238E27FC236}">
                  <a16:creationId xmlns:a16="http://schemas.microsoft.com/office/drawing/2014/main" id="{9BC47C55-53D8-9C50-2B27-EC6D6FCE79A3}"/>
                </a:ext>
              </a:extLst>
            </p:cNvPr>
            <p:cNvSpPr/>
            <p:nvPr/>
          </p:nvSpPr>
          <p:spPr>
            <a:xfrm>
              <a:off x="6303200" y="1441450"/>
              <a:ext cx="103075" cy="131375"/>
            </a:xfrm>
            <a:custGeom>
              <a:avLst/>
              <a:gdLst/>
              <a:ahLst/>
              <a:cxnLst/>
              <a:rect l="l" t="t" r="r" b="b"/>
              <a:pathLst>
                <a:path w="4123" h="5255" extrusionOk="0">
                  <a:moveTo>
                    <a:pt x="1965" y="0"/>
                  </a:moveTo>
                  <a:cubicBezTo>
                    <a:pt x="1926" y="0"/>
                    <a:pt x="1887" y="2"/>
                    <a:pt x="1848" y="6"/>
                  </a:cubicBezTo>
                  <a:cubicBezTo>
                    <a:pt x="1" y="193"/>
                    <a:pt x="670" y="3137"/>
                    <a:pt x="1259" y="4128"/>
                  </a:cubicBezTo>
                  <a:cubicBezTo>
                    <a:pt x="1473" y="4502"/>
                    <a:pt x="1767" y="4850"/>
                    <a:pt x="2142" y="5064"/>
                  </a:cubicBezTo>
                  <a:cubicBezTo>
                    <a:pt x="2352" y="5185"/>
                    <a:pt x="2597" y="5254"/>
                    <a:pt x="2837" y="5254"/>
                  </a:cubicBezTo>
                  <a:cubicBezTo>
                    <a:pt x="3024" y="5254"/>
                    <a:pt x="3209" y="5212"/>
                    <a:pt x="3373" y="5118"/>
                  </a:cubicBezTo>
                  <a:cubicBezTo>
                    <a:pt x="3935" y="4823"/>
                    <a:pt x="4123" y="4128"/>
                    <a:pt x="4096" y="3485"/>
                  </a:cubicBezTo>
                  <a:cubicBezTo>
                    <a:pt x="4096" y="2390"/>
                    <a:pt x="3410" y="0"/>
                    <a:pt x="19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592;p70">
              <a:extLst>
                <a:ext uri="{FF2B5EF4-FFF2-40B4-BE49-F238E27FC236}">
                  <a16:creationId xmlns:a16="http://schemas.microsoft.com/office/drawing/2014/main" id="{0F0EB463-FFA0-14FB-30DB-2E5286885050}"/>
                </a:ext>
              </a:extLst>
            </p:cNvPr>
            <p:cNvSpPr/>
            <p:nvPr/>
          </p:nvSpPr>
          <p:spPr>
            <a:xfrm>
              <a:off x="5644100" y="1355925"/>
              <a:ext cx="283075" cy="944850"/>
            </a:xfrm>
            <a:custGeom>
              <a:avLst/>
              <a:gdLst/>
              <a:ahLst/>
              <a:cxnLst/>
              <a:rect l="l" t="t" r="r" b="b"/>
              <a:pathLst>
                <a:path w="11323" h="37794" extrusionOk="0">
                  <a:moveTo>
                    <a:pt x="3560" y="1"/>
                  </a:moveTo>
                  <a:lnTo>
                    <a:pt x="3748" y="643"/>
                  </a:lnTo>
                  <a:cubicBezTo>
                    <a:pt x="3748" y="643"/>
                    <a:pt x="1" y="2704"/>
                    <a:pt x="991" y="9262"/>
                  </a:cubicBezTo>
                  <a:cubicBezTo>
                    <a:pt x="1018" y="9342"/>
                    <a:pt x="1018" y="9395"/>
                    <a:pt x="1044" y="9476"/>
                  </a:cubicBezTo>
                  <a:cubicBezTo>
                    <a:pt x="1205" y="10493"/>
                    <a:pt x="1500" y="11804"/>
                    <a:pt x="1928" y="13330"/>
                  </a:cubicBezTo>
                  <a:cubicBezTo>
                    <a:pt x="3373" y="18790"/>
                    <a:pt x="6076" y="26820"/>
                    <a:pt x="7896" y="32093"/>
                  </a:cubicBezTo>
                  <a:cubicBezTo>
                    <a:pt x="7896" y="32146"/>
                    <a:pt x="7923" y="32173"/>
                    <a:pt x="7923" y="32226"/>
                  </a:cubicBezTo>
                  <a:cubicBezTo>
                    <a:pt x="8673" y="34314"/>
                    <a:pt x="9235" y="35974"/>
                    <a:pt x="9556" y="36830"/>
                  </a:cubicBezTo>
                  <a:cubicBezTo>
                    <a:pt x="9717" y="37258"/>
                    <a:pt x="10065" y="37579"/>
                    <a:pt x="10520" y="37660"/>
                  </a:cubicBezTo>
                  <a:cubicBezTo>
                    <a:pt x="10734" y="37713"/>
                    <a:pt x="11001" y="37740"/>
                    <a:pt x="11323" y="37794"/>
                  </a:cubicBezTo>
                  <a:cubicBezTo>
                    <a:pt x="9288" y="33698"/>
                    <a:pt x="7977" y="29282"/>
                    <a:pt x="6879" y="24839"/>
                  </a:cubicBezTo>
                  <a:cubicBezTo>
                    <a:pt x="5755" y="20396"/>
                    <a:pt x="4872" y="15873"/>
                    <a:pt x="4176" y="11322"/>
                  </a:cubicBezTo>
                  <a:cubicBezTo>
                    <a:pt x="3908" y="9476"/>
                    <a:pt x="3668" y="7575"/>
                    <a:pt x="3721" y="5675"/>
                  </a:cubicBezTo>
                  <a:cubicBezTo>
                    <a:pt x="3721" y="4872"/>
                    <a:pt x="3801" y="4042"/>
                    <a:pt x="3962" y="3239"/>
                  </a:cubicBezTo>
                  <a:cubicBezTo>
                    <a:pt x="4069" y="2570"/>
                    <a:pt x="4444" y="1847"/>
                    <a:pt x="4444" y="1205"/>
                  </a:cubicBezTo>
                  <a:cubicBezTo>
                    <a:pt x="4444" y="536"/>
                    <a:pt x="4096" y="188"/>
                    <a:pt x="356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593;p70">
              <a:extLst>
                <a:ext uri="{FF2B5EF4-FFF2-40B4-BE49-F238E27FC236}">
                  <a16:creationId xmlns:a16="http://schemas.microsoft.com/office/drawing/2014/main" id="{7D36CAC1-F634-82EC-5238-1D9A9DB45A70}"/>
                </a:ext>
              </a:extLst>
            </p:cNvPr>
            <p:cNvSpPr/>
            <p:nvPr/>
          </p:nvSpPr>
          <p:spPr>
            <a:xfrm>
              <a:off x="5627375" y="961675"/>
              <a:ext cx="594900" cy="382550"/>
            </a:xfrm>
            <a:custGeom>
              <a:avLst/>
              <a:gdLst/>
              <a:ahLst/>
              <a:cxnLst/>
              <a:rect l="l" t="t" r="r" b="b"/>
              <a:pathLst>
                <a:path w="23796" h="15302" extrusionOk="0">
                  <a:moveTo>
                    <a:pt x="19932" y="1"/>
                  </a:moveTo>
                  <a:cubicBezTo>
                    <a:pt x="19882" y="1"/>
                    <a:pt x="19831" y="2"/>
                    <a:pt x="19780" y="6"/>
                  </a:cubicBezTo>
                  <a:cubicBezTo>
                    <a:pt x="16167" y="247"/>
                    <a:pt x="7602" y="1237"/>
                    <a:pt x="1098" y="5118"/>
                  </a:cubicBezTo>
                  <a:cubicBezTo>
                    <a:pt x="536" y="5439"/>
                    <a:pt x="161" y="5974"/>
                    <a:pt x="54" y="6563"/>
                  </a:cubicBezTo>
                  <a:cubicBezTo>
                    <a:pt x="54" y="6617"/>
                    <a:pt x="54" y="6644"/>
                    <a:pt x="27" y="6670"/>
                  </a:cubicBezTo>
                  <a:cubicBezTo>
                    <a:pt x="0" y="6938"/>
                    <a:pt x="0" y="7232"/>
                    <a:pt x="81" y="7500"/>
                  </a:cubicBezTo>
                  <a:lnTo>
                    <a:pt x="1901" y="14780"/>
                  </a:lnTo>
                  <a:cubicBezTo>
                    <a:pt x="1901" y="14780"/>
                    <a:pt x="2490" y="15048"/>
                    <a:pt x="3694" y="15182"/>
                  </a:cubicBezTo>
                  <a:cubicBezTo>
                    <a:pt x="3721" y="15182"/>
                    <a:pt x="3748" y="15182"/>
                    <a:pt x="3801" y="15209"/>
                  </a:cubicBezTo>
                  <a:cubicBezTo>
                    <a:pt x="4272" y="15261"/>
                    <a:pt x="4834" y="15302"/>
                    <a:pt x="5486" y="15302"/>
                  </a:cubicBezTo>
                  <a:cubicBezTo>
                    <a:pt x="5835" y="15302"/>
                    <a:pt x="6210" y="15290"/>
                    <a:pt x="6612" y="15262"/>
                  </a:cubicBezTo>
                  <a:cubicBezTo>
                    <a:pt x="6665" y="15262"/>
                    <a:pt x="6692" y="15262"/>
                    <a:pt x="6719" y="15235"/>
                  </a:cubicBezTo>
                  <a:cubicBezTo>
                    <a:pt x="7629" y="15182"/>
                    <a:pt x="8646" y="15048"/>
                    <a:pt x="9797" y="14807"/>
                  </a:cubicBezTo>
                  <a:cubicBezTo>
                    <a:pt x="9823" y="14807"/>
                    <a:pt x="9877" y="14780"/>
                    <a:pt x="9904" y="14780"/>
                  </a:cubicBezTo>
                  <a:cubicBezTo>
                    <a:pt x="10974" y="14566"/>
                    <a:pt x="12152" y="14245"/>
                    <a:pt x="13437" y="13790"/>
                  </a:cubicBezTo>
                  <a:cubicBezTo>
                    <a:pt x="13464" y="13763"/>
                    <a:pt x="13490" y="13763"/>
                    <a:pt x="13544" y="13763"/>
                  </a:cubicBezTo>
                  <a:cubicBezTo>
                    <a:pt x="13731" y="13683"/>
                    <a:pt x="13919" y="13603"/>
                    <a:pt x="14133" y="13549"/>
                  </a:cubicBezTo>
                  <a:cubicBezTo>
                    <a:pt x="15043" y="13201"/>
                    <a:pt x="15899" y="12853"/>
                    <a:pt x="16649" y="12532"/>
                  </a:cubicBezTo>
                  <a:cubicBezTo>
                    <a:pt x="16702" y="12505"/>
                    <a:pt x="16729" y="12505"/>
                    <a:pt x="16756" y="12479"/>
                  </a:cubicBezTo>
                  <a:cubicBezTo>
                    <a:pt x="17853" y="11997"/>
                    <a:pt x="18817" y="11515"/>
                    <a:pt x="19593" y="11087"/>
                  </a:cubicBezTo>
                  <a:cubicBezTo>
                    <a:pt x="19646" y="11060"/>
                    <a:pt x="19673" y="11033"/>
                    <a:pt x="19700" y="11033"/>
                  </a:cubicBezTo>
                  <a:cubicBezTo>
                    <a:pt x="20717" y="10444"/>
                    <a:pt x="21493" y="9936"/>
                    <a:pt x="22055" y="9481"/>
                  </a:cubicBezTo>
                  <a:cubicBezTo>
                    <a:pt x="22109" y="9454"/>
                    <a:pt x="22136" y="9427"/>
                    <a:pt x="22162" y="9400"/>
                  </a:cubicBezTo>
                  <a:cubicBezTo>
                    <a:pt x="23447" y="8410"/>
                    <a:pt x="23795" y="7741"/>
                    <a:pt x="23795" y="7741"/>
                  </a:cubicBezTo>
                  <a:lnTo>
                    <a:pt x="22002" y="1558"/>
                  </a:lnTo>
                  <a:cubicBezTo>
                    <a:pt x="21841" y="996"/>
                    <a:pt x="21467" y="541"/>
                    <a:pt x="20985" y="273"/>
                  </a:cubicBezTo>
                  <a:cubicBezTo>
                    <a:pt x="20931" y="247"/>
                    <a:pt x="20904" y="220"/>
                    <a:pt x="20878" y="220"/>
                  </a:cubicBezTo>
                  <a:cubicBezTo>
                    <a:pt x="20597" y="80"/>
                    <a:pt x="20276" y="1"/>
                    <a:pt x="19932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594;p70">
              <a:extLst>
                <a:ext uri="{FF2B5EF4-FFF2-40B4-BE49-F238E27FC236}">
                  <a16:creationId xmlns:a16="http://schemas.microsoft.com/office/drawing/2014/main" id="{453A0D1F-A075-0C0C-DA87-2937D54695F7}"/>
                </a:ext>
              </a:extLst>
            </p:cNvPr>
            <p:cNvSpPr/>
            <p:nvPr/>
          </p:nvSpPr>
          <p:spPr>
            <a:xfrm>
              <a:off x="5628050" y="967150"/>
              <a:ext cx="523950" cy="165975"/>
            </a:xfrm>
            <a:custGeom>
              <a:avLst/>
              <a:gdLst/>
              <a:ahLst/>
              <a:cxnLst/>
              <a:rect l="l" t="t" r="r" b="b"/>
              <a:pathLst>
                <a:path w="20958" h="6639" extrusionOk="0">
                  <a:moveTo>
                    <a:pt x="20851" y="1"/>
                  </a:moveTo>
                  <a:cubicBezTo>
                    <a:pt x="20235" y="536"/>
                    <a:pt x="19566" y="1018"/>
                    <a:pt x="18897" y="1446"/>
                  </a:cubicBezTo>
                  <a:lnTo>
                    <a:pt x="18870" y="1446"/>
                  </a:lnTo>
                  <a:cubicBezTo>
                    <a:pt x="16434" y="3025"/>
                    <a:pt x="13704" y="4016"/>
                    <a:pt x="11188" y="4819"/>
                  </a:cubicBezTo>
                  <a:cubicBezTo>
                    <a:pt x="9449" y="5381"/>
                    <a:pt x="7575" y="5809"/>
                    <a:pt x="5407" y="6130"/>
                  </a:cubicBezTo>
                  <a:cubicBezTo>
                    <a:pt x="3881" y="6379"/>
                    <a:pt x="2724" y="6535"/>
                    <a:pt x="1728" y="6535"/>
                  </a:cubicBezTo>
                  <a:cubicBezTo>
                    <a:pt x="1117" y="6535"/>
                    <a:pt x="566" y="6477"/>
                    <a:pt x="27" y="6344"/>
                  </a:cubicBezTo>
                  <a:cubicBezTo>
                    <a:pt x="27" y="6398"/>
                    <a:pt x="27" y="6425"/>
                    <a:pt x="0" y="6451"/>
                  </a:cubicBezTo>
                  <a:cubicBezTo>
                    <a:pt x="455" y="6558"/>
                    <a:pt x="884" y="6612"/>
                    <a:pt x="1365" y="6639"/>
                  </a:cubicBezTo>
                  <a:lnTo>
                    <a:pt x="1686" y="6639"/>
                  </a:lnTo>
                  <a:cubicBezTo>
                    <a:pt x="2436" y="6639"/>
                    <a:pt x="3266" y="6558"/>
                    <a:pt x="4283" y="6425"/>
                  </a:cubicBezTo>
                  <a:cubicBezTo>
                    <a:pt x="4310" y="6398"/>
                    <a:pt x="4336" y="6398"/>
                    <a:pt x="4390" y="6398"/>
                  </a:cubicBezTo>
                  <a:cubicBezTo>
                    <a:pt x="4711" y="6344"/>
                    <a:pt x="5059" y="6291"/>
                    <a:pt x="5407" y="6237"/>
                  </a:cubicBezTo>
                  <a:cubicBezTo>
                    <a:pt x="6130" y="6130"/>
                    <a:pt x="6799" y="6023"/>
                    <a:pt x="7468" y="5889"/>
                  </a:cubicBezTo>
                  <a:cubicBezTo>
                    <a:pt x="7495" y="5863"/>
                    <a:pt x="7548" y="5863"/>
                    <a:pt x="7575" y="5863"/>
                  </a:cubicBezTo>
                  <a:cubicBezTo>
                    <a:pt x="8619" y="5648"/>
                    <a:pt x="9582" y="5408"/>
                    <a:pt x="10492" y="5140"/>
                  </a:cubicBezTo>
                  <a:cubicBezTo>
                    <a:pt x="10546" y="5140"/>
                    <a:pt x="10573" y="5113"/>
                    <a:pt x="10599" y="5113"/>
                  </a:cubicBezTo>
                  <a:cubicBezTo>
                    <a:pt x="10814" y="5060"/>
                    <a:pt x="11028" y="4979"/>
                    <a:pt x="11215" y="4926"/>
                  </a:cubicBezTo>
                  <a:cubicBezTo>
                    <a:pt x="11938" y="4712"/>
                    <a:pt x="12660" y="4444"/>
                    <a:pt x="13410" y="4176"/>
                  </a:cubicBezTo>
                  <a:cubicBezTo>
                    <a:pt x="13437" y="4176"/>
                    <a:pt x="13463" y="4150"/>
                    <a:pt x="13517" y="4150"/>
                  </a:cubicBezTo>
                  <a:cubicBezTo>
                    <a:pt x="14400" y="3828"/>
                    <a:pt x="15283" y="3454"/>
                    <a:pt x="16167" y="3052"/>
                  </a:cubicBezTo>
                  <a:cubicBezTo>
                    <a:pt x="16193" y="3052"/>
                    <a:pt x="16220" y="3025"/>
                    <a:pt x="16247" y="2999"/>
                  </a:cubicBezTo>
                  <a:cubicBezTo>
                    <a:pt x="17157" y="2597"/>
                    <a:pt x="18067" y="2115"/>
                    <a:pt x="18924" y="1553"/>
                  </a:cubicBezTo>
                  <a:cubicBezTo>
                    <a:pt x="18950" y="1527"/>
                    <a:pt x="18977" y="1527"/>
                    <a:pt x="19004" y="1500"/>
                  </a:cubicBezTo>
                  <a:cubicBezTo>
                    <a:pt x="19673" y="1045"/>
                    <a:pt x="20342" y="590"/>
                    <a:pt x="20958" y="54"/>
                  </a:cubicBezTo>
                  <a:cubicBezTo>
                    <a:pt x="20904" y="28"/>
                    <a:pt x="20877" y="1"/>
                    <a:pt x="2085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595;p70">
              <a:extLst>
                <a:ext uri="{FF2B5EF4-FFF2-40B4-BE49-F238E27FC236}">
                  <a16:creationId xmlns:a16="http://schemas.microsoft.com/office/drawing/2014/main" id="{0F152551-B3F6-5807-CF76-88272DF065DC}"/>
                </a:ext>
              </a:extLst>
            </p:cNvPr>
            <p:cNvSpPr/>
            <p:nvPr/>
          </p:nvSpPr>
          <p:spPr>
            <a:xfrm>
              <a:off x="5662175" y="1131775"/>
              <a:ext cx="60250" cy="210125"/>
            </a:xfrm>
            <a:custGeom>
              <a:avLst/>
              <a:gdLst/>
              <a:ahLst/>
              <a:cxnLst/>
              <a:rect l="l" t="t" r="r" b="b"/>
              <a:pathLst>
                <a:path w="2410" h="8405" extrusionOk="0">
                  <a:moveTo>
                    <a:pt x="107" y="0"/>
                  </a:moveTo>
                  <a:lnTo>
                    <a:pt x="0" y="27"/>
                  </a:lnTo>
                  <a:lnTo>
                    <a:pt x="0" y="54"/>
                  </a:lnTo>
                  <a:lnTo>
                    <a:pt x="2302" y="8378"/>
                  </a:lnTo>
                  <a:cubicBezTo>
                    <a:pt x="2329" y="8378"/>
                    <a:pt x="2356" y="8378"/>
                    <a:pt x="2409" y="8405"/>
                  </a:cubicBezTo>
                  <a:lnTo>
                    <a:pt x="107" y="5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596;p70">
              <a:extLst>
                <a:ext uri="{FF2B5EF4-FFF2-40B4-BE49-F238E27FC236}">
                  <a16:creationId xmlns:a16="http://schemas.microsoft.com/office/drawing/2014/main" id="{61EA0128-2121-B435-3E0F-89DB591B506B}"/>
                </a:ext>
              </a:extLst>
            </p:cNvPr>
            <p:cNvSpPr/>
            <p:nvPr/>
          </p:nvSpPr>
          <p:spPr>
            <a:xfrm>
              <a:off x="5735100" y="1125750"/>
              <a:ext cx="60925" cy="217500"/>
            </a:xfrm>
            <a:custGeom>
              <a:avLst/>
              <a:gdLst/>
              <a:ahLst/>
              <a:cxnLst/>
              <a:rect l="l" t="t" r="r" b="b"/>
              <a:pathLst>
                <a:path w="2437" h="8700" extrusionOk="0">
                  <a:moveTo>
                    <a:pt x="81" y="0"/>
                  </a:moveTo>
                  <a:lnTo>
                    <a:pt x="1" y="27"/>
                  </a:lnTo>
                  <a:cubicBezTo>
                    <a:pt x="1" y="54"/>
                    <a:pt x="1" y="54"/>
                    <a:pt x="1" y="81"/>
                  </a:cubicBezTo>
                  <a:cubicBezTo>
                    <a:pt x="402" y="1606"/>
                    <a:pt x="830" y="3159"/>
                    <a:pt x="1232" y="4711"/>
                  </a:cubicBezTo>
                  <a:cubicBezTo>
                    <a:pt x="1607" y="6049"/>
                    <a:pt x="1955" y="7361"/>
                    <a:pt x="2303" y="8699"/>
                  </a:cubicBezTo>
                  <a:cubicBezTo>
                    <a:pt x="2356" y="8699"/>
                    <a:pt x="2383" y="8699"/>
                    <a:pt x="2436" y="8672"/>
                  </a:cubicBezTo>
                  <a:cubicBezTo>
                    <a:pt x="2062" y="7361"/>
                    <a:pt x="1714" y="6023"/>
                    <a:pt x="1339" y="4658"/>
                  </a:cubicBezTo>
                  <a:cubicBezTo>
                    <a:pt x="938" y="3132"/>
                    <a:pt x="509" y="1580"/>
                    <a:pt x="108" y="54"/>
                  </a:cubicBezTo>
                  <a:cubicBezTo>
                    <a:pt x="108" y="27"/>
                    <a:pt x="108" y="27"/>
                    <a:pt x="81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597;p70">
              <a:extLst>
                <a:ext uri="{FF2B5EF4-FFF2-40B4-BE49-F238E27FC236}">
                  <a16:creationId xmlns:a16="http://schemas.microsoft.com/office/drawing/2014/main" id="{543A917D-7F39-9909-632C-FA9BDC6929AF}"/>
                </a:ext>
              </a:extLst>
            </p:cNvPr>
            <p:cNvSpPr/>
            <p:nvPr/>
          </p:nvSpPr>
          <p:spPr>
            <a:xfrm>
              <a:off x="5814075" y="1112375"/>
              <a:ext cx="60900" cy="219500"/>
            </a:xfrm>
            <a:custGeom>
              <a:avLst/>
              <a:gdLst/>
              <a:ahLst/>
              <a:cxnLst/>
              <a:rect l="l" t="t" r="r" b="b"/>
              <a:pathLst>
                <a:path w="2436" h="8780" extrusionOk="0">
                  <a:moveTo>
                    <a:pt x="107" y="0"/>
                  </a:moveTo>
                  <a:lnTo>
                    <a:pt x="0" y="27"/>
                  </a:lnTo>
                  <a:cubicBezTo>
                    <a:pt x="0" y="27"/>
                    <a:pt x="27" y="54"/>
                    <a:pt x="27" y="80"/>
                  </a:cubicBezTo>
                  <a:cubicBezTo>
                    <a:pt x="776" y="2944"/>
                    <a:pt x="1553" y="5888"/>
                    <a:pt x="2329" y="8779"/>
                  </a:cubicBezTo>
                  <a:cubicBezTo>
                    <a:pt x="2355" y="8779"/>
                    <a:pt x="2409" y="8752"/>
                    <a:pt x="2436" y="8752"/>
                  </a:cubicBezTo>
                  <a:cubicBezTo>
                    <a:pt x="1660" y="5862"/>
                    <a:pt x="883" y="2944"/>
                    <a:pt x="134" y="54"/>
                  </a:cubicBezTo>
                  <a:cubicBezTo>
                    <a:pt x="134" y="27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598;p70">
              <a:extLst>
                <a:ext uri="{FF2B5EF4-FFF2-40B4-BE49-F238E27FC236}">
                  <a16:creationId xmlns:a16="http://schemas.microsoft.com/office/drawing/2014/main" id="{CB0EFD85-B157-EB70-1B2E-E51862D2ADDB}"/>
                </a:ext>
              </a:extLst>
            </p:cNvPr>
            <p:cNvSpPr/>
            <p:nvPr/>
          </p:nvSpPr>
          <p:spPr>
            <a:xfrm>
              <a:off x="5890350" y="1092950"/>
              <a:ext cx="75625" cy="213500"/>
            </a:xfrm>
            <a:custGeom>
              <a:avLst/>
              <a:gdLst/>
              <a:ahLst/>
              <a:cxnLst/>
              <a:rect l="l" t="t" r="r" b="b"/>
              <a:pathLst>
                <a:path w="3025" h="8540" extrusionOk="0">
                  <a:moveTo>
                    <a:pt x="81" y="1"/>
                  </a:moveTo>
                  <a:lnTo>
                    <a:pt x="0" y="54"/>
                  </a:lnTo>
                  <a:cubicBezTo>
                    <a:pt x="0" y="81"/>
                    <a:pt x="0" y="81"/>
                    <a:pt x="0" y="108"/>
                  </a:cubicBezTo>
                  <a:cubicBezTo>
                    <a:pt x="1017" y="2892"/>
                    <a:pt x="1981" y="5729"/>
                    <a:pt x="2918" y="8539"/>
                  </a:cubicBezTo>
                  <a:cubicBezTo>
                    <a:pt x="2945" y="8512"/>
                    <a:pt x="2971" y="8512"/>
                    <a:pt x="3025" y="8512"/>
                  </a:cubicBezTo>
                  <a:cubicBezTo>
                    <a:pt x="2088" y="5702"/>
                    <a:pt x="1098" y="2865"/>
                    <a:pt x="107" y="81"/>
                  </a:cubicBezTo>
                  <a:cubicBezTo>
                    <a:pt x="107" y="54"/>
                    <a:pt x="107" y="28"/>
                    <a:pt x="81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599;p70">
              <a:extLst>
                <a:ext uri="{FF2B5EF4-FFF2-40B4-BE49-F238E27FC236}">
                  <a16:creationId xmlns:a16="http://schemas.microsoft.com/office/drawing/2014/main" id="{A8DAD445-5C8E-F1FB-A8B2-31CB4688014A}"/>
                </a:ext>
              </a:extLst>
            </p:cNvPr>
            <p:cNvSpPr/>
            <p:nvPr/>
          </p:nvSpPr>
          <p:spPr>
            <a:xfrm>
              <a:off x="5961950" y="1068200"/>
              <a:ext cx="84325" cy="206800"/>
            </a:xfrm>
            <a:custGeom>
              <a:avLst/>
              <a:gdLst/>
              <a:ahLst/>
              <a:cxnLst/>
              <a:rect l="l" t="t" r="r" b="b"/>
              <a:pathLst>
                <a:path w="3373" h="8272" extrusionOk="0">
                  <a:moveTo>
                    <a:pt x="107" y="1"/>
                  </a:moveTo>
                  <a:lnTo>
                    <a:pt x="0" y="54"/>
                  </a:lnTo>
                  <a:lnTo>
                    <a:pt x="54" y="134"/>
                  </a:lnTo>
                  <a:lnTo>
                    <a:pt x="3266" y="8271"/>
                  </a:lnTo>
                  <a:cubicBezTo>
                    <a:pt x="3319" y="8244"/>
                    <a:pt x="3346" y="8244"/>
                    <a:pt x="3373" y="8218"/>
                  </a:cubicBezTo>
                  <a:lnTo>
                    <a:pt x="161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00;p70">
              <a:extLst>
                <a:ext uri="{FF2B5EF4-FFF2-40B4-BE49-F238E27FC236}">
                  <a16:creationId xmlns:a16="http://schemas.microsoft.com/office/drawing/2014/main" id="{3FC341CD-FA89-D46B-FE31-3B55E62FF1CC}"/>
                </a:ext>
              </a:extLst>
            </p:cNvPr>
            <p:cNvSpPr/>
            <p:nvPr/>
          </p:nvSpPr>
          <p:spPr>
            <a:xfrm>
              <a:off x="6031525" y="1042100"/>
              <a:ext cx="88350" cy="196750"/>
            </a:xfrm>
            <a:custGeom>
              <a:avLst/>
              <a:gdLst/>
              <a:ahLst/>
              <a:cxnLst/>
              <a:rect l="l" t="t" r="r" b="b"/>
              <a:pathLst>
                <a:path w="3534" h="7870" extrusionOk="0">
                  <a:moveTo>
                    <a:pt x="108" y="1"/>
                  </a:moveTo>
                  <a:lnTo>
                    <a:pt x="1" y="27"/>
                  </a:lnTo>
                  <a:cubicBezTo>
                    <a:pt x="1" y="54"/>
                    <a:pt x="1" y="54"/>
                    <a:pt x="28" y="54"/>
                  </a:cubicBezTo>
                  <a:cubicBezTo>
                    <a:pt x="1098" y="2677"/>
                    <a:pt x="2249" y="5300"/>
                    <a:pt x="3427" y="7870"/>
                  </a:cubicBezTo>
                  <a:cubicBezTo>
                    <a:pt x="3480" y="7843"/>
                    <a:pt x="3507" y="7816"/>
                    <a:pt x="3534" y="7816"/>
                  </a:cubicBezTo>
                  <a:cubicBezTo>
                    <a:pt x="2330" y="5247"/>
                    <a:pt x="1179" y="2624"/>
                    <a:pt x="108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01;p70">
              <a:extLst>
                <a:ext uri="{FF2B5EF4-FFF2-40B4-BE49-F238E27FC236}">
                  <a16:creationId xmlns:a16="http://schemas.microsoft.com/office/drawing/2014/main" id="{37B6DBF2-8AAA-637B-85E6-C43F260212FC}"/>
                </a:ext>
              </a:extLst>
            </p:cNvPr>
            <p:cNvSpPr/>
            <p:nvPr/>
          </p:nvSpPr>
          <p:spPr>
            <a:xfrm>
              <a:off x="6099800" y="1002625"/>
              <a:ext cx="81650" cy="196075"/>
            </a:xfrm>
            <a:custGeom>
              <a:avLst/>
              <a:gdLst/>
              <a:ahLst/>
              <a:cxnLst/>
              <a:rect l="l" t="t" r="r" b="b"/>
              <a:pathLst>
                <a:path w="3266" h="7843" extrusionOk="0">
                  <a:moveTo>
                    <a:pt x="107" y="0"/>
                  </a:moveTo>
                  <a:lnTo>
                    <a:pt x="0" y="27"/>
                  </a:lnTo>
                  <a:cubicBezTo>
                    <a:pt x="27" y="81"/>
                    <a:pt x="27" y="108"/>
                    <a:pt x="54" y="134"/>
                  </a:cubicBezTo>
                  <a:cubicBezTo>
                    <a:pt x="1178" y="2650"/>
                    <a:pt x="2222" y="5247"/>
                    <a:pt x="3158" y="7843"/>
                  </a:cubicBezTo>
                  <a:cubicBezTo>
                    <a:pt x="3212" y="7816"/>
                    <a:pt x="3239" y="7789"/>
                    <a:pt x="3265" y="7762"/>
                  </a:cubicBezTo>
                  <a:cubicBezTo>
                    <a:pt x="2329" y="5166"/>
                    <a:pt x="1285" y="2597"/>
                    <a:pt x="134" y="81"/>
                  </a:cubicBezTo>
                  <a:cubicBezTo>
                    <a:pt x="134" y="54"/>
                    <a:pt x="107" y="27"/>
                    <a:pt x="107" y="0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02;p70">
              <a:extLst>
                <a:ext uri="{FF2B5EF4-FFF2-40B4-BE49-F238E27FC236}">
                  <a16:creationId xmlns:a16="http://schemas.microsoft.com/office/drawing/2014/main" id="{49763A8A-03CE-3196-B86A-FB76363C26A1}"/>
                </a:ext>
              </a:extLst>
            </p:cNvPr>
            <p:cNvSpPr/>
            <p:nvPr/>
          </p:nvSpPr>
          <p:spPr>
            <a:xfrm>
              <a:off x="5514950" y="1598750"/>
              <a:ext cx="230875" cy="284850"/>
            </a:xfrm>
            <a:custGeom>
              <a:avLst/>
              <a:gdLst/>
              <a:ahLst/>
              <a:cxnLst/>
              <a:rect l="l" t="t" r="r" b="b"/>
              <a:pathLst>
                <a:path w="9235" h="11394" extrusionOk="0">
                  <a:moveTo>
                    <a:pt x="5839" y="0"/>
                  </a:moveTo>
                  <a:cubicBezTo>
                    <a:pt x="4076" y="0"/>
                    <a:pt x="2090" y="1726"/>
                    <a:pt x="1098" y="4286"/>
                  </a:cubicBezTo>
                  <a:cubicBezTo>
                    <a:pt x="1071" y="4286"/>
                    <a:pt x="1071" y="4313"/>
                    <a:pt x="1071" y="4340"/>
                  </a:cubicBezTo>
                  <a:cubicBezTo>
                    <a:pt x="1" y="7070"/>
                    <a:pt x="402" y="9827"/>
                    <a:pt x="1901" y="10924"/>
                  </a:cubicBezTo>
                  <a:cubicBezTo>
                    <a:pt x="2062" y="11058"/>
                    <a:pt x="2249" y="11138"/>
                    <a:pt x="2463" y="11218"/>
                  </a:cubicBezTo>
                  <a:cubicBezTo>
                    <a:pt x="2762" y="11337"/>
                    <a:pt x="3075" y="11394"/>
                    <a:pt x="3394" y="11394"/>
                  </a:cubicBezTo>
                  <a:cubicBezTo>
                    <a:pt x="5163" y="11394"/>
                    <a:pt x="7140" y="9654"/>
                    <a:pt x="8138" y="7070"/>
                  </a:cubicBezTo>
                  <a:cubicBezTo>
                    <a:pt x="8218" y="6856"/>
                    <a:pt x="8298" y="6668"/>
                    <a:pt x="8352" y="6454"/>
                  </a:cubicBezTo>
                  <a:cubicBezTo>
                    <a:pt x="9235" y="3617"/>
                    <a:pt x="8566" y="887"/>
                    <a:pt x="6746" y="164"/>
                  </a:cubicBezTo>
                  <a:cubicBezTo>
                    <a:pt x="6719" y="164"/>
                    <a:pt x="6692" y="137"/>
                    <a:pt x="6666" y="137"/>
                  </a:cubicBezTo>
                  <a:cubicBezTo>
                    <a:pt x="6399" y="45"/>
                    <a:pt x="6122" y="0"/>
                    <a:pt x="583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03;p70">
              <a:extLst>
                <a:ext uri="{FF2B5EF4-FFF2-40B4-BE49-F238E27FC236}">
                  <a16:creationId xmlns:a16="http://schemas.microsoft.com/office/drawing/2014/main" id="{D28D9612-FB66-F15C-9693-FF3646918F97}"/>
                </a:ext>
              </a:extLst>
            </p:cNvPr>
            <p:cNvSpPr/>
            <p:nvPr/>
          </p:nvSpPr>
          <p:spPr>
            <a:xfrm>
              <a:off x="5495550" y="1590600"/>
              <a:ext cx="232225" cy="284675"/>
            </a:xfrm>
            <a:custGeom>
              <a:avLst/>
              <a:gdLst/>
              <a:ahLst/>
              <a:cxnLst/>
              <a:rect l="l" t="t" r="r" b="b"/>
              <a:pathLst>
                <a:path w="9289" h="11387" extrusionOk="0">
                  <a:moveTo>
                    <a:pt x="5965" y="1"/>
                  </a:moveTo>
                  <a:cubicBezTo>
                    <a:pt x="4211" y="1"/>
                    <a:pt x="2231" y="1699"/>
                    <a:pt x="1232" y="4264"/>
                  </a:cubicBezTo>
                  <a:cubicBezTo>
                    <a:pt x="1205" y="4264"/>
                    <a:pt x="1205" y="4291"/>
                    <a:pt x="1205" y="4318"/>
                  </a:cubicBezTo>
                  <a:cubicBezTo>
                    <a:pt x="1" y="7369"/>
                    <a:pt x="643" y="10447"/>
                    <a:pt x="2570" y="11223"/>
                  </a:cubicBezTo>
                  <a:cubicBezTo>
                    <a:pt x="2624" y="11223"/>
                    <a:pt x="2650" y="11250"/>
                    <a:pt x="2677" y="11250"/>
                  </a:cubicBezTo>
                  <a:cubicBezTo>
                    <a:pt x="2943" y="11342"/>
                    <a:pt x="3220" y="11387"/>
                    <a:pt x="3503" y="11387"/>
                  </a:cubicBezTo>
                  <a:cubicBezTo>
                    <a:pt x="5267" y="11387"/>
                    <a:pt x="7256" y="9658"/>
                    <a:pt x="8271" y="7074"/>
                  </a:cubicBezTo>
                  <a:cubicBezTo>
                    <a:pt x="8298" y="6941"/>
                    <a:pt x="8352" y="6834"/>
                    <a:pt x="8378" y="6727"/>
                  </a:cubicBezTo>
                  <a:cubicBezTo>
                    <a:pt x="9288" y="4103"/>
                    <a:pt x="8860" y="1507"/>
                    <a:pt x="7442" y="463"/>
                  </a:cubicBezTo>
                  <a:cubicBezTo>
                    <a:pt x="7254" y="356"/>
                    <a:pt x="7067" y="249"/>
                    <a:pt x="6879" y="169"/>
                  </a:cubicBezTo>
                  <a:cubicBezTo>
                    <a:pt x="6587" y="55"/>
                    <a:pt x="6279" y="1"/>
                    <a:pt x="596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04;p70">
              <a:extLst>
                <a:ext uri="{FF2B5EF4-FFF2-40B4-BE49-F238E27FC236}">
                  <a16:creationId xmlns:a16="http://schemas.microsoft.com/office/drawing/2014/main" id="{7A627CA5-A23C-8EA7-FF23-01C98941E222}"/>
                </a:ext>
              </a:extLst>
            </p:cNvPr>
            <p:cNvSpPr/>
            <p:nvPr/>
          </p:nvSpPr>
          <p:spPr>
            <a:xfrm>
              <a:off x="5526325" y="1590600"/>
              <a:ext cx="201450" cy="168175"/>
            </a:xfrm>
            <a:custGeom>
              <a:avLst/>
              <a:gdLst/>
              <a:ahLst/>
              <a:cxnLst/>
              <a:rect l="l" t="t" r="r" b="b"/>
              <a:pathLst>
                <a:path w="8058" h="6727" extrusionOk="0">
                  <a:moveTo>
                    <a:pt x="4734" y="1"/>
                  </a:moveTo>
                  <a:cubicBezTo>
                    <a:pt x="2980" y="1"/>
                    <a:pt x="1000" y="1699"/>
                    <a:pt x="1" y="4264"/>
                  </a:cubicBezTo>
                  <a:cubicBezTo>
                    <a:pt x="215" y="4371"/>
                    <a:pt x="429" y="4505"/>
                    <a:pt x="643" y="4612"/>
                  </a:cubicBezTo>
                  <a:cubicBezTo>
                    <a:pt x="2062" y="5361"/>
                    <a:pt x="3614" y="5870"/>
                    <a:pt x="5167" y="6298"/>
                  </a:cubicBezTo>
                  <a:cubicBezTo>
                    <a:pt x="5836" y="6486"/>
                    <a:pt x="6478" y="6646"/>
                    <a:pt x="7147" y="6727"/>
                  </a:cubicBezTo>
                  <a:cubicBezTo>
                    <a:pt x="8057" y="4103"/>
                    <a:pt x="7629" y="1507"/>
                    <a:pt x="6211" y="463"/>
                  </a:cubicBezTo>
                  <a:cubicBezTo>
                    <a:pt x="6023" y="356"/>
                    <a:pt x="5836" y="249"/>
                    <a:pt x="5648" y="169"/>
                  </a:cubicBezTo>
                  <a:cubicBezTo>
                    <a:pt x="5356" y="55"/>
                    <a:pt x="5048" y="1"/>
                    <a:pt x="4734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05;p70">
              <a:extLst>
                <a:ext uri="{FF2B5EF4-FFF2-40B4-BE49-F238E27FC236}">
                  <a16:creationId xmlns:a16="http://schemas.microsoft.com/office/drawing/2014/main" id="{3317360F-8871-BCB4-3C48-90D38B909415}"/>
                </a:ext>
              </a:extLst>
            </p:cNvPr>
            <p:cNvSpPr/>
            <p:nvPr/>
          </p:nvSpPr>
          <p:spPr>
            <a:xfrm>
              <a:off x="6252350" y="966025"/>
              <a:ext cx="246275" cy="270650"/>
            </a:xfrm>
            <a:custGeom>
              <a:avLst/>
              <a:gdLst/>
              <a:ahLst/>
              <a:cxnLst/>
              <a:rect l="l" t="t" r="r" b="b"/>
              <a:pathLst>
                <a:path w="9851" h="10826" extrusionOk="0">
                  <a:moveTo>
                    <a:pt x="6619" y="0"/>
                  </a:moveTo>
                  <a:cubicBezTo>
                    <a:pt x="4987" y="0"/>
                    <a:pt x="3038" y="1274"/>
                    <a:pt x="1714" y="3365"/>
                  </a:cubicBezTo>
                  <a:cubicBezTo>
                    <a:pt x="1714" y="3365"/>
                    <a:pt x="1687" y="3392"/>
                    <a:pt x="1687" y="3392"/>
                  </a:cubicBezTo>
                  <a:cubicBezTo>
                    <a:pt x="134" y="5908"/>
                    <a:pt x="1" y="8691"/>
                    <a:pt x="1259" y="10029"/>
                  </a:cubicBezTo>
                  <a:cubicBezTo>
                    <a:pt x="1419" y="10190"/>
                    <a:pt x="1580" y="10324"/>
                    <a:pt x="1767" y="10431"/>
                  </a:cubicBezTo>
                  <a:cubicBezTo>
                    <a:pt x="2188" y="10698"/>
                    <a:pt x="2670" y="10825"/>
                    <a:pt x="3185" y="10825"/>
                  </a:cubicBezTo>
                  <a:cubicBezTo>
                    <a:pt x="4832" y="10825"/>
                    <a:pt x="6805" y="9528"/>
                    <a:pt x="8111" y="7406"/>
                  </a:cubicBezTo>
                  <a:cubicBezTo>
                    <a:pt x="8244" y="7219"/>
                    <a:pt x="8351" y="7032"/>
                    <a:pt x="8459" y="6844"/>
                  </a:cubicBezTo>
                  <a:cubicBezTo>
                    <a:pt x="9850" y="4221"/>
                    <a:pt x="9690" y="1411"/>
                    <a:pt x="8057" y="367"/>
                  </a:cubicBezTo>
                  <a:cubicBezTo>
                    <a:pt x="8030" y="367"/>
                    <a:pt x="7977" y="340"/>
                    <a:pt x="7950" y="340"/>
                  </a:cubicBezTo>
                  <a:cubicBezTo>
                    <a:pt x="7550" y="110"/>
                    <a:pt x="7098" y="0"/>
                    <a:pt x="661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06;p70">
              <a:extLst>
                <a:ext uri="{FF2B5EF4-FFF2-40B4-BE49-F238E27FC236}">
                  <a16:creationId xmlns:a16="http://schemas.microsoft.com/office/drawing/2014/main" id="{79B2E797-81EA-C1AB-34CD-CD7F5EC57B0A}"/>
                </a:ext>
              </a:extLst>
            </p:cNvPr>
            <p:cNvSpPr/>
            <p:nvPr/>
          </p:nvSpPr>
          <p:spPr>
            <a:xfrm>
              <a:off x="6236950" y="954225"/>
              <a:ext cx="244950" cy="271025"/>
            </a:xfrm>
            <a:custGeom>
              <a:avLst/>
              <a:gdLst/>
              <a:ahLst/>
              <a:cxnLst/>
              <a:rect l="l" t="t" r="r" b="b"/>
              <a:pathLst>
                <a:path w="9798" h="10841" extrusionOk="0">
                  <a:moveTo>
                    <a:pt x="6678" y="0"/>
                  </a:moveTo>
                  <a:cubicBezTo>
                    <a:pt x="5044" y="0"/>
                    <a:pt x="3094" y="1273"/>
                    <a:pt x="1768" y="3355"/>
                  </a:cubicBezTo>
                  <a:cubicBezTo>
                    <a:pt x="1768" y="3382"/>
                    <a:pt x="1741" y="3409"/>
                    <a:pt x="1741" y="3409"/>
                  </a:cubicBezTo>
                  <a:cubicBezTo>
                    <a:pt x="1" y="6192"/>
                    <a:pt x="28" y="9351"/>
                    <a:pt x="1794" y="10448"/>
                  </a:cubicBezTo>
                  <a:cubicBezTo>
                    <a:pt x="1821" y="10475"/>
                    <a:pt x="1848" y="10501"/>
                    <a:pt x="1875" y="10501"/>
                  </a:cubicBezTo>
                  <a:cubicBezTo>
                    <a:pt x="2280" y="10731"/>
                    <a:pt x="2736" y="10841"/>
                    <a:pt x="3219" y="10841"/>
                  </a:cubicBezTo>
                  <a:cubicBezTo>
                    <a:pt x="4872" y="10841"/>
                    <a:pt x="6839" y="9557"/>
                    <a:pt x="8165" y="7423"/>
                  </a:cubicBezTo>
                  <a:cubicBezTo>
                    <a:pt x="8218" y="7343"/>
                    <a:pt x="8272" y="7236"/>
                    <a:pt x="8352" y="7129"/>
                  </a:cubicBezTo>
                  <a:cubicBezTo>
                    <a:pt x="9717" y="4720"/>
                    <a:pt x="9797" y="2097"/>
                    <a:pt x="8566" y="786"/>
                  </a:cubicBezTo>
                  <a:cubicBezTo>
                    <a:pt x="8432" y="652"/>
                    <a:pt x="8272" y="518"/>
                    <a:pt x="8084" y="384"/>
                  </a:cubicBezTo>
                  <a:cubicBezTo>
                    <a:pt x="7665" y="124"/>
                    <a:pt x="7187" y="0"/>
                    <a:pt x="66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07;p70">
              <a:extLst>
                <a:ext uri="{FF2B5EF4-FFF2-40B4-BE49-F238E27FC236}">
                  <a16:creationId xmlns:a16="http://schemas.microsoft.com/office/drawing/2014/main" id="{AA3D5451-96C4-B1F2-AB86-3A3FA83B240D}"/>
                </a:ext>
              </a:extLst>
            </p:cNvPr>
            <p:cNvSpPr/>
            <p:nvPr/>
          </p:nvSpPr>
          <p:spPr>
            <a:xfrm>
              <a:off x="6281125" y="954225"/>
              <a:ext cx="200775" cy="178225"/>
            </a:xfrm>
            <a:custGeom>
              <a:avLst/>
              <a:gdLst/>
              <a:ahLst/>
              <a:cxnLst/>
              <a:rect l="l" t="t" r="r" b="b"/>
              <a:pathLst>
                <a:path w="8031" h="7129" extrusionOk="0">
                  <a:moveTo>
                    <a:pt x="4911" y="0"/>
                  </a:moveTo>
                  <a:cubicBezTo>
                    <a:pt x="3277" y="0"/>
                    <a:pt x="1327" y="1273"/>
                    <a:pt x="1" y="3355"/>
                  </a:cubicBezTo>
                  <a:cubicBezTo>
                    <a:pt x="188" y="3516"/>
                    <a:pt x="375" y="3676"/>
                    <a:pt x="563" y="3837"/>
                  </a:cubicBezTo>
                  <a:cubicBezTo>
                    <a:pt x="1821" y="4827"/>
                    <a:pt x="3266" y="5630"/>
                    <a:pt x="4711" y="6326"/>
                  </a:cubicBezTo>
                  <a:cubicBezTo>
                    <a:pt x="5327" y="6647"/>
                    <a:pt x="5942" y="6915"/>
                    <a:pt x="6585" y="7129"/>
                  </a:cubicBezTo>
                  <a:cubicBezTo>
                    <a:pt x="7950" y="4720"/>
                    <a:pt x="8030" y="2097"/>
                    <a:pt x="6799" y="786"/>
                  </a:cubicBezTo>
                  <a:cubicBezTo>
                    <a:pt x="6665" y="652"/>
                    <a:pt x="6505" y="518"/>
                    <a:pt x="6317" y="384"/>
                  </a:cubicBezTo>
                  <a:cubicBezTo>
                    <a:pt x="5898" y="124"/>
                    <a:pt x="5420" y="0"/>
                    <a:pt x="491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08;p70">
              <a:extLst>
                <a:ext uri="{FF2B5EF4-FFF2-40B4-BE49-F238E27FC236}">
                  <a16:creationId xmlns:a16="http://schemas.microsoft.com/office/drawing/2014/main" id="{FAF149E8-B8F8-50FC-18B5-9BD7225A9E27}"/>
                </a:ext>
              </a:extLst>
            </p:cNvPr>
            <p:cNvSpPr/>
            <p:nvPr/>
          </p:nvSpPr>
          <p:spPr>
            <a:xfrm>
              <a:off x="5552425" y="2102025"/>
              <a:ext cx="534675" cy="151900"/>
            </a:xfrm>
            <a:custGeom>
              <a:avLst/>
              <a:gdLst/>
              <a:ahLst/>
              <a:cxnLst/>
              <a:rect l="l" t="t" r="r" b="b"/>
              <a:pathLst>
                <a:path w="21387" h="6076" extrusionOk="0">
                  <a:moveTo>
                    <a:pt x="2088" y="0"/>
                  </a:moveTo>
                  <a:cubicBezTo>
                    <a:pt x="938" y="0"/>
                    <a:pt x="1" y="910"/>
                    <a:pt x="1" y="2061"/>
                  </a:cubicBezTo>
                  <a:lnTo>
                    <a:pt x="1" y="3988"/>
                  </a:lnTo>
                  <a:cubicBezTo>
                    <a:pt x="1" y="5139"/>
                    <a:pt x="938" y="6076"/>
                    <a:pt x="2088" y="6076"/>
                  </a:cubicBezTo>
                  <a:lnTo>
                    <a:pt x="19299" y="6076"/>
                  </a:lnTo>
                  <a:cubicBezTo>
                    <a:pt x="20450" y="6076"/>
                    <a:pt x="21386" y="5139"/>
                    <a:pt x="21386" y="3988"/>
                  </a:cubicBezTo>
                  <a:lnTo>
                    <a:pt x="21386" y="2061"/>
                  </a:lnTo>
                  <a:cubicBezTo>
                    <a:pt x="21386" y="910"/>
                    <a:pt x="20450" y="0"/>
                    <a:pt x="1929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09;p70">
              <a:extLst>
                <a:ext uri="{FF2B5EF4-FFF2-40B4-BE49-F238E27FC236}">
                  <a16:creationId xmlns:a16="http://schemas.microsoft.com/office/drawing/2014/main" id="{50D15C37-B5A8-0B2F-0607-03AE66D122ED}"/>
                </a:ext>
              </a:extLst>
            </p:cNvPr>
            <p:cNvSpPr/>
            <p:nvPr/>
          </p:nvSpPr>
          <p:spPr>
            <a:xfrm>
              <a:off x="5719050" y="2118075"/>
              <a:ext cx="176000" cy="119800"/>
            </a:xfrm>
            <a:custGeom>
              <a:avLst/>
              <a:gdLst/>
              <a:ahLst/>
              <a:cxnLst/>
              <a:rect l="l" t="t" r="r" b="b"/>
              <a:pathLst>
                <a:path w="7040" h="4792" fill="none" extrusionOk="0">
                  <a:moveTo>
                    <a:pt x="0" y="1"/>
                  </a:moveTo>
                  <a:lnTo>
                    <a:pt x="7040" y="1"/>
                  </a:lnTo>
                  <a:lnTo>
                    <a:pt x="7040" y="4792"/>
                  </a:lnTo>
                  <a:lnTo>
                    <a:pt x="0" y="4792"/>
                  </a:lnTo>
                  <a:close/>
                </a:path>
              </a:pathLst>
            </a:custGeom>
            <a:noFill/>
            <a:ln w="2000" cap="flat" cmpd="sng">
              <a:solidFill>
                <a:srgbClr val="AD8B96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10;p70">
              <a:extLst>
                <a:ext uri="{FF2B5EF4-FFF2-40B4-BE49-F238E27FC236}">
                  <a16:creationId xmlns:a16="http://schemas.microsoft.com/office/drawing/2014/main" id="{937848C4-AECF-9C25-66F3-E40C3D3D26A5}"/>
                </a:ext>
              </a:extLst>
            </p:cNvPr>
            <p:cNvSpPr/>
            <p:nvPr/>
          </p:nvSpPr>
          <p:spPr>
            <a:xfrm>
              <a:off x="55992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11;p70">
              <a:extLst>
                <a:ext uri="{FF2B5EF4-FFF2-40B4-BE49-F238E27FC236}">
                  <a16:creationId xmlns:a16="http://schemas.microsoft.com/office/drawing/2014/main" id="{5C4FCA92-C064-3876-4FED-8B8196813488}"/>
                </a:ext>
              </a:extLst>
            </p:cNvPr>
            <p:cNvSpPr/>
            <p:nvPr/>
          </p:nvSpPr>
          <p:spPr>
            <a:xfrm>
              <a:off x="563740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12;p70">
              <a:extLst>
                <a:ext uri="{FF2B5EF4-FFF2-40B4-BE49-F238E27FC236}">
                  <a16:creationId xmlns:a16="http://schemas.microsoft.com/office/drawing/2014/main" id="{F414860F-E650-BACA-7C45-2986255CB4A6}"/>
                </a:ext>
              </a:extLst>
            </p:cNvPr>
            <p:cNvSpPr/>
            <p:nvPr/>
          </p:nvSpPr>
          <p:spPr>
            <a:xfrm>
              <a:off x="560060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1" y="0"/>
                    <a:pt x="1" y="161"/>
                    <a:pt x="1" y="348"/>
                  </a:cubicBezTo>
                  <a:cubicBezTo>
                    <a:pt x="1" y="536"/>
                    <a:pt x="161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13;p70">
              <a:extLst>
                <a:ext uri="{FF2B5EF4-FFF2-40B4-BE49-F238E27FC236}">
                  <a16:creationId xmlns:a16="http://schemas.microsoft.com/office/drawing/2014/main" id="{02546E68-768C-CCFA-C010-C29A8F50F607}"/>
                </a:ext>
              </a:extLst>
            </p:cNvPr>
            <p:cNvSpPr/>
            <p:nvPr/>
          </p:nvSpPr>
          <p:spPr>
            <a:xfrm>
              <a:off x="6008775" y="2127450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9" y="0"/>
                  </a:moveTo>
                  <a:cubicBezTo>
                    <a:pt x="162" y="0"/>
                    <a:pt x="1" y="161"/>
                    <a:pt x="1" y="348"/>
                  </a:cubicBezTo>
                  <a:cubicBezTo>
                    <a:pt x="1" y="536"/>
                    <a:pt x="162" y="696"/>
                    <a:pt x="349" y="696"/>
                  </a:cubicBezTo>
                  <a:cubicBezTo>
                    <a:pt x="536" y="696"/>
                    <a:pt x="697" y="536"/>
                    <a:pt x="697" y="348"/>
                  </a:cubicBezTo>
                  <a:cubicBezTo>
                    <a:pt x="697" y="161"/>
                    <a:pt x="536" y="0"/>
                    <a:pt x="349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14;p70">
              <a:extLst>
                <a:ext uri="{FF2B5EF4-FFF2-40B4-BE49-F238E27FC236}">
                  <a16:creationId xmlns:a16="http://schemas.microsoft.com/office/drawing/2014/main" id="{8DE6555F-BC7E-9E5A-68D0-1919A5487584}"/>
                </a:ext>
              </a:extLst>
            </p:cNvPr>
            <p:cNvSpPr/>
            <p:nvPr/>
          </p:nvSpPr>
          <p:spPr>
            <a:xfrm>
              <a:off x="5970650" y="21649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15;p70">
              <a:extLst>
                <a:ext uri="{FF2B5EF4-FFF2-40B4-BE49-F238E27FC236}">
                  <a16:creationId xmlns:a16="http://schemas.microsoft.com/office/drawing/2014/main" id="{E83FC3AD-948C-A33A-1965-3332957DB79B}"/>
                </a:ext>
              </a:extLst>
            </p:cNvPr>
            <p:cNvSpPr/>
            <p:nvPr/>
          </p:nvSpPr>
          <p:spPr>
            <a:xfrm>
              <a:off x="6007450" y="2201725"/>
              <a:ext cx="17425" cy="17425"/>
            </a:xfrm>
            <a:custGeom>
              <a:avLst/>
              <a:gdLst/>
              <a:ahLst/>
              <a:cxnLst/>
              <a:rect l="l" t="t" r="r" b="b"/>
              <a:pathLst>
                <a:path w="697" h="697" extrusionOk="0">
                  <a:moveTo>
                    <a:pt x="348" y="0"/>
                  </a:moveTo>
                  <a:cubicBezTo>
                    <a:pt x="161" y="0"/>
                    <a:pt x="0" y="161"/>
                    <a:pt x="0" y="348"/>
                  </a:cubicBezTo>
                  <a:cubicBezTo>
                    <a:pt x="0" y="536"/>
                    <a:pt x="161" y="696"/>
                    <a:pt x="348" y="696"/>
                  </a:cubicBezTo>
                  <a:cubicBezTo>
                    <a:pt x="536" y="696"/>
                    <a:pt x="696" y="536"/>
                    <a:pt x="696" y="348"/>
                  </a:cubicBezTo>
                  <a:cubicBezTo>
                    <a:pt x="696" y="161"/>
                    <a:pt x="536" y="0"/>
                    <a:pt x="3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16;p70">
              <a:extLst>
                <a:ext uri="{FF2B5EF4-FFF2-40B4-BE49-F238E27FC236}">
                  <a16:creationId xmlns:a16="http://schemas.microsoft.com/office/drawing/2014/main" id="{7E46FBA0-690A-BE09-9D90-F86C1E3C4B16}"/>
                </a:ext>
              </a:extLst>
            </p:cNvPr>
            <p:cNvSpPr/>
            <p:nvPr/>
          </p:nvSpPr>
          <p:spPr>
            <a:xfrm>
              <a:off x="6300525" y="2165575"/>
              <a:ext cx="117800" cy="118475"/>
            </a:xfrm>
            <a:custGeom>
              <a:avLst/>
              <a:gdLst/>
              <a:ahLst/>
              <a:cxnLst/>
              <a:rect l="l" t="t" r="r" b="b"/>
              <a:pathLst>
                <a:path w="4712" h="4739" extrusionOk="0">
                  <a:moveTo>
                    <a:pt x="2356" y="1"/>
                  </a:moveTo>
                  <a:cubicBezTo>
                    <a:pt x="1045" y="1"/>
                    <a:pt x="1" y="1072"/>
                    <a:pt x="1" y="2383"/>
                  </a:cubicBezTo>
                  <a:cubicBezTo>
                    <a:pt x="1" y="3668"/>
                    <a:pt x="1045" y="4738"/>
                    <a:pt x="2356" y="4738"/>
                  </a:cubicBezTo>
                  <a:cubicBezTo>
                    <a:pt x="3668" y="4738"/>
                    <a:pt x="4711" y="3668"/>
                    <a:pt x="4711" y="2383"/>
                  </a:cubicBezTo>
                  <a:cubicBezTo>
                    <a:pt x="4711" y="1072"/>
                    <a:pt x="3668" y="1"/>
                    <a:pt x="2356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17;p70">
              <a:extLst>
                <a:ext uri="{FF2B5EF4-FFF2-40B4-BE49-F238E27FC236}">
                  <a16:creationId xmlns:a16="http://schemas.microsoft.com/office/drawing/2014/main" id="{75396D5D-EEB1-4E15-F3A2-9506366C5947}"/>
                </a:ext>
              </a:extLst>
            </p:cNvPr>
            <p:cNvSpPr/>
            <p:nvPr/>
          </p:nvSpPr>
          <p:spPr>
            <a:xfrm>
              <a:off x="5520975" y="1386050"/>
              <a:ext cx="117800" cy="118450"/>
            </a:xfrm>
            <a:custGeom>
              <a:avLst/>
              <a:gdLst/>
              <a:ahLst/>
              <a:cxnLst/>
              <a:rect l="l" t="t" r="r" b="b"/>
              <a:pathLst>
                <a:path w="4712" h="4738" fill="none" extrusionOk="0">
                  <a:moveTo>
                    <a:pt x="4712" y="2355"/>
                  </a:moveTo>
                  <a:cubicBezTo>
                    <a:pt x="4712" y="3667"/>
                    <a:pt x="3668" y="4738"/>
                    <a:pt x="2356" y="4738"/>
                  </a:cubicBezTo>
                  <a:cubicBezTo>
                    <a:pt x="1045" y="4738"/>
                    <a:pt x="1" y="3667"/>
                    <a:pt x="1" y="2355"/>
                  </a:cubicBezTo>
                  <a:cubicBezTo>
                    <a:pt x="1" y="1071"/>
                    <a:pt x="1045" y="0"/>
                    <a:pt x="2356" y="0"/>
                  </a:cubicBezTo>
                  <a:cubicBezTo>
                    <a:pt x="3668" y="0"/>
                    <a:pt x="4712" y="1071"/>
                    <a:pt x="4712" y="2355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18;p70">
              <a:extLst>
                <a:ext uri="{FF2B5EF4-FFF2-40B4-BE49-F238E27FC236}">
                  <a16:creationId xmlns:a16="http://schemas.microsoft.com/office/drawing/2014/main" id="{2DCF56C7-AFC4-DF25-B163-8DF3D62C3E85}"/>
                </a:ext>
              </a:extLst>
            </p:cNvPr>
            <p:cNvSpPr/>
            <p:nvPr/>
          </p:nvSpPr>
          <p:spPr>
            <a:xfrm>
              <a:off x="6774275" y="1000625"/>
              <a:ext cx="117800" cy="117775"/>
            </a:xfrm>
            <a:custGeom>
              <a:avLst/>
              <a:gdLst/>
              <a:ahLst/>
              <a:cxnLst/>
              <a:rect l="l" t="t" r="r" b="b"/>
              <a:pathLst>
                <a:path w="4712" h="4711" fill="none" extrusionOk="0">
                  <a:moveTo>
                    <a:pt x="4712" y="2356"/>
                  </a:moveTo>
                  <a:cubicBezTo>
                    <a:pt x="4712" y="3667"/>
                    <a:pt x="3668" y="4711"/>
                    <a:pt x="2356" y="4711"/>
                  </a:cubicBezTo>
                  <a:cubicBezTo>
                    <a:pt x="1045" y="4711"/>
                    <a:pt x="1" y="3667"/>
                    <a:pt x="1" y="2356"/>
                  </a:cubicBezTo>
                  <a:cubicBezTo>
                    <a:pt x="1" y="1044"/>
                    <a:pt x="1045" y="0"/>
                    <a:pt x="2356" y="0"/>
                  </a:cubicBezTo>
                  <a:cubicBezTo>
                    <a:pt x="3668" y="0"/>
                    <a:pt x="4712" y="1044"/>
                    <a:pt x="4712" y="235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19;p70">
              <a:extLst>
                <a:ext uri="{FF2B5EF4-FFF2-40B4-BE49-F238E27FC236}">
                  <a16:creationId xmlns:a16="http://schemas.microsoft.com/office/drawing/2014/main" id="{BE604E70-599B-72B9-AB89-D62048529033}"/>
                </a:ext>
              </a:extLst>
            </p:cNvPr>
            <p:cNvSpPr/>
            <p:nvPr/>
          </p:nvSpPr>
          <p:spPr>
            <a:xfrm>
              <a:off x="5648125" y="1952125"/>
              <a:ext cx="103075" cy="25450"/>
            </a:xfrm>
            <a:custGeom>
              <a:avLst/>
              <a:gdLst/>
              <a:ahLst/>
              <a:cxnLst/>
              <a:rect l="l" t="t" r="r" b="b"/>
              <a:pathLst>
                <a:path w="4123" h="1018" fill="none" extrusionOk="0">
                  <a:moveTo>
                    <a:pt x="4122" y="1018"/>
                  </a:moveTo>
                  <a:lnTo>
                    <a:pt x="0" y="1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20;p70">
              <a:extLst>
                <a:ext uri="{FF2B5EF4-FFF2-40B4-BE49-F238E27FC236}">
                  <a16:creationId xmlns:a16="http://schemas.microsoft.com/office/drawing/2014/main" id="{73FFFC78-103A-4AE2-47DE-F665CB673D18}"/>
                </a:ext>
              </a:extLst>
            </p:cNvPr>
            <p:cNvSpPr/>
            <p:nvPr/>
          </p:nvSpPr>
          <p:spPr>
            <a:xfrm>
              <a:off x="5686925" y="1913325"/>
              <a:ext cx="25450" cy="103075"/>
            </a:xfrm>
            <a:custGeom>
              <a:avLst/>
              <a:gdLst/>
              <a:ahLst/>
              <a:cxnLst/>
              <a:rect l="l" t="t" r="r" b="b"/>
              <a:pathLst>
                <a:path w="1018" h="4123" fill="none" extrusionOk="0">
                  <a:moveTo>
                    <a:pt x="1018" y="0"/>
                  </a:moveTo>
                  <a:lnTo>
                    <a:pt x="1" y="4122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21;p70">
              <a:extLst>
                <a:ext uri="{FF2B5EF4-FFF2-40B4-BE49-F238E27FC236}">
                  <a16:creationId xmlns:a16="http://schemas.microsoft.com/office/drawing/2014/main" id="{696DF564-2801-BF9F-D0A2-5237E3F10866}"/>
                </a:ext>
              </a:extLst>
            </p:cNvPr>
            <p:cNvSpPr/>
            <p:nvPr/>
          </p:nvSpPr>
          <p:spPr>
            <a:xfrm>
              <a:off x="6865275" y="1800225"/>
              <a:ext cx="73650" cy="77000"/>
            </a:xfrm>
            <a:custGeom>
              <a:avLst/>
              <a:gdLst/>
              <a:ahLst/>
              <a:cxnLst/>
              <a:rect l="l" t="t" r="r" b="b"/>
              <a:pathLst>
                <a:path w="2946" h="3080" fill="none" extrusionOk="0">
                  <a:moveTo>
                    <a:pt x="2945" y="1"/>
                  </a:moveTo>
                  <a:lnTo>
                    <a:pt x="1" y="3079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22;p70">
              <a:extLst>
                <a:ext uri="{FF2B5EF4-FFF2-40B4-BE49-F238E27FC236}">
                  <a16:creationId xmlns:a16="http://schemas.microsoft.com/office/drawing/2014/main" id="{339559F7-7E0C-A8FF-FF16-73B86CAB9F10}"/>
                </a:ext>
              </a:extLst>
            </p:cNvPr>
            <p:cNvSpPr/>
            <p:nvPr/>
          </p:nvSpPr>
          <p:spPr>
            <a:xfrm>
              <a:off x="6863950" y="1802250"/>
              <a:ext cx="76975" cy="72950"/>
            </a:xfrm>
            <a:custGeom>
              <a:avLst/>
              <a:gdLst/>
              <a:ahLst/>
              <a:cxnLst/>
              <a:rect l="l" t="t" r="r" b="b"/>
              <a:pathLst>
                <a:path w="3079" h="2918" fill="none" extrusionOk="0">
                  <a:moveTo>
                    <a:pt x="0" y="0"/>
                  </a:moveTo>
                  <a:lnTo>
                    <a:pt x="3078" y="2918"/>
                  </a:lnTo>
                </a:path>
              </a:pathLst>
            </a:custGeom>
            <a:noFill/>
            <a:ln w="14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3" name="Google Shape;1350;p51">
            <a:extLst>
              <a:ext uri="{FF2B5EF4-FFF2-40B4-BE49-F238E27FC236}">
                <a16:creationId xmlns:a16="http://schemas.microsoft.com/office/drawing/2014/main" id="{0E6C8C96-93C5-C677-3824-EE6BDA0ABDD0}"/>
              </a:ext>
            </a:extLst>
          </p:cNvPr>
          <p:cNvGrpSpPr/>
          <p:nvPr/>
        </p:nvGrpSpPr>
        <p:grpSpPr>
          <a:xfrm rot="-805839">
            <a:off x="5865867" y="291496"/>
            <a:ext cx="958566" cy="1351589"/>
            <a:chOff x="6889573" y="1725933"/>
            <a:chExt cx="701890" cy="1204281"/>
          </a:xfrm>
        </p:grpSpPr>
        <p:grpSp>
          <p:nvGrpSpPr>
            <p:cNvPr id="2694" name="Google Shape;1351;p51">
              <a:extLst>
                <a:ext uri="{FF2B5EF4-FFF2-40B4-BE49-F238E27FC236}">
                  <a16:creationId xmlns:a16="http://schemas.microsoft.com/office/drawing/2014/main" id="{2B4D3120-7094-0654-5CCE-C66A31E8BF33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2706" name="Google Shape;1352;p51">
                <a:extLst>
                  <a:ext uri="{FF2B5EF4-FFF2-40B4-BE49-F238E27FC236}">
                    <a16:creationId xmlns:a16="http://schemas.microsoft.com/office/drawing/2014/main" id="{26D8EF0D-AD05-A737-F9C8-BE0C92D2C25A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1353;p51">
                <a:extLst>
                  <a:ext uri="{FF2B5EF4-FFF2-40B4-BE49-F238E27FC236}">
                    <a16:creationId xmlns:a16="http://schemas.microsoft.com/office/drawing/2014/main" id="{BE956039-D7E0-F0E7-B154-DF555C878D51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1354;p51">
                <a:extLst>
                  <a:ext uri="{FF2B5EF4-FFF2-40B4-BE49-F238E27FC236}">
                    <a16:creationId xmlns:a16="http://schemas.microsoft.com/office/drawing/2014/main" id="{DD5A3F5D-F897-112B-4EAD-13987E5B6AE9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1355;p51">
                <a:extLst>
                  <a:ext uri="{FF2B5EF4-FFF2-40B4-BE49-F238E27FC236}">
                    <a16:creationId xmlns:a16="http://schemas.microsoft.com/office/drawing/2014/main" id="{9A206F13-051A-EC72-D937-6911E7591280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1356;p51">
                <a:extLst>
                  <a:ext uri="{FF2B5EF4-FFF2-40B4-BE49-F238E27FC236}">
                    <a16:creationId xmlns:a16="http://schemas.microsoft.com/office/drawing/2014/main" id="{A0805F81-EFBD-0F73-6BFA-942CF7AB5370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1357;p51">
                <a:extLst>
                  <a:ext uri="{FF2B5EF4-FFF2-40B4-BE49-F238E27FC236}">
                    <a16:creationId xmlns:a16="http://schemas.microsoft.com/office/drawing/2014/main" id="{3ED6235C-1253-686C-4B8B-60D3A9FD4B09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1358;p51">
                <a:extLst>
                  <a:ext uri="{FF2B5EF4-FFF2-40B4-BE49-F238E27FC236}">
                    <a16:creationId xmlns:a16="http://schemas.microsoft.com/office/drawing/2014/main" id="{48A5BB8A-E5B7-460C-0330-EDBD21192AE7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1359;p51">
                <a:extLst>
                  <a:ext uri="{FF2B5EF4-FFF2-40B4-BE49-F238E27FC236}">
                    <a16:creationId xmlns:a16="http://schemas.microsoft.com/office/drawing/2014/main" id="{87AD80DF-A78F-3691-13B4-F017E190C147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1360;p51">
                <a:extLst>
                  <a:ext uri="{FF2B5EF4-FFF2-40B4-BE49-F238E27FC236}">
                    <a16:creationId xmlns:a16="http://schemas.microsoft.com/office/drawing/2014/main" id="{17EB78D1-2FC1-CB23-5944-BDAEC9DB480E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1361;p51">
                <a:extLst>
                  <a:ext uri="{FF2B5EF4-FFF2-40B4-BE49-F238E27FC236}">
                    <a16:creationId xmlns:a16="http://schemas.microsoft.com/office/drawing/2014/main" id="{721FBC90-BC98-BED6-3B48-5754A15D35FE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5" name="Google Shape;1362;p51">
              <a:extLst>
                <a:ext uri="{FF2B5EF4-FFF2-40B4-BE49-F238E27FC236}">
                  <a16:creationId xmlns:a16="http://schemas.microsoft.com/office/drawing/2014/main" id="{58D414C8-84A4-22E1-015B-2352F6F0B8FE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2696" name="Google Shape;1363;p51">
                <a:extLst>
                  <a:ext uri="{FF2B5EF4-FFF2-40B4-BE49-F238E27FC236}">
                    <a16:creationId xmlns:a16="http://schemas.microsoft.com/office/drawing/2014/main" id="{9233FD24-BCBA-B340-3D10-2B05F5C2C957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noFill/>
              <a:ln w="10000" cap="rnd" cmpd="sng">
                <a:solidFill>
                  <a:srgbClr val="00000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1364;p51">
                <a:extLst>
                  <a:ext uri="{FF2B5EF4-FFF2-40B4-BE49-F238E27FC236}">
                    <a16:creationId xmlns:a16="http://schemas.microsoft.com/office/drawing/2014/main" id="{00549AB2-0F44-84C3-B6FA-C4BB23FF0CAE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1365;p51">
                <a:extLst>
                  <a:ext uri="{FF2B5EF4-FFF2-40B4-BE49-F238E27FC236}">
                    <a16:creationId xmlns:a16="http://schemas.microsoft.com/office/drawing/2014/main" id="{9070E1B0-6E66-64FA-6852-E4504C044F82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1366;p51">
                <a:extLst>
                  <a:ext uri="{FF2B5EF4-FFF2-40B4-BE49-F238E27FC236}">
                    <a16:creationId xmlns:a16="http://schemas.microsoft.com/office/drawing/2014/main" id="{D467C20F-4BFA-117A-DA53-F26B9F338037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1367;p51">
                <a:extLst>
                  <a:ext uri="{FF2B5EF4-FFF2-40B4-BE49-F238E27FC236}">
                    <a16:creationId xmlns:a16="http://schemas.microsoft.com/office/drawing/2014/main" id="{EEF054D7-953D-9D75-7DE5-DC2FEEB3D9E4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1368;p51">
                <a:extLst>
                  <a:ext uri="{FF2B5EF4-FFF2-40B4-BE49-F238E27FC236}">
                    <a16:creationId xmlns:a16="http://schemas.microsoft.com/office/drawing/2014/main" id="{650432E7-C3A2-44AE-7552-E2D4AA54EB91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1369;p51">
                <a:extLst>
                  <a:ext uri="{FF2B5EF4-FFF2-40B4-BE49-F238E27FC236}">
                    <a16:creationId xmlns:a16="http://schemas.microsoft.com/office/drawing/2014/main" id="{18431DE5-45C3-1574-977B-132C8A00E797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rgbClr val="FF9F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1370;p51">
                <a:extLst>
                  <a:ext uri="{FF2B5EF4-FFF2-40B4-BE49-F238E27FC236}">
                    <a16:creationId xmlns:a16="http://schemas.microsoft.com/office/drawing/2014/main" id="{435564EA-6D4A-8033-15C1-DA677A589C2C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1371;p51">
                <a:extLst>
                  <a:ext uri="{FF2B5EF4-FFF2-40B4-BE49-F238E27FC236}">
                    <a16:creationId xmlns:a16="http://schemas.microsoft.com/office/drawing/2014/main" id="{AF10C753-B19C-AF7E-19F8-03BFA3513E38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1372;p51">
                <a:extLst>
                  <a:ext uri="{FF2B5EF4-FFF2-40B4-BE49-F238E27FC236}">
                    <a16:creationId xmlns:a16="http://schemas.microsoft.com/office/drawing/2014/main" id="{2B10E0CD-AFAD-D33F-173B-F47BB739AE87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16" name="Google Shape;1375;p51">
            <a:extLst>
              <a:ext uri="{FF2B5EF4-FFF2-40B4-BE49-F238E27FC236}">
                <a16:creationId xmlns:a16="http://schemas.microsoft.com/office/drawing/2014/main" id="{61309D36-C9BA-ED2B-3DE9-EB259FF8B5E4}"/>
              </a:ext>
            </a:extLst>
          </p:cNvPr>
          <p:cNvGrpSpPr/>
          <p:nvPr/>
        </p:nvGrpSpPr>
        <p:grpSpPr>
          <a:xfrm rot="2483726">
            <a:off x="7708415" y="3709867"/>
            <a:ext cx="1397816" cy="1509175"/>
            <a:chOff x="4648195" y="2913864"/>
            <a:chExt cx="1188761" cy="1308872"/>
          </a:xfrm>
        </p:grpSpPr>
        <p:grpSp>
          <p:nvGrpSpPr>
            <p:cNvPr id="2717" name="Google Shape;1376;p51">
              <a:extLst>
                <a:ext uri="{FF2B5EF4-FFF2-40B4-BE49-F238E27FC236}">
                  <a16:creationId xmlns:a16="http://schemas.microsoft.com/office/drawing/2014/main" id="{960C90E8-B2E9-E215-0F41-1EEC19C7ED9D}"/>
                </a:ext>
              </a:extLst>
            </p:cNvPr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2733" name="Google Shape;1377;p51">
                <a:extLst>
                  <a:ext uri="{FF2B5EF4-FFF2-40B4-BE49-F238E27FC236}">
                    <a16:creationId xmlns:a16="http://schemas.microsoft.com/office/drawing/2014/main" id="{B55236CA-D75D-0FA2-22C7-41F4CB66B281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1378;p51">
                <a:extLst>
                  <a:ext uri="{FF2B5EF4-FFF2-40B4-BE49-F238E27FC236}">
                    <a16:creationId xmlns:a16="http://schemas.microsoft.com/office/drawing/2014/main" id="{52CA3D0F-DABC-348E-2FC2-2827CBEB95C9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1379;p51">
                <a:extLst>
                  <a:ext uri="{FF2B5EF4-FFF2-40B4-BE49-F238E27FC236}">
                    <a16:creationId xmlns:a16="http://schemas.microsoft.com/office/drawing/2014/main" id="{751DCB03-09A3-F18D-3D30-27D784DD7C9F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1380;p51">
                <a:extLst>
                  <a:ext uri="{FF2B5EF4-FFF2-40B4-BE49-F238E27FC236}">
                    <a16:creationId xmlns:a16="http://schemas.microsoft.com/office/drawing/2014/main" id="{3C5219D9-5D71-5A54-C062-1CC70CBD81CD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1381;p51">
                <a:extLst>
                  <a:ext uri="{FF2B5EF4-FFF2-40B4-BE49-F238E27FC236}">
                    <a16:creationId xmlns:a16="http://schemas.microsoft.com/office/drawing/2014/main" id="{C968D3D1-62AB-0346-E164-2F8132C696F3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1382;p51">
                <a:extLst>
                  <a:ext uri="{FF2B5EF4-FFF2-40B4-BE49-F238E27FC236}">
                    <a16:creationId xmlns:a16="http://schemas.microsoft.com/office/drawing/2014/main" id="{E9B65769-4136-0E5F-D77A-FF247DEA3CEF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1383;p51">
                <a:extLst>
                  <a:ext uri="{FF2B5EF4-FFF2-40B4-BE49-F238E27FC236}">
                    <a16:creationId xmlns:a16="http://schemas.microsoft.com/office/drawing/2014/main" id="{41B8240D-D277-2368-E4E1-2A794395C9FD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1384;p51">
                <a:extLst>
                  <a:ext uri="{FF2B5EF4-FFF2-40B4-BE49-F238E27FC236}">
                    <a16:creationId xmlns:a16="http://schemas.microsoft.com/office/drawing/2014/main" id="{EE295ED6-C3C0-41A6-2358-7D54AA4B68AB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1385;p51">
                <a:extLst>
                  <a:ext uri="{FF2B5EF4-FFF2-40B4-BE49-F238E27FC236}">
                    <a16:creationId xmlns:a16="http://schemas.microsoft.com/office/drawing/2014/main" id="{1C751129-A023-7745-45E4-5D12D35506BF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1386;p51">
                <a:extLst>
                  <a:ext uri="{FF2B5EF4-FFF2-40B4-BE49-F238E27FC236}">
                    <a16:creationId xmlns:a16="http://schemas.microsoft.com/office/drawing/2014/main" id="{43EE121F-141C-D62A-DE5A-4FB2B3620CCF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1387;p51">
                <a:extLst>
                  <a:ext uri="{FF2B5EF4-FFF2-40B4-BE49-F238E27FC236}">
                    <a16:creationId xmlns:a16="http://schemas.microsoft.com/office/drawing/2014/main" id="{633FC3B5-1C2A-9106-2C25-95F61E28E4F8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1388;p51">
                <a:extLst>
                  <a:ext uri="{FF2B5EF4-FFF2-40B4-BE49-F238E27FC236}">
                    <a16:creationId xmlns:a16="http://schemas.microsoft.com/office/drawing/2014/main" id="{68AC78C0-C7EF-F1E2-9FA1-5DC46DEC28A4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1389;p51">
                <a:extLst>
                  <a:ext uri="{FF2B5EF4-FFF2-40B4-BE49-F238E27FC236}">
                    <a16:creationId xmlns:a16="http://schemas.microsoft.com/office/drawing/2014/main" id="{774A0722-56C5-392E-76EC-274105D849ED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1390;p51">
                <a:extLst>
                  <a:ext uri="{FF2B5EF4-FFF2-40B4-BE49-F238E27FC236}">
                    <a16:creationId xmlns:a16="http://schemas.microsoft.com/office/drawing/2014/main" id="{45C249FF-FB20-0B50-5804-9A126E353F53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8" name="Google Shape;1391;p51">
              <a:extLst>
                <a:ext uri="{FF2B5EF4-FFF2-40B4-BE49-F238E27FC236}">
                  <a16:creationId xmlns:a16="http://schemas.microsoft.com/office/drawing/2014/main" id="{3082B9FE-B0D6-00F9-8147-653F9756C845}"/>
                </a:ext>
              </a:extLst>
            </p:cNvPr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2719" name="Google Shape;1392;p51">
                <a:extLst>
                  <a:ext uri="{FF2B5EF4-FFF2-40B4-BE49-F238E27FC236}">
                    <a16:creationId xmlns:a16="http://schemas.microsoft.com/office/drawing/2014/main" id="{B9DAAB9D-0F35-D9AB-116E-DF2FD27E9E61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20" name="Google Shape;1393;p51">
                <a:extLst>
                  <a:ext uri="{FF2B5EF4-FFF2-40B4-BE49-F238E27FC236}">
                    <a16:creationId xmlns:a16="http://schemas.microsoft.com/office/drawing/2014/main" id="{4BED7D59-B1F8-E1E2-3EE2-A270F78D0B72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1394;p51">
                <a:extLst>
                  <a:ext uri="{FF2B5EF4-FFF2-40B4-BE49-F238E27FC236}">
                    <a16:creationId xmlns:a16="http://schemas.microsoft.com/office/drawing/2014/main" id="{C3125224-CE3A-6961-775A-9A0523CCFB35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1395;p51">
                <a:extLst>
                  <a:ext uri="{FF2B5EF4-FFF2-40B4-BE49-F238E27FC236}">
                    <a16:creationId xmlns:a16="http://schemas.microsoft.com/office/drawing/2014/main" id="{3B8D3C40-6AC7-AE0A-D270-2B8663440A88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1396;p51">
                <a:extLst>
                  <a:ext uri="{FF2B5EF4-FFF2-40B4-BE49-F238E27FC236}">
                    <a16:creationId xmlns:a16="http://schemas.microsoft.com/office/drawing/2014/main" id="{57894F93-FFA6-4CAA-54E5-32B09840F298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1397;p51">
                <a:extLst>
                  <a:ext uri="{FF2B5EF4-FFF2-40B4-BE49-F238E27FC236}">
                    <a16:creationId xmlns:a16="http://schemas.microsoft.com/office/drawing/2014/main" id="{02DC7BAC-AB9A-E215-1DDE-02BAF69DEFEF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1398;p51">
                <a:extLst>
                  <a:ext uri="{FF2B5EF4-FFF2-40B4-BE49-F238E27FC236}">
                    <a16:creationId xmlns:a16="http://schemas.microsoft.com/office/drawing/2014/main" id="{928B9549-9F9F-A9E3-D9D3-B27ADAE2A157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1399;p51">
                <a:extLst>
                  <a:ext uri="{FF2B5EF4-FFF2-40B4-BE49-F238E27FC236}">
                    <a16:creationId xmlns:a16="http://schemas.microsoft.com/office/drawing/2014/main" id="{EB78A98E-2BD0-8E39-E8F0-0936C3BC63A0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1400;p51">
                <a:extLst>
                  <a:ext uri="{FF2B5EF4-FFF2-40B4-BE49-F238E27FC236}">
                    <a16:creationId xmlns:a16="http://schemas.microsoft.com/office/drawing/2014/main" id="{EFBCF4AD-ECDB-1D00-D7C7-C96E858B6272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1401;p51">
                <a:extLst>
                  <a:ext uri="{FF2B5EF4-FFF2-40B4-BE49-F238E27FC236}">
                    <a16:creationId xmlns:a16="http://schemas.microsoft.com/office/drawing/2014/main" id="{97B95E49-0317-68BE-A8FC-8CAC58FE6F6A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1402;p51">
                <a:extLst>
                  <a:ext uri="{FF2B5EF4-FFF2-40B4-BE49-F238E27FC236}">
                    <a16:creationId xmlns:a16="http://schemas.microsoft.com/office/drawing/2014/main" id="{0BC9EF8C-26F6-A589-3AB6-2EB9DE2C6773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1403;p51">
                <a:extLst>
                  <a:ext uri="{FF2B5EF4-FFF2-40B4-BE49-F238E27FC236}">
                    <a16:creationId xmlns:a16="http://schemas.microsoft.com/office/drawing/2014/main" id="{546464A1-1FE1-C060-F9EF-3FDDF65F998D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1404;p51">
                <a:extLst>
                  <a:ext uri="{FF2B5EF4-FFF2-40B4-BE49-F238E27FC236}">
                    <a16:creationId xmlns:a16="http://schemas.microsoft.com/office/drawing/2014/main" id="{E5A6126D-3E71-79AC-97AE-659373F818D5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1405;p51">
                <a:extLst>
                  <a:ext uri="{FF2B5EF4-FFF2-40B4-BE49-F238E27FC236}">
                    <a16:creationId xmlns:a16="http://schemas.microsoft.com/office/drawing/2014/main" id="{B2FC7D15-16CB-B14A-0AED-27E087B77D8F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7" name="Google Shape;1406;p51">
            <a:extLst>
              <a:ext uri="{FF2B5EF4-FFF2-40B4-BE49-F238E27FC236}">
                <a16:creationId xmlns:a16="http://schemas.microsoft.com/office/drawing/2014/main" id="{1EF72F01-30C3-ED40-04C0-9249CE8C5238}"/>
              </a:ext>
            </a:extLst>
          </p:cNvPr>
          <p:cNvSpPr/>
          <p:nvPr/>
        </p:nvSpPr>
        <p:spPr>
          <a:xfrm>
            <a:off x="6680475" y="377002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1407;p51">
            <a:extLst>
              <a:ext uri="{FF2B5EF4-FFF2-40B4-BE49-F238E27FC236}">
                <a16:creationId xmlns:a16="http://schemas.microsoft.com/office/drawing/2014/main" id="{6057C083-00E6-8336-C71A-FD59A9958FB8}"/>
              </a:ext>
            </a:extLst>
          </p:cNvPr>
          <p:cNvSpPr/>
          <p:nvPr/>
        </p:nvSpPr>
        <p:spPr>
          <a:xfrm rot="249049">
            <a:off x="6691899" y="1764617"/>
            <a:ext cx="232966" cy="324074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rgbClr val="FF988C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1408;p51">
            <a:extLst>
              <a:ext uri="{FF2B5EF4-FFF2-40B4-BE49-F238E27FC236}">
                <a16:creationId xmlns:a16="http://schemas.microsoft.com/office/drawing/2014/main" id="{9A5EFEF6-1186-BDE7-4AD8-5F4988DC20E3}"/>
              </a:ext>
            </a:extLst>
          </p:cNvPr>
          <p:cNvSpPr/>
          <p:nvPr/>
        </p:nvSpPr>
        <p:spPr>
          <a:xfrm rot="-1694048">
            <a:off x="7334521" y="3236159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5" name="Google Shape;1813;p58">
            <a:extLst>
              <a:ext uri="{FF2B5EF4-FFF2-40B4-BE49-F238E27FC236}">
                <a16:creationId xmlns:a16="http://schemas.microsoft.com/office/drawing/2014/main" id="{50CC51BF-6BC8-8107-4809-40A0BDAD7A12}"/>
              </a:ext>
            </a:extLst>
          </p:cNvPr>
          <p:cNvSpPr txBox="1">
            <a:spLocks/>
          </p:cNvSpPr>
          <p:nvPr/>
        </p:nvSpPr>
        <p:spPr>
          <a:xfrm>
            <a:off x="9990328" y="11339"/>
            <a:ext cx="8924543" cy="130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000" b="1" i="0" u="none" strike="noStrike" cap="none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Font typeface="Atkinson Hyperlegible"/>
              <a:buNone/>
              <a:defRPr sz="3500" b="1" i="0" u="none" strike="noStrike" cap="none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r>
              <a:rPr lang="en-US" sz="3600"/>
              <a:t>Blood Bank and Inventory Relationship</a:t>
            </a:r>
            <a:br>
              <a:rPr lang="en-US" sz="4000"/>
            </a:br>
            <a:endParaRPr lang="en-US" sz="4000" dirty="0"/>
          </a:p>
        </p:txBody>
      </p:sp>
      <p:sp>
        <p:nvSpPr>
          <p:cNvPr id="2756" name="Google Shape;1814;p58">
            <a:extLst>
              <a:ext uri="{FF2B5EF4-FFF2-40B4-BE49-F238E27FC236}">
                <a16:creationId xmlns:a16="http://schemas.microsoft.com/office/drawing/2014/main" id="{2830F46B-3EA6-89D2-D360-A3EC79D60A8D}"/>
              </a:ext>
            </a:extLst>
          </p:cNvPr>
          <p:cNvSpPr txBox="1">
            <a:spLocks/>
          </p:cNvSpPr>
          <p:nvPr/>
        </p:nvSpPr>
        <p:spPr>
          <a:xfrm>
            <a:off x="9990328" y="3165495"/>
            <a:ext cx="4571996" cy="2707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Many-to-Many Relationships (N:N)</a:t>
            </a:r>
            <a:endParaRPr lang="en-US" sz="2000" dirty="0"/>
          </a:p>
        </p:txBody>
      </p:sp>
      <p:sp>
        <p:nvSpPr>
          <p:cNvPr id="2757" name="Google Shape;1816;p58">
            <a:extLst>
              <a:ext uri="{FF2B5EF4-FFF2-40B4-BE49-F238E27FC236}">
                <a16:creationId xmlns:a16="http://schemas.microsoft.com/office/drawing/2014/main" id="{149ED689-2743-13BE-E2B7-6B6A60C1D8C5}"/>
              </a:ext>
            </a:extLst>
          </p:cNvPr>
          <p:cNvSpPr txBox="1">
            <a:spLocks/>
          </p:cNvSpPr>
          <p:nvPr/>
        </p:nvSpPr>
        <p:spPr>
          <a:xfrm>
            <a:off x="14664754" y="3436237"/>
            <a:ext cx="3981893" cy="1589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/>
            <a:r>
              <a:rPr lang="en-US" b="1">
                <a:solidFill>
                  <a:schemeClr val="accent4"/>
                </a:solidFill>
              </a:rPr>
              <a:t>2. Donors – Donation Event ("enroll_in" relationship)</a:t>
            </a:r>
            <a:endParaRPr lang="en-US">
              <a:solidFill>
                <a:schemeClr val="accent4"/>
              </a:solidFill>
            </a:endParaRPr>
          </a:p>
          <a:p>
            <a:r>
              <a:rPr lang="en-US">
                <a:solidFill>
                  <a:schemeClr val="accent4"/>
                </a:solidFill>
              </a:rPr>
              <a:t>Junction Table: Donors_DonationEvent</a:t>
            </a:r>
          </a:p>
          <a:p>
            <a:r>
              <a:rPr lang="en-US">
                <a:solidFill>
                  <a:schemeClr val="accent4"/>
                </a:solidFill>
              </a:rPr>
              <a:t>Primary Key (PK): Composite of two foreign keys: (donors_id, donation_id)</a:t>
            </a:r>
          </a:p>
          <a:p>
            <a:pPr marL="139700"/>
            <a:r>
              <a:rPr lang="en-US">
                <a:solidFill>
                  <a:schemeClr val="accent4"/>
                </a:solidFill>
              </a:rPr>
              <a:t>Meaning: Donors can join multiple events; events can have multiple donors.</a:t>
            </a:r>
          </a:p>
          <a:p>
            <a:pPr marL="139700"/>
            <a:br>
              <a:rPr lang="en-US"/>
            </a:b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2758" name="Google Shape;1817;p58">
            <a:extLst>
              <a:ext uri="{FF2B5EF4-FFF2-40B4-BE49-F238E27FC236}">
                <a16:creationId xmlns:a16="http://schemas.microsoft.com/office/drawing/2014/main" id="{04CBC8E9-3C9E-E5EA-77F6-C9A98432AA2A}"/>
              </a:ext>
            </a:extLst>
          </p:cNvPr>
          <p:cNvSpPr txBox="1">
            <a:spLocks/>
          </p:cNvSpPr>
          <p:nvPr/>
        </p:nvSpPr>
        <p:spPr>
          <a:xfrm>
            <a:off x="9990328" y="3436237"/>
            <a:ext cx="4462272" cy="1589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>
              <a:spcAft>
                <a:spcPts val="600"/>
              </a:spcAft>
              <a:buSzPts val="1400"/>
            </a:pPr>
            <a:r>
              <a:rPr lang="en-US" b="1">
                <a:solidFill>
                  <a:schemeClr val="accent4"/>
                </a:solidFill>
              </a:rPr>
              <a:t>1. Doctor – Blood Bank (“work_at” relationship)</a:t>
            </a:r>
          </a:p>
          <a:p>
            <a:pPr>
              <a:spcAft>
                <a:spcPts val="600"/>
              </a:spcAft>
            </a:pPr>
            <a:r>
              <a:rPr lang="vi-VN">
                <a:solidFill>
                  <a:schemeClr val="accent4"/>
                </a:solidFill>
              </a:rPr>
              <a:t>Junction Table: Doctor_BloodBank</a:t>
            </a:r>
            <a:endParaRPr lang="en-US">
              <a:solidFill>
                <a:schemeClr val="accent4"/>
              </a:solidFill>
            </a:endParaRPr>
          </a:p>
          <a:p>
            <a:pPr>
              <a:spcAft>
                <a:spcPts val="600"/>
              </a:spcAft>
            </a:pPr>
            <a:r>
              <a:rPr lang="en-US">
                <a:solidFill>
                  <a:schemeClr val="accent4"/>
                </a:solidFill>
              </a:rPr>
              <a:t>Primary Key (PK): Composite of two foreign keys: (doctor_id, bank_id)</a:t>
            </a:r>
          </a:p>
          <a:p>
            <a:pPr marL="139700">
              <a:spcAft>
                <a:spcPts val="600"/>
              </a:spcAft>
            </a:pPr>
            <a:r>
              <a:rPr lang="en-US">
                <a:solidFill>
                  <a:schemeClr val="accent4"/>
                </a:solidFill>
              </a:rPr>
              <a:t>Meaning: Doctors can work at multiple banks; banks can employ multiple doctors.</a:t>
            </a:r>
          </a:p>
          <a:p>
            <a:pPr marL="139700">
              <a:spcAft>
                <a:spcPts val="600"/>
              </a:spcAft>
            </a:pPr>
            <a:br>
              <a:rPr lang="en-US">
                <a:solidFill>
                  <a:schemeClr val="accent4"/>
                </a:solidFill>
              </a:rPr>
            </a:br>
            <a:br>
              <a:rPr lang="vi-VN"/>
            </a:br>
            <a:endParaRPr lang="en-US" b="1" dirty="0">
              <a:solidFill>
                <a:schemeClr val="accent4"/>
              </a:solidFill>
            </a:endParaRPr>
          </a:p>
        </p:txBody>
      </p:sp>
      <p:graphicFrame>
        <p:nvGraphicFramePr>
          <p:cNvPr id="2759" name="Bảng 6">
            <a:extLst>
              <a:ext uri="{FF2B5EF4-FFF2-40B4-BE49-F238E27FC236}">
                <a16:creationId xmlns:a16="http://schemas.microsoft.com/office/drawing/2014/main" id="{531AD7AA-1DBF-67EF-F6DB-7948D9706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003003"/>
              </p:ext>
            </p:extLst>
          </p:nvPr>
        </p:nvGraphicFramePr>
        <p:xfrm>
          <a:off x="10077322" y="664770"/>
          <a:ext cx="8750554" cy="23774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95930">
                  <a:extLst>
                    <a:ext uri="{9D8B030D-6E8A-4147-A177-3AD203B41FA5}">
                      <a16:colId xmlns:a16="http://schemas.microsoft.com/office/drawing/2014/main" val="1281389346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5985808"/>
                    </a:ext>
                  </a:extLst>
                </a:gridCol>
                <a:gridCol w="1872919">
                  <a:extLst>
                    <a:ext uri="{9D8B030D-6E8A-4147-A177-3AD203B41FA5}">
                      <a16:colId xmlns:a16="http://schemas.microsoft.com/office/drawing/2014/main" val="2734291863"/>
                    </a:ext>
                  </a:extLst>
                </a:gridCol>
                <a:gridCol w="2284553">
                  <a:extLst>
                    <a:ext uri="{9D8B030D-6E8A-4147-A177-3AD203B41FA5}">
                      <a16:colId xmlns:a16="http://schemas.microsoft.com/office/drawing/2014/main" val="3081003468"/>
                    </a:ext>
                  </a:extLst>
                </a:gridCol>
              </a:tblGrid>
              <a:tr h="415685">
                <a:tc>
                  <a:txBody>
                    <a:bodyPr/>
                    <a:lstStyle/>
                    <a:p>
                      <a:pPr algn="ctr" rtl="0"/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Related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Entities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sym typeface="Atkinson Hyperlegible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(FK)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sym typeface="Atkinson Hyperlegible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Relationship</a:t>
                      </a:r>
                      <a:r>
                        <a:rPr lang="vi-VN" sz="2000" b="1" i="0" u="none" strike="noStrike" cap="none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Type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vi-VN" sz="2000" b="1" i="0" u="none" strike="noStrike" cap="none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Explanation</a:t>
                      </a:r>
                      <a:endParaRPr lang="vi-VN" sz="2000" b="1" i="0" u="none" strike="noStrike" cap="none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153086"/>
                  </a:ext>
                </a:extLst>
              </a:tr>
              <a:tr h="586849">
                <a:tc>
                  <a:txBody>
                    <a:bodyPr/>
                    <a:lstStyle/>
                    <a:p>
                      <a:pPr rtl="0"/>
                      <a:r>
                        <a:rPr lang="vi-VN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BLOOD_BANK ↔ </a:t>
                      </a:r>
                      <a:r>
                        <a:rPr lang="vi-VN" sz="1400" b="0" i="0" u="none" strike="noStrike" cap="non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Blood_Inventory</a:t>
                      </a:r>
                      <a:endParaRPr lang="vi-VN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 dirty="0" err="1">
                          <a:solidFill>
                            <a:schemeClr val="accent4"/>
                          </a:solidFill>
                        </a:rPr>
                        <a:t>bank_id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1:N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Each blood unit belongs to one bank; banks can have multiple units.</a:t>
                      </a:r>
                      <a:endParaRPr lang="en-US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443401"/>
                  </a:ext>
                </a:extLst>
              </a:tr>
              <a:tr h="586849">
                <a:tc>
                  <a:txBody>
                    <a:bodyPr/>
                    <a:lstStyle/>
                    <a:p>
                      <a:pPr rtl="0"/>
                      <a:r>
                        <a:rPr lang="vi-VN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BLOOD_BANK ↔ </a:t>
                      </a:r>
                      <a:r>
                        <a:rPr lang="vi-VN" sz="1400" b="0" i="0" u="none" strike="noStrike" cap="non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Donation_Event</a:t>
                      </a:r>
                      <a:endParaRPr lang="vi-VN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 dirty="0" err="1">
                          <a:solidFill>
                            <a:schemeClr val="accent4"/>
                          </a:solidFill>
                        </a:rPr>
                        <a:t>Bank_id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1:N</a:t>
                      </a:r>
                      <a:endParaRPr lang="vi-VN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0" i="0" u="none" strike="noStrike" cap="none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Each donation event is organized by one bank; banks can organize multiple events.</a:t>
                      </a:r>
                      <a:endParaRPr lang="en-US" sz="1600" b="0" dirty="0">
                        <a:solidFill>
                          <a:schemeClr val="accent4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549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79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2"/>
        </a:solidFill>
        <a:effectLst/>
      </p:bgPr>
    </p:bg>
    <p:spTree>
      <p:nvGrpSpPr>
        <p:cNvPr id="1" name="Shape 1279">
          <a:extLst>
            <a:ext uri="{FF2B5EF4-FFF2-40B4-BE49-F238E27FC236}">
              <a16:creationId xmlns:a16="http://schemas.microsoft.com/office/drawing/2014/main" id="{7A3F5382-0B09-2DFE-51BF-4647D7D8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3775CB-2ED8-445E-5F80-5AEA4B472261}"/>
              </a:ext>
            </a:extLst>
          </p:cNvPr>
          <p:cNvSpPr/>
          <p:nvPr/>
        </p:nvSpPr>
        <p:spPr>
          <a:xfrm>
            <a:off x="811033" y="1227048"/>
            <a:ext cx="2998331" cy="2864223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D821D-18C5-450B-C1AE-61008BF3E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938" y="837761"/>
            <a:ext cx="2822693" cy="2566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1116CD-1B2F-00D3-EAE1-AF790FA94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1" y="1303672"/>
            <a:ext cx="2822693" cy="2536156"/>
          </a:xfrm>
          <a:prstGeom prst="rect">
            <a:avLst/>
          </a:prstGeom>
        </p:spPr>
      </p:pic>
      <p:sp>
        <p:nvSpPr>
          <p:cNvPr id="1379" name="Google Shape;1415;p52">
            <a:extLst>
              <a:ext uri="{FF2B5EF4-FFF2-40B4-BE49-F238E27FC236}">
                <a16:creationId xmlns:a16="http://schemas.microsoft.com/office/drawing/2014/main" id="{05F514B5-FD82-40C1-8179-28EE6CC0B9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8737" y="5391854"/>
            <a:ext cx="2242500" cy="10605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600" dirty="0"/>
              <a:t>Show how the system retrieves, filters, and processes data for web features.</a:t>
            </a:r>
            <a:endParaRPr lang="en-US" sz="1600" dirty="0">
              <a:solidFill>
                <a:srgbClr val="191919"/>
              </a:solidFill>
              <a:latin typeface="Atkinson Hyperlegible" panose="020B0604020202020204" charset="0"/>
            </a:endParaRPr>
          </a:p>
        </p:txBody>
      </p:sp>
      <p:sp>
        <p:nvSpPr>
          <p:cNvPr id="1380" name="Google Shape;1417;p52">
            <a:extLst>
              <a:ext uri="{FF2B5EF4-FFF2-40B4-BE49-F238E27FC236}">
                <a16:creationId xmlns:a16="http://schemas.microsoft.com/office/drawing/2014/main" id="{17D614B0-C794-BC33-824D-5874A04D1BAD}"/>
              </a:ext>
            </a:extLst>
          </p:cNvPr>
          <p:cNvSpPr txBox="1">
            <a:spLocks/>
          </p:cNvSpPr>
          <p:nvPr/>
        </p:nvSpPr>
        <p:spPr>
          <a:xfrm>
            <a:off x="2734345" y="6753715"/>
            <a:ext cx="2892297" cy="15622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User Authentication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Doctor/Patient Dashboards.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Blood Inventory Management &amp; Statistical Reporting</a:t>
            </a:r>
            <a:endParaRPr lang="en-US" sz="1600" dirty="0"/>
          </a:p>
        </p:txBody>
      </p:sp>
      <p:sp>
        <p:nvSpPr>
          <p:cNvPr id="1381" name="Rectangle 4">
            <a:extLst>
              <a:ext uri="{FF2B5EF4-FFF2-40B4-BE49-F238E27FC236}">
                <a16:creationId xmlns:a16="http://schemas.microsoft.com/office/drawing/2014/main" id="{2B56DBCD-3023-5046-62B4-A377B506D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093" y="8315980"/>
            <a:ext cx="37251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tkinson Hyperlegible" panose="020B0604020202020204" charset="0"/>
              </a:rPr>
              <a:t>SQL: Implementation code.</a:t>
            </a:r>
          </a:p>
          <a:p>
            <a:pPr eaLnBrk="0" fontAlgn="base" hangingPunct="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tkinson Hyperlegible" panose="020B0604020202020204" charset="0"/>
              </a:rPr>
              <a:t>Relational Algebra: Theoretical expression.</a:t>
            </a:r>
          </a:p>
          <a:p>
            <a:pPr eaLnBrk="0" fontAlgn="base" hangingPunct="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tkinson Hyperlegible" panose="020B0604020202020204" charset="0"/>
              </a:rPr>
              <a:t>Query Tree: Visual execution plan.</a:t>
            </a:r>
          </a:p>
        </p:txBody>
      </p:sp>
      <p:pic>
        <p:nvPicPr>
          <p:cNvPr id="1385" name="Picture 1384">
            <a:extLst>
              <a:ext uri="{FF2B5EF4-FFF2-40B4-BE49-F238E27FC236}">
                <a16:creationId xmlns:a16="http://schemas.microsoft.com/office/drawing/2014/main" id="{96683843-DF5E-0AA3-D8D0-EB00DC9F4E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9203" b="169203"/>
          <a:stretch>
            <a:fillRect/>
          </a:stretch>
        </p:blipFill>
        <p:spPr>
          <a:xfrm>
            <a:off x="240176" y="1881362"/>
            <a:ext cx="2243522" cy="591363"/>
          </a:xfrm>
          <a:prstGeom prst="rect">
            <a:avLst/>
          </a:prstGeom>
        </p:spPr>
      </p:pic>
      <p:pic>
        <p:nvPicPr>
          <p:cNvPr id="1386" name="Picture 1385">
            <a:extLst>
              <a:ext uri="{FF2B5EF4-FFF2-40B4-BE49-F238E27FC236}">
                <a16:creationId xmlns:a16="http://schemas.microsoft.com/office/drawing/2014/main" id="{5E4B71CC-82A8-6B5D-83C0-5A316796A2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3157" b="-153157"/>
          <a:stretch>
            <a:fillRect/>
          </a:stretch>
        </p:blipFill>
        <p:spPr>
          <a:xfrm>
            <a:off x="3078091" y="1875389"/>
            <a:ext cx="2243522" cy="591363"/>
          </a:xfrm>
          <a:prstGeom prst="rect">
            <a:avLst/>
          </a:prstGeom>
        </p:spPr>
      </p:pic>
      <p:pic>
        <p:nvPicPr>
          <p:cNvPr id="1387" name="Picture 1386">
            <a:extLst>
              <a:ext uri="{FF2B5EF4-FFF2-40B4-BE49-F238E27FC236}">
                <a16:creationId xmlns:a16="http://schemas.microsoft.com/office/drawing/2014/main" id="{3AE4BF0F-E0BD-84DC-8CC5-F9D97DDB39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34572" b="134572"/>
          <a:stretch>
            <a:fillRect/>
          </a:stretch>
        </p:blipFill>
        <p:spPr>
          <a:xfrm>
            <a:off x="6137737" y="2081897"/>
            <a:ext cx="2243522" cy="597460"/>
          </a:xfrm>
          <a:prstGeom prst="rect">
            <a:avLst/>
          </a:prstGeom>
        </p:spPr>
      </p:pic>
      <p:grpSp>
        <p:nvGrpSpPr>
          <p:cNvPr id="1388" name="Google Shape;1420;p52">
            <a:extLst>
              <a:ext uri="{FF2B5EF4-FFF2-40B4-BE49-F238E27FC236}">
                <a16:creationId xmlns:a16="http://schemas.microsoft.com/office/drawing/2014/main" id="{3BB07B56-0393-58C0-3EDE-AEED31B84492}"/>
              </a:ext>
            </a:extLst>
          </p:cNvPr>
          <p:cNvGrpSpPr/>
          <p:nvPr/>
        </p:nvGrpSpPr>
        <p:grpSpPr>
          <a:xfrm>
            <a:off x="1105533" y="-863787"/>
            <a:ext cx="548913" cy="548913"/>
            <a:chOff x="1485491" y="1793271"/>
            <a:chExt cx="922233" cy="922233"/>
          </a:xfrm>
        </p:grpSpPr>
        <p:grpSp>
          <p:nvGrpSpPr>
            <p:cNvPr id="1389" name="Google Shape;1421;p52">
              <a:extLst>
                <a:ext uri="{FF2B5EF4-FFF2-40B4-BE49-F238E27FC236}">
                  <a16:creationId xmlns:a16="http://schemas.microsoft.com/office/drawing/2014/main" id="{220850FD-92F7-961A-3B68-127167B68C11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1403" name="Google Shape;1422;p52">
                <a:extLst>
                  <a:ext uri="{FF2B5EF4-FFF2-40B4-BE49-F238E27FC236}">
                    <a16:creationId xmlns:a16="http://schemas.microsoft.com/office/drawing/2014/main" id="{8D68E13F-3E54-336B-D98B-0ABF5270CF13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23;p52">
                <a:extLst>
                  <a:ext uri="{FF2B5EF4-FFF2-40B4-BE49-F238E27FC236}">
                    <a16:creationId xmlns:a16="http://schemas.microsoft.com/office/drawing/2014/main" id="{A4842CE1-C5DD-C03C-99AD-C1E95F9E7A86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24;p52">
                <a:extLst>
                  <a:ext uri="{FF2B5EF4-FFF2-40B4-BE49-F238E27FC236}">
                    <a16:creationId xmlns:a16="http://schemas.microsoft.com/office/drawing/2014/main" id="{6104BA55-2A66-8465-5189-9126F8AAEB3D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25;p52">
                <a:extLst>
                  <a:ext uri="{FF2B5EF4-FFF2-40B4-BE49-F238E27FC236}">
                    <a16:creationId xmlns:a16="http://schemas.microsoft.com/office/drawing/2014/main" id="{2F1782FB-E273-0075-DC0D-81756611A178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26;p52">
                <a:extLst>
                  <a:ext uri="{FF2B5EF4-FFF2-40B4-BE49-F238E27FC236}">
                    <a16:creationId xmlns:a16="http://schemas.microsoft.com/office/drawing/2014/main" id="{E22A6728-4EB7-E68A-C003-41A61C393900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427;p52">
                <a:extLst>
                  <a:ext uri="{FF2B5EF4-FFF2-40B4-BE49-F238E27FC236}">
                    <a16:creationId xmlns:a16="http://schemas.microsoft.com/office/drawing/2014/main" id="{2950E587-87C6-E802-EEE5-17CE3725AFB3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28;p52">
                <a:extLst>
                  <a:ext uri="{FF2B5EF4-FFF2-40B4-BE49-F238E27FC236}">
                    <a16:creationId xmlns:a16="http://schemas.microsoft.com/office/drawing/2014/main" id="{0C75319B-7EDA-401A-966A-6810943D6F1D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29;p52">
                <a:extLst>
                  <a:ext uri="{FF2B5EF4-FFF2-40B4-BE49-F238E27FC236}">
                    <a16:creationId xmlns:a16="http://schemas.microsoft.com/office/drawing/2014/main" id="{F45A4878-E00D-0D68-ABE3-561EAF0A881E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30;p52">
                <a:extLst>
                  <a:ext uri="{FF2B5EF4-FFF2-40B4-BE49-F238E27FC236}">
                    <a16:creationId xmlns:a16="http://schemas.microsoft.com/office/drawing/2014/main" id="{6A6B57C1-2268-E4BB-3360-CA8C73E1FEB7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31;p52">
                <a:extLst>
                  <a:ext uri="{FF2B5EF4-FFF2-40B4-BE49-F238E27FC236}">
                    <a16:creationId xmlns:a16="http://schemas.microsoft.com/office/drawing/2014/main" id="{CFC4622B-6C65-03FF-29AE-D421DFDC7974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32;p52">
                <a:extLst>
                  <a:ext uri="{FF2B5EF4-FFF2-40B4-BE49-F238E27FC236}">
                    <a16:creationId xmlns:a16="http://schemas.microsoft.com/office/drawing/2014/main" id="{768066CE-D47B-7431-52AC-893E94AF2BB8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33;p52">
                <a:extLst>
                  <a:ext uri="{FF2B5EF4-FFF2-40B4-BE49-F238E27FC236}">
                    <a16:creationId xmlns:a16="http://schemas.microsoft.com/office/drawing/2014/main" id="{FB8E47C3-031A-085B-54D6-BC09B651D73B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0" name="Google Shape;1434;p52">
              <a:extLst>
                <a:ext uri="{FF2B5EF4-FFF2-40B4-BE49-F238E27FC236}">
                  <a16:creationId xmlns:a16="http://schemas.microsoft.com/office/drawing/2014/main" id="{412A5FA2-2AFD-97CF-53FD-7C4248F236B9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1391" name="Google Shape;1435;p52">
                <a:extLst>
                  <a:ext uri="{FF2B5EF4-FFF2-40B4-BE49-F238E27FC236}">
                    <a16:creationId xmlns:a16="http://schemas.microsoft.com/office/drawing/2014/main" id="{45016B00-46B5-F449-89B3-5CA7BB48014E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436;p52">
                <a:extLst>
                  <a:ext uri="{FF2B5EF4-FFF2-40B4-BE49-F238E27FC236}">
                    <a16:creationId xmlns:a16="http://schemas.microsoft.com/office/drawing/2014/main" id="{89E6A493-6A77-434B-39C9-7620CB5DE55E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437;p52">
                <a:extLst>
                  <a:ext uri="{FF2B5EF4-FFF2-40B4-BE49-F238E27FC236}">
                    <a16:creationId xmlns:a16="http://schemas.microsoft.com/office/drawing/2014/main" id="{798BA80C-C750-4A19-F2C0-3CF3B6E29E85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438;p52">
                <a:extLst>
                  <a:ext uri="{FF2B5EF4-FFF2-40B4-BE49-F238E27FC236}">
                    <a16:creationId xmlns:a16="http://schemas.microsoft.com/office/drawing/2014/main" id="{A3ED493C-4231-830E-DB5A-6776429C0B08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439;p52">
                <a:extLst>
                  <a:ext uri="{FF2B5EF4-FFF2-40B4-BE49-F238E27FC236}">
                    <a16:creationId xmlns:a16="http://schemas.microsoft.com/office/drawing/2014/main" id="{B9EC4A1F-8DA7-48E3-5DBE-230F8E411AFE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440;p52">
                <a:extLst>
                  <a:ext uri="{FF2B5EF4-FFF2-40B4-BE49-F238E27FC236}">
                    <a16:creationId xmlns:a16="http://schemas.microsoft.com/office/drawing/2014/main" id="{DAC3A21E-5689-B496-56E5-B912975758F6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441;p52">
                <a:extLst>
                  <a:ext uri="{FF2B5EF4-FFF2-40B4-BE49-F238E27FC236}">
                    <a16:creationId xmlns:a16="http://schemas.microsoft.com/office/drawing/2014/main" id="{56623CF3-DFF5-0D7C-F9B0-0582D85E9637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442;p52">
                <a:extLst>
                  <a:ext uri="{FF2B5EF4-FFF2-40B4-BE49-F238E27FC236}">
                    <a16:creationId xmlns:a16="http://schemas.microsoft.com/office/drawing/2014/main" id="{0F25889E-905B-DDDE-2F3B-9C1F387C8D00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443;p52">
                <a:extLst>
                  <a:ext uri="{FF2B5EF4-FFF2-40B4-BE49-F238E27FC236}">
                    <a16:creationId xmlns:a16="http://schemas.microsoft.com/office/drawing/2014/main" id="{E0A694A6-206D-D61B-414A-9F11EDBE9146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44;p52">
                <a:extLst>
                  <a:ext uri="{FF2B5EF4-FFF2-40B4-BE49-F238E27FC236}">
                    <a16:creationId xmlns:a16="http://schemas.microsoft.com/office/drawing/2014/main" id="{76BE2091-7AE8-EB13-1A6B-24ED7ABFC63C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45;p52">
                <a:extLst>
                  <a:ext uri="{FF2B5EF4-FFF2-40B4-BE49-F238E27FC236}">
                    <a16:creationId xmlns:a16="http://schemas.microsoft.com/office/drawing/2014/main" id="{EBAB2BE2-6F6E-7C3F-85BB-986A6D1F1A65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46;p52">
                <a:extLst>
                  <a:ext uri="{FF2B5EF4-FFF2-40B4-BE49-F238E27FC236}">
                    <a16:creationId xmlns:a16="http://schemas.microsoft.com/office/drawing/2014/main" id="{721CAFDA-CC9C-1A78-0B4F-9159AD641C35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14" name="Google Shape;1447;p52">
            <a:extLst>
              <a:ext uri="{FF2B5EF4-FFF2-40B4-BE49-F238E27FC236}">
                <a16:creationId xmlns:a16="http://schemas.microsoft.com/office/drawing/2014/main" id="{826A57E2-C5A8-AC53-FA48-E6DE65724A54}"/>
              </a:ext>
            </a:extLst>
          </p:cNvPr>
          <p:cNvGrpSpPr/>
          <p:nvPr/>
        </p:nvGrpSpPr>
        <p:grpSpPr>
          <a:xfrm>
            <a:off x="3863364" y="-2160967"/>
            <a:ext cx="672978" cy="548886"/>
            <a:chOff x="4104607" y="1938037"/>
            <a:chExt cx="953227" cy="777459"/>
          </a:xfrm>
        </p:grpSpPr>
        <p:grpSp>
          <p:nvGrpSpPr>
            <p:cNvPr id="1415" name="Google Shape;1448;p52">
              <a:extLst>
                <a:ext uri="{FF2B5EF4-FFF2-40B4-BE49-F238E27FC236}">
                  <a16:creationId xmlns:a16="http://schemas.microsoft.com/office/drawing/2014/main" id="{5039E0E8-6F6E-C622-4E02-39E75D415D6F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1422" name="Google Shape;1449;p52">
                <a:extLst>
                  <a:ext uri="{FF2B5EF4-FFF2-40B4-BE49-F238E27FC236}">
                    <a16:creationId xmlns:a16="http://schemas.microsoft.com/office/drawing/2014/main" id="{4D2ACB14-8BB4-7848-CE38-67378024115D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50;p52">
                <a:extLst>
                  <a:ext uri="{FF2B5EF4-FFF2-40B4-BE49-F238E27FC236}">
                    <a16:creationId xmlns:a16="http://schemas.microsoft.com/office/drawing/2014/main" id="{3D31E3B8-B36C-543D-E576-2F16A89EFBC6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51;p52">
                <a:extLst>
                  <a:ext uri="{FF2B5EF4-FFF2-40B4-BE49-F238E27FC236}">
                    <a16:creationId xmlns:a16="http://schemas.microsoft.com/office/drawing/2014/main" id="{92DCB8F8-B962-32D0-FBDA-8D68D1A9FD50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52;p52">
                <a:extLst>
                  <a:ext uri="{FF2B5EF4-FFF2-40B4-BE49-F238E27FC236}">
                    <a16:creationId xmlns:a16="http://schemas.microsoft.com/office/drawing/2014/main" id="{2D7782E5-2C8F-6434-4ECB-B3EC44B0464A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53;p52">
                <a:extLst>
                  <a:ext uri="{FF2B5EF4-FFF2-40B4-BE49-F238E27FC236}">
                    <a16:creationId xmlns:a16="http://schemas.microsoft.com/office/drawing/2014/main" id="{E0BA9B62-6465-643C-87FF-933DCBEF903D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6" name="Google Shape;1454;p52">
              <a:extLst>
                <a:ext uri="{FF2B5EF4-FFF2-40B4-BE49-F238E27FC236}">
                  <a16:creationId xmlns:a16="http://schemas.microsoft.com/office/drawing/2014/main" id="{7958B4DC-7F50-1948-7895-697A29AFBE99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1417" name="Google Shape;1455;p52">
                <a:extLst>
                  <a:ext uri="{FF2B5EF4-FFF2-40B4-BE49-F238E27FC236}">
                    <a16:creationId xmlns:a16="http://schemas.microsoft.com/office/drawing/2014/main" id="{79A85E87-F333-7744-AF55-2CC06A998437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56;p52">
                <a:extLst>
                  <a:ext uri="{FF2B5EF4-FFF2-40B4-BE49-F238E27FC236}">
                    <a16:creationId xmlns:a16="http://schemas.microsoft.com/office/drawing/2014/main" id="{E06C468D-9CE7-0F02-4961-732C6AB74ED9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57;p52">
                <a:extLst>
                  <a:ext uri="{FF2B5EF4-FFF2-40B4-BE49-F238E27FC236}">
                    <a16:creationId xmlns:a16="http://schemas.microsoft.com/office/drawing/2014/main" id="{2B9A7026-40E0-2870-0FDC-C4EC6A967BEC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58;p52">
                <a:extLst>
                  <a:ext uri="{FF2B5EF4-FFF2-40B4-BE49-F238E27FC236}">
                    <a16:creationId xmlns:a16="http://schemas.microsoft.com/office/drawing/2014/main" id="{99674E66-CB5C-A7C3-34D2-2F583E575BDC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59;p52">
                <a:extLst>
                  <a:ext uri="{FF2B5EF4-FFF2-40B4-BE49-F238E27FC236}">
                    <a16:creationId xmlns:a16="http://schemas.microsoft.com/office/drawing/2014/main" id="{7A97A966-2B1D-4E1B-DF21-A168381A4F5D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7" name="Google Shape;1460;p52">
            <a:extLst>
              <a:ext uri="{FF2B5EF4-FFF2-40B4-BE49-F238E27FC236}">
                <a16:creationId xmlns:a16="http://schemas.microsoft.com/office/drawing/2014/main" id="{359570E5-B5C3-0A57-1AC1-A7A2D9988ACF}"/>
              </a:ext>
            </a:extLst>
          </p:cNvPr>
          <p:cNvGrpSpPr/>
          <p:nvPr/>
        </p:nvGrpSpPr>
        <p:grpSpPr>
          <a:xfrm>
            <a:off x="6762974" y="-733038"/>
            <a:ext cx="672981" cy="662979"/>
            <a:chOff x="6802850" y="1938059"/>
            <a:chExt cx="789143" cy="777415"/>
          </a:xfrm>
        </p:grpSpPr>
        <p:grpSp>
          <p:nvGrpSpPr>
            <p:cNvPr id="1428" name="Google Shape;1461;p52">
              <a:extLst>
                <a:ext uri="{FF2B5EF4-FFF2-40B4-BE49-F238E27FC236}">
                  <a16:creationId xmlns:a16="http://schemas.microsoft.com/office/drawing/2014/main" id="{9BB16A00-EA14-F0DE-2680-8AD86B389B9E}"/>
                </a:ext>
              </a:extLst>
            </p:cNvPr>
            <p:cNvGrpSpPr/>
            <p:nvPr/>
          </p:nvGrpSpPr>
          <p:grpSpPr>
            <a:xfrm>
              <a:off x="6802850" y="1938059"/>
              <a:ext cx="789143" cy="777402"/>
              <a:chOff x="1190625" y="276625"/>
              <a:chExt cx="5219200" cy="5141550"/>
            </a:xfrm>
          </p:grpSpPr>
          <p:sp>
            <p:nvSpPr>
              <p:cNvPr id="1445" name="Google Shape;1462;p52">
                <a:extLst>
                  <a:ext uri="{FF2B5EF4-FFF2-40B4-BE49-F238E27FC236}">
                    <a16:creationId xmlns:a16="http://schemas.microsoft.com/office/drawing/2014/main" id="{246E5ED4-6FCC-B5DA-3FC0-D46DE07019F0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63;p52">
                <a:extLst>
                  <a:ext uri="{FF2B5EF4-FFF2-40B4-BE49-F238E27FC236}">
                    <a16:creationId xmlns:a16="http://schemas.microsoft.com/office/drawing/2014/main" id="{CD6FB9E5-781C-52F4-C0D4-7472ED645B02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64;p52">
                <a:extLst>
                  <a:ext uri="{FF2B5EF4-FFF2-40B4-BE49-F238E27FC236}">
                    <a16:creationId xmlns:a16="http://schemas.microsoft.com/office/drawing/2014/main" id="{A469DF15-83E4-995B-A90E-74927DEE7650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65;p52">
                <a:extLst>
                  <a:ext uri="{FF2B5EF4-FFF2-40B4-BE49-F238E27FC236}">
                    <a16:creationId xmlns:a16="http://schemas.microsoft.com/office/drawing/2014/main" id="{390186FB-AB57-2D33-BE60-041FA421D73E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66;p52">
                <a:extLst>
                  <a:ext uri="{FF2B5EF4-FFF2-40B4-BE49-F238E27FC236}">
                    <a16:creationId xmlns:a16="http://schemas.microsoft.com/office/drawing/2014/main" id="{9C4E120E-0A27-2DF9-7E44-C9C5C03206AC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67;p52">
                <a:extLst>
                  <a:ext uri="{FF2B5EF4-FFF2-40B4-BE49-F238E27FC236}">
                    <a16:creationId xmlns:a16="http://schemas.microsoft.com/office/drawing/2014/main" id="{B531A22E-BEA2-A244-EA2B-8DDF8B8D44D3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68;p52">
                <a:extLst>
                  <a:ext uri="{FF2B5EF4-FFF2-40B4-BE49-F238E27FC236}">
                    <a16:creationId xmlns:a16="http://schemas.microsoft.com/office/drawing/2014/main" id="{D18F9DA5-A7ED-CDF1-E19B-E06A6609CE16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69;p52">
                <a:extLst>
                  <a:ext uri="{FF2B5EF4-FFF2-40B4-BE49-F238E27FC236}">
                    <a16:creationId xmlns:a16="http://schemas.microsoft.com/office/drawing/2014/main" id="{68D73B2C-3877-2C9B-D6F1-BCE089698232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70;p52">
                <a:extLst>
                  <a:ext uri="{FF2B5EF4-FFF2-40B4-BE49-F238E27FC236}">
                    <a16:creationId xmlns:a16="http://schemas.microsoft.com/office/drawing/2014/main" id="{FA83F9D9-B8B1-6597-279A-792FB74E66FF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71;p52">
                <a:extLst>
                  <a:ext uri="{FF2B5EF4-FFF2-40B4-BE49-F238E27FC236}">
                    <a16:creationId xmlns:a16="http://schemas.microsoft.com/office/drawing/2014/main" id="{6BE1B90F-F5C0-8E80-A67F-F039791361A3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72;p52">
                <a:extLst>
                  <a:ext uri="{FF2B5EF4-FFF2-40B4-BE49-F238E27FC236}">
                    <a16:creationId xmlns:a16="http://schemas.microsoft.com/office/drawing/2014/main" id="{49F82536-5FEC-7AE3-52F7-57A985FD5094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73;p52">
                <a:extLst>
                  <a:ext uri="{FF2B5EF4-FFF2-40B4-BE49-F238E27FC236}">
                    <a16:creationId xmlns:a16="http://schemas.microsoft.com/office/drawing/2014/main" id="{69956FC6-C6FD-1FF0-ED25-AAD58A131D20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74;p52">
                <a:extLst>
                  <a:ext uri="{FF2B5EF4-FFF2-40B4-BE49-F238E27FC236}">
                    <a16:creationId xmlns:a16="http://schemas.microsoft.com/office/drawing/2014/main" id="{380959E7-36E7-FE0E-646C-D3E6CCF25823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75;p52">
                <a:extLst>
                  <a:ext uri="{FF2B5EF4-FFF2-40B4-BE49-F238E27FC236}">
                    <a16:creationId xmlns:a16="http://schemas.microsoft.com/office/drawing/2014/main" id="{F27370A5-78CD-F4A7-0D87-CC3745641D0E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76;p52">
                <a:extLst>
                  <a:ext uri="{FF2B5EF4-FFF2-40B4-BE49-F238E27FC236}">
                    <a16:creationId xmlns:a16="http://schemas.microsoft.com/office/drawing/2014/main" id="{F12FEF35-7399-AE96-985C-31518F41953B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9" name="Google Shape;1477;p52">
              <a:extLst>
                <a:ext uri="{FF2B5EF4-FFF2-40B4-BE49-F238E27FC236}">
                  <a16:creationId xmlns:a16="http://schemas.microsoft.com/office/drawing/2014/main" id="{BF394C24-5635-00AC-9703-9D27F106D785}"/>
                </a:ext>
              </a:extLst>
            </p:cNvPr>
            <p:cNvGrpSpPr/>
            <p:nvPr/>
          </p:nvGrpSpPr>
          <p:grpSpPr>
            <a:xfrm>
              <a:off x="6802850" y="1938071"/>
              <a:ext cx="789143" cy="777402"/>
              <a:chOff x="1190625" y="276625"/>
              <a:chExt cx="5219200" cy="5141550"/>
            </a:xfrm>
          </p:grpSpPr>
          <p:sp>
            <p:nvSpPr>
              <p:cNvPr id="1430" name="Google Shape;1478;p52">
                <a:extLst>
                  <a:ext uri="{FF2B5EF4-FFF2-40B4-BE49-F238E27FC236}">
                    <a16:creationId xmlns:a16="http://schemas.microsoft.com/office/drawing/2014/main" id="{3141F444-14FD-F872-DF82-37F4624F7627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79;p52">
                <a:extLst>
                  <a:ext uri="{FF2B5EF4-FFF2-40B4-BE49-F238E27FC236}">
                    <a16:creationId xmlns:a16="http://schemas.microsoft.com/office/drawing/2014/main" id="{A2A000ED-0DD0-99F5-CEC9-A308527D654F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80;p52">
                <a:extLst>
                  <a:ext uri="{FF2B5EF4-FFF2-40B4-BE49-F238E27FC236}">
                    <a16:creationId xmlns:a16="http://schemas.microsoft.com/office/drawing/2014/main" id="{E1CF3960-1753-9729-CCA5-8E860324C9CC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81;p52">
                <a:extLst>
                  <a:ext uri="{FF2B5EF4-FFF2-40B4-BE49-F238E27FC236}">
                    <a16:creationId xmlns:a16="http://schemas.microsoft.com/office/drawing/2014/main" id="{A2C8159D-5544-9C41-AA5B-4665DDF4C32B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82;p52">
                <a:extLst>
                  <a:ext uri="{FF2B5EF4-FFF2-40B4-BE49-F238E27FC236}">
                    <a16:creationId xmlns:a16="http://schemas.microsoft.com/office/drawing/2014/main" id="{85D56FC8-EB76-7DD9-C5AA-4E4DEAFF1135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83;p52">
                <a:extLst>
                  <a:ext uri="{FF2B5EF4-FFF2-40B4-BE49-F238E27FC236}">
                    <a16:creationId xmlns:a16="http://schemas.microsoft.com/office/drawing/2014/main" id="{61B6C4A3-0520-01FC-82BA-AD1192748494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84;p52">
                <a:extLst>
                  <a:ext uri="{FF2B5EF4-FFF2-40B4-BE49-F238E27FC236}">
                    <a16:creationId xmlns:a16="http://schemas.microsoft.com/office/drawing/2014/main" id="{BAEB9B7D-679B-64A1-4A3A-C2FF052ECFD8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85;p52">
                <a:extLst>
                  <a:ext uri="{FF2B5EF4-FFF2-40B4-BE49-F238E27FC236}">
                    <a16:creationId xmlns:a16="http://schemas.microsoft.com/office/drawing/2014/main" id="{D1586AF3-2ED7-E447-C5AE-B4432A0DCF18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86;p52">
                <a:extLst>
                  <a:ext uri="{FF2B5EF4-FFF2-40B4-BE49-F238E27FC236}">
                    <a16:creationId xmlns:a16="http://schemas.microsoft.com/office/drawing/2014/main" id="{D44AB418-C834-083F-03C8-1045C4A1F4C9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87;p52">
                <a:extLst>
                  <a:ext uri="{FF2B5EF4-FFF2-40B4-BE49-F238E27FC236}">
                    <a16:creationId xmlns:a16="http://schemas.microsoft.com/office/drawing/2014/main" id="{C8D38970-D87C-F88A-8C73-E096E6F3DC3E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88;p52">
                <a:extLst>
                  <a:ext uri="{FF2B5EF4-FFF2-40B4-BE49-F238E27FC236}">
                    <a16:creationId xmlns:a16="http://schemas.microsoft.com/office/drawing/2014/main" id="{B23B1494-A81B-007C-3989-5179BBD71CF8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89;p52">
                <a:extLst>
                  <a:ext uri="{FF2B5EF4-FFF2-40B4-BE49-F238E27FC236}">
                    <a16:creationId xmlns:a16="http://schemas.microsoft.com/office/drawing/2014/main" id="{C73F4905-2945-24A6-C523-28A240DFFE6A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90;p52">
                <a:extLst>
                  <a:ext uri="{FF2B5EF4-FFF2-40B4-BE49-F238E27FC236}">
                    <a16:creationId xmlns:a16="http://schemas.microsoft.com/office/drawing/2014/main" id="{19AFCDBC-3102-A22E-E676-16E526E0A226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91;p52">
                <a:extLst>
                  <a:ext uri="{FF2B5EF4-FFF2-40B4-BE49-F238E27FC236}">
                    <a16:creationId xmlns:a16="http://schemas.microsoft.com/office/drawing/2014/main" id="{B193D8B0-5337-28E3-DF35-2FF6FDC864AB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92;p52">
                <a:extLst>
                  <a:ext uri="{FF2B5EF4-FFF2-40B4-BE49-F238E27FC236}">
                    <a16:creationId xmlns:a16="http://schemas.microsoft.com/office/drawing/2014/main" id="{3D297CB1-657F-D74F-0572-A96E4390A20A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463" name="Picture 1462">
            <a:extLst>
              <a:ext uri="{FF2B5EF4-FFF2-40B4-BE49-F238E27FC236}">
                <a16:creationId xmlns:a16="http://schemas.microsoft.com/office/drawing/2014/main" id="{142FC31A-A482-D68A-AB6A-7953F875A4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948894" y="-99943"/>
            <a:ext cx="3481118" cy="816935"/>
          </a:xfrm>
          <a:prstGeom prst="rect">
            <a:avLst/>
          </a:prstGeom>
        </p:spPr>
      </p:pic>
      <p:sp>
        <p:nvSpPr>
          <p:cNvPr id="1464" name="Google Shape;1406;p51">
            <a:extLst>
              <a:ext uri="{FF2B5EF4-FFF2-40B4-BE49-F238E27FC236}">
                <a16:creationId xmlns:a16="http://schemas.microsoft.com/office/drawing/2014/main" id="{CF4EEE92-8223-904D-3B7F-BF2EB3527ED0}"/>
              </a:ext>
            </a:extLst>
          </p:cNvPr>
          <p:cNvSpPr/>
          <p:nvPr/>
        </p:nvSpPr>
        <p:spPr>
          <a:xfrm rot="1512723">
            <a:off x="6662888" y="-1367105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08;p51">
            <a:extLst>
              <a:ext uri="{FF2B5EF4-FFF2-40B4-BE49-F238E27FC236}">
                <a16:creationId xmlns:a16="http://schemas.microsoft.com/office/drawing/2014/main" id="{741F3C4B-C33C-7202-F80D-0C06B484E9EB}"/>
              </a:ext>
            </a:extLst>
          </p:cNvPr>
          <p:cNvSpPr/>
          <p:nvPr/>
        </p:nvSpPr>
        <p:spPr>
          <a:xfrm rot="18811343">
            <a:off x="4452020" y="-2051345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6" name="Picture 1465">
            <a:extLst>
              <a:ext uri="{FF2B5EF4-FFF2-40B4-BE49-F238E27FC236}">
                <a16:creationId xmlns:a16="http://schemas.microsoft.com/office/drawing/2014/main" id="{47F0D4E8-6D01-8E74-3569-FA93CA9223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5393" y="2647513"/>
            <a:ext cx="3017782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4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988C"/>
        </a:solidFill>
        <a:effectLst/>
      </p:bgPr>
    </p:bg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676DF8-6AB5-BEB7-7C6A-9CA89CF8E220}"/>
              </a:ext>
            </a:extLst>
          </p:cNvPr>
          <p:cNvSpPr/>
          <p:nvPr/>
        </p:nvSpPr>
        <p:spPr>
          <a:xfrm>
            <a:off x="-863600" y="-711200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5" name="Google Shape;1415;p52"/>
          <p:cNvSpPr txBox="1">
            <a:spLocks noGrp="1"/>
          </p:cNvSpPr>
          <p:nvPr>
            <p:ph type="subTitle" idx="1"/>
          </p:nvPr>
        </p:nvSpPr>
        <p:spPr>
          <a:xfrm>
            <a:off x="258737" y="2712154"/>
            <a:ext cx="2242500" cy="10605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600" dirty="0"/>
              <a:t>Show how the system retrieves, filters, and processes data for web features.</a:t>
            </a:r>
            <a:endParaRPr lang="en-US" sz="1600" dirty="0">
              <a:solidFill>
                <a:srgbClr val="191919"/>
              </a:solidFill>
              <a:latin typeface="Atkinson Hyperlegible" panose="020B0604020202020204" charset="0"/>
            </a:endParaRPr>
          </a:p>
        </p:txBody>
      </p:sp>
      <p:sp>
        <p:nvSpPr>
          <p:cNvPr id="1417" name="Google Shape;1417;p52"/>
          <p:cNvSpPr txBox="1">
            <a:spLocks noGrp="1"/>
          </p:cNvSpPr>
          <p:nvPr>
            <p:ph type="subTitle" idx="3"/>
          </p:nvPr>
        </p:nvSpPr>
        <p:spPr>
          <a:xfrm>
            <a:off x="2734345" y="2550238"/>
            <a:ext cx="2892297" cy="15622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User Authentication</a:t>
            </a:r>
          </a:p>
          <a:p>
            <a:pPr algn="l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Doctor/Patient Dashboards.</a:t>
            </a:r>
          </a:p>
          <a:p>
            <a:pPr algn="l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Blood Inventory Management &amp; Statistical Reporting</a:t>
            </a:r>
            <a:endParaRPr sz="1600" dirty="0"/>
          </a:p>
        </p:txBody>
      </p:sp>
      <p:grpSp>
        <p:nvGrpSpPr>
          <p:cNvPr id="1420" name="Google Shape;1420;p52"/>
          <p:cNvGrpSpPr/>
          <p:nvPr/>
        </p:nvGrpSpPr>
        <p:grpSpPr>
          <a:xfrm>
            <a:off x="1105533" y="1065492"/>
            <a:ext cx="548913" cy="548913"/>
            <a:chOff x="1485491" y="1793271"/>
            <a:chExt cx="922233" cy="922233"/>
          </a:xfrm>
        </p:grpSpPr>
        <p:grpSp>
          <p:nvGrpSpPr>
            <p:cNvPr id="1421" name="Google Shape;1421;p52"/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1422" name="Google Shape;1422;p52"/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52"/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52"/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52"/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52"/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52"/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52"/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52"/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52"/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52"/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52"/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52"/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4" name="Google Shape;1434;p52"/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1435" name="Google Shape;1435;p52"/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52"/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52"/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52"/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52"/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52"/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52"/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52"/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52"/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52"/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52"/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52"/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47" name="Google Shape;1447;p52"/>
          <p:cNvGrpSpPr/>
          <p:nvPr/>
        </p:nvGrpSpPr>
        <p:grpSpPr>
          <a:xfrm>
            <a:off x="3863364" y="1065492"/>
            <a:ext cx="672978" cy="548886"/>
            <a:chOff x="4104607" y="1938037"/>
            <a:chExt cx="953227" cy="777459"/>
          </a:xfrm>
        </p:grpSpPr>
        <p:grpSp>
          <p:nvGrpSpPr>
            <p:cNvPr id="1448" name="Google Shape;1448;p52"/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1449" name="Google Shape;1449;p52"/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52"/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2"/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2"/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2"/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4" name="Google Shape;1454;p52"/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1455" name="Google Shape;1455;p52"/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2"/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52"/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52"/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2"/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0" name="Google Shape;1460;p52"/>
          <p:cNvGrpSpPr/>
          <p:nvPr/>
        </p:nvGrpSpPr>
        <p:grpSpPr>
          <a:xfrm>
            <a:off x="6762974" y="998771"/>
            <a:ext cx="672981" cy="662979"/>
            <a:chOff x="6802850" y="1938059"/>
            <a:chExt cx="789143" cy="777415"/>
          </a:xfrm>
        </p:grpSpPr>
        <p:grpSp>
          <p:nvGrpSpPr>
            <p:cNvPr id="1461" name="Google Shape;1461;p52"/>
            <p:cNvGrpSpPr/>
            <p:nvPr/>
          </p:nvGrpSpPr>
          <p:grpSpPr>
            <a:xfrm>
              <a:off x="6802850" y="1938059"/>
              <a:ext cx="789143" cy="777402"/>
              <a:chOff x="1190625" y="276625"/>
              <a:chExt cx="5219200" cy="5141550"/>
            </a:xfrm>
          </p:grpSpPr>
          <p:sp>
            <p:nvSpPr>
              <p:cNvPr id="1462" name="Google Shape;1462;p52"/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2"/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2"/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52"/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52"/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2"/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2"/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2"/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2"/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2"/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52"/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52"/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2"/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2"/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2"/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7" name="Google Shape;1477;p52"/>
            <p:cNvGrpSpPr/>
            <p:nvPr/>
          </p:nvGrpSpPr>
          <p:grpSpPr>
            <a:xfrm>
              <a:off x="6802850" y="1938071"/>
              <a:ext cx="789143" cy="777402"/>
              <a:chOff x="1190625" y="276625"/>
              <a:chExt cx="5219200" cy="5141550"/>
            </a:xfrm>
          </p:grpSpPr>
          <p:sp>
            <p:nvSpPr>
              <p:cNvPr id="1478" name="Google Shape;1478;p52"/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2"/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2"/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2"/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52"/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52"/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2"/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2"/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2"/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2"/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2"/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2"/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2"/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2"/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52"/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A93834FE-1351-7468-1893-2AAB10E0A878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5416093" y="2562093"/>
            <a:ext cx="37251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latinLnBrk="0" hangingPunct="0">
              <a:buClr>
                <a:schemeClr val="accent4"/>
              </a:buClr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tkinson Hyperlegible" panose="020B0604020202020204" charset="0"/>
              </a:rPr>
              <a:t>SQL: Implementation code.</a:t>
            </a:r>
          </a:p>
          <a:p>
            <a:pPr lvl="0" algn="l" defTabSz="914400" eaLnBrk="0" fontAlgn="base" latinLnBrk="0" hangingPunct="0">
              <a:buClr>
                <a:schemeClr val="accent4"/>
              </a:buClr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tkinson Hyperlegible" panose="020B0604020202020204" charset="0"/>
              </a:rPr>
              <a:t>Relational Algebra: Theoretical expression.</a:t>
            </a:r>
          </a:p>
          <a:p>
            <a:pPr lvl="0" algn="l" defTabSz="914400" eaLnBrk="0" fontAlgn="base" latinLnBrk="0" hangingPunct="0">
              <a:buClr>
                <a:schemeClr val="accent4"/>
              </a:buClr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tkinson Hyperlegible" panose="020B0604020202020204" charset="0"/>
              </a:rPr>
              <a:t>Query Tree: Visual execution plan.</a:t>
            </a:r>
          </a:p>
        </p:txBody>
      </p:sp>
      <p:sp>
        <p:nvSpPr>
          <p:cNvPr id="8" name="Google Shape;1406;p51">
            <a:extLst>
              <a:ext uri="{FF2B5EF4-FFF2-40B4-BE49-F238E27FC236}">
                <a16:creationId xmlns:a16="http://schemas.microsoft.com/office/drawing/2014/main" id="{AFFE2044-5E01-FE08-EC11-E99B4DA1FA9C}"/>
              </a:ext>
            </a:extLst>
          </p:cNvPr>
          <p:cNvSpPr/>
          <p:nvPr/>
        </p:nvSpPr>
        <p:spPr>
          <a:xfrm rot="1512723">
            <a:off x="443923" y="450662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408;p51">
            <a:extLst>
              <a:ext uri="{FF2B5EF4-FFF2-40B4-BE49-F238E27FC236}">
                <a16:creationId xmlns:a16="http://schemas.microsoft.com/office/drawing/2014/main" id="{FE1F18B7-2BB8-48AE-41AD-BEAEF311A0AA}"/>
              </a:ext>
            </a:extLst>
          </p:cNvPr>
          <p:cNvSpPr/>
          <p:nvPr/>
        </p:nvSpPr>
        <p:spPr>
          <a:xfrm rot="18811343">
            <a:off x="8499090" y="306204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0" name="Picture 1689">
            <a:extLst>
              <a:ext uri="{FF2B5EF4-FFF2-40B4-BE49-F238E27FC236}">
                <a16:creationId xmlns:a16="http://schemas.microsoft.com/office/drawing/2014/main" id="{8C530D2F-3B00-053E-F868-38A3792CF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8653">
            <a:off x="9634585" y="611010"/>
            <a:ext cx="2822693" cy="2566638"/>
          </a:xfrm>
          <a:prstGeom prst="rect">
            <a:avLst/>
          </a:prstGeom>
        </p:spPr>
      </p:pic>
      <p:pic>
        <p:nvPicPr>
          <p:cNvPr id="1691" name="Picture 1690">
            <a:extLst>
              <a:ext uri="{FF2B5EF4-FFF2-40B4-BE49-F238E27FC236}">
                <a16:creationId xmlns:a16="http://schemas.microsoft.com/office/drawing/2014/main" id="{1CC1525B-94AF-3ADB-FBF7-894B09F1C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8925">
            <a:off x="4145156" y="6293341"/>
            <a:ext cx="3664014" cy="2292295"/>
          </a:xfrm>
          <a:prstGeom prst="rect">
            <a:avLst/>
          </a:prstGeom>
        </p:spPr>
      </p:pic>
      <p:pic>
        <p:nvPicPr>
          <p:cNvPr id="1693" name="Picture 1692">
            <a:extLst>
              <a:ext uri="{FF2B5EF4-FFF2-40B4-BE49-F238E27FC236}">
                <a16:creationId xmlns:a16="http://schemas.microsoft.com/office/drawing/2014/main" id="{B3942E94-991F-53CC-36C0-352A705C44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41764" r="141764"/>
          <a:stretch>
            <a:fillRect/>
          </a:stretch>
        </p:blipFill>
        <p:spPr>
          <a:xfrm>
            <a:off x="898851" y="1303672"/>
            <a:ext cx="2822693" cy="2536156"/>
          </a:xfrm>
          <a:prstGeom prst="rect">
            <a:avLst/>
          </a:prstGeom>
        </p:spPr>
      </p:pic>
      <p:pic>
        <p:nvPicPr>
          <p:cNvPr id="1696" name="Picture 1695">
            <a:extLst>
              <a:ext uri="{FF2B5EF4-FFF2-40B4-BE49-F238E27FC236}">
                <a16:creationId xmlns:a16="http://schemas.microsoft.com/office/drawing/2014/main" id="{B9A17BB3-6319-4241-A8EE-A203B38AE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176" y="1881362"/>
            <a:ext cx="2243522" cy="591363"/>
          </a:xfrm>
          <a:prstGeom prst="rect">
            <a:avLst/>
          </a:prstGeom>
        </p:spPr>
      </p:pic>
      <p:pic>
        <p:nvPicPr>
          <p:cNvPr id="1698" name="Picture 1697">
            <a:extLst>
              <a:ext uri="{FF2B5EF4-FFF2-40B4-BE49-F238E27FC236}">
                <a16:creationId xmlns:a16="http://schemas.microsoft.com/office/drawing/2014/main" id="{5A45FCEE-EC63-90F0-7244-86DD78E52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091" y="1875389"/>
            <a:ext cx="2243522" cy="591363"/>
          </a:xfrm>
          <a:prstGeom prst="rect">
            <a:avLst/>
          </a:prstGeom>
        </p:spPr>
      </p:pic>
      <p:pic>
        <p:nvPicPr>
          <p:cNvPr id="1699" name="Picture 1698">
            <a:extLst>
              <a:ext uri="{FF2B5EF4-FFF2-40B4-BE49-F238E27FC236}">
                <a16:creationId xmlns:a16="http://schemas.microsoft.com/office/drawing/2014/main" id="{6B0FD1AE-607B-9B9B-8974-77F3503F4D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1627" y="1855146"/>
            <a:ext cx="2243522" cy="597460"/>
          </a:xfrm>
          <a:prstGeom prst="rect">
            <a:avLst/>
          </a:prstGeom>
        </p:spPr>
      </p:pic>
      <p:pic>
        <p:nvPicPr>
          <p:cNvPr id="1707" name="Picture 1706">
            <a:extLst>
              <a:ext uri="{FF2B5EF4-FFF2-40B4-BE49-F238E27FC236}">
                <a16:creationId xmlns:a16="http://schemas.microsoft.com/office/drawing/2014/main" id="{BC56896E-C652-2EE1-A372-4003E06972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996" y="-99943"/>
            <a:ext cx="3481118" cy="816935"/>
          </a:xfrm>
          <a:prstGeom prst="rect">
            <a:avLst/>
          </a:prstGeom>
        </p:spPr>
      </p:pic>
      <p:grpSp>
        <p:nvGrpSpPr>
          <p:cNvPr id="1710" name="Google Shape;2807;p78">
            <a:extLst>
              <a:ext uri="{FF2B5EF4-FFF2-40B4-BE49-F238E27FC236}">
                <a16:creationId xmlns:a16="http://schemas.microsoft.com/office/drawing/2014/main" id="{D03CCCD2-E6DB-8CE6-4887-5FB3C0285035}"/>
              </a:ext>
            </a:extLst>
          </p:cNvPr>
          <p:cNvGrpSpPr/>
          <p:nvPr/>
        </p:nvGrpSpPr>
        <p:grpSpPr>
          <a:xfrm>
            <a:off x="-6692870" y="1492743"/>
            <a:ext cx="5211606" cy="2937338"/>
            <a:chOff x="4713525" y="1695825"/>
            <a:chExt cx="2976300" cy="2059200"/>
          </a:xfrm>
        </p:grpSpPr>
        <p:sp>
          <p:nvSpPr>
            <p:cNvPr id="1711" name="Google Shape;2808;p78">
              <a:extLst>
                <a:ext uri="{FF2B5EF4-FFF2-40B4-BE49-F238E27FC236}">
                  <a16:creationId xmlns:a16="http://schemas.microsoft.com/office/drawing/2014/main" id="{A9CA7CE6-FCDD-566F-E045-0129C0EA8EE1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043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2809;p78">
              <a:extLst>
                <a:ext uri="{FF2B5EF4-FFF2-40B4-BE49-F238E27FC236}">
                  <a16:creationId xmlns:a16="http://schemas.microsoft.com/office/drawing/2014/main" id="{BE19CF66-0CEE-61F9-DC30-24F0084387B5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87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2810;p78">
              <a:extLst>
                <a:ext uri="{FF2B5EF4-FFF2-40B4-BE49-F238E27FC236}">
                  <a16:creationId xmlns:a16="http://schemas.microsoft.com/office/drawing/2014/main" id="{66245853-A3ED-9132-A36A-0AD00C66B091}"/>
                </a:ext>
              </a:extLst>
            </p:cNvPr>
            <p:cNvSpPr/>
            <p:nvPr/>
          </p:nvSpPr>
          <p:spPr>
            <a:xfrm>
              <a:off x="6137475" y="3524150"/>
              <a:ext cx="128400" cy="12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4" name="Google Shape;2811;p78">
            <a:extLst>
              <a:ext uri="{FF2B5EF4-FFF2-40B4-BE49-F238E27FC236}">
                <a16:creationId xmlns:a16="http://schemas.microsoft.com/office/drawing/2014/main" id="{0CE63F7B-3831-5FD8-A4F2-76D86AE33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036072" y="484673"/>
            <a:ext cx="40426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BASIC RETRIVAL</a:t>
            </a:r>
            <a:endParaRPr dirty="0"/>
          </a:p>
        </p:txBody>
      </p:sp>
      <p:sp>
        <p:nvSpPr>
          <p:cNvPr id="1715" name="TextBox 1714">
            <a:extLst>
              <a:ext uri="{FF2B5EF4-FFF2-40B4-BE49-F238E27FC236}">
                <a16:creationId xmlns:a16="http://schemas.microsoft.com/office/drawing/2014/main" id="{8C4B3F54-7B58-D25C-902F-D4C63513D2E3}"/>
              </a:ext>
            </a:extLst>
          </p:cNvPr>
          <p:cNvSpPr txBox="1"/>
          <p:nvPr/>
        </p:nvSpPr>
        <p:spPr>
          <a:xfrm>
            <a:off x="-10258941" y="3384857"/>
            <a:ext cx="3330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tkinson Hyperlegible" panose="020B0604020202020204" charset="0"/>
              </a:rPr>
              <a:t>User information on login: </a:t>
            </a:r>
            <a:r>
              <a:rPr lang="en-US" sz="1800" dirty="0">
                <a:latin typeface="Atkinson Hyperlegible" panose="020B0604020202020204" charset="0"/>
              </a:rPr>
              <a:t>retrieve data from a single table with specific filtering conditions</a:t>
            </a:r>
          </a:p>
        </p:txBody>
      </p:sp>
      <p:sp>
        <p:nvSpPr>
          <p:cNvPr id="1716" name="TextBox 1715">
            <a:extLst>
              <a:ext uri="{FF2B5EF4-FFF2-40B4-BE49-F238E27FC236}">
                <a16:creationId xmlns:a16="http://schemas.microsoft.com/office/drawing/2014/main" id="{00161B41-B561-5DFE-CA77-8CE923B06E15}"/>
              </a:ext>
            </a:extLst>
          </p:cNvPr>
          <p:cNvSpPr txBox="1"/>
          <p:nvPr/>
        </p:nvSpPr>
        <p:spPr>
          <a:xfrm>
            <a:off x="-10258941" y="1139390"/>
            <a:ext cx="31474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tkinson Hyperlegible" panose="020B0604020202020204" charset="0"/>
              </a:rPr>
              <a:t>Patient’s request history: </a:t>
            </a:r>
            <a:r>
              <a:rPr lang="en-US" sz="1800" dirty="0">
                <a:latin typeface="Atkinson Hyperlegible" panose="020B0604020202020204" charset="0"/>
              </a:rPr>
              <a:t>retrieve data from a single table with specific filtering access the blood request history of a specific patient, helping them track the status of the request.</a:t>
            </a:r>
          </a:p>
        </p:txBody>
      </p:sp>
      <p:sp>
        <p:nvSpPr>
          <p:cNvPr id="1717" name="Flowchart: Alternate Process 1716">
            <a:extLst>
              <a:ext uri="{FF2B5EF4-FFF2-40B4-BE49-F238E27FC236}">
                <a16:creationId xmlns:a16="http://schemas.microsoft.com/office/drawing/2014/main" id="{B652C26C-4B5F-D5B3-BC68-725A3D59128D}"/>
              </a:ext>
            </a:extLst>
          </p:cNvPr>
          <p:cNvSpPr/>
          <p:nvPr/>
        </p:nvSpPr>
        <p:spPr>
          <a:xfrm>
            <a:off x="-6515334" y="1588313"/>
            <a:ext cx="4856533" cy="2396708"/>
          </a:xfrm>
          <a:prstGeom prst="flowChartAlternateProcess">
            <a:avLst/>
          </a:prstGeom>
          <a:blipFill>
            <a:blip r:embed="rId10"/>
            <a:stretch>
              <a:fillRect t="643" b="-643"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18" name="Picture 1717">
            <a:extLst>
              <a:ext uri="{FF2B5EF4-FFF2-40B4-BE49-F238E27FC236}">
                <a16:creationId xmlns:a16="http://schemas.microsoft.com/office/drawing/2014/main" id="{CD0AADC6-1EDD-82D4-9AC8-C9541920C0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41764" r="141764"/>
          <a:stretch>
            <a:fillRect/>
          </a:stretch>
        </p:blipFill>
        <p:spPr>
          <a:xfrm>
            <a:off x="-9531153" y="1456072"/>
            <a:ext cx="2822693" cy="2536156"/>
          </a:xfrm>
          <a:prstGeom prst="rect">
            <a:avLst/>
          </a:prstGeom>
        </p:spPr>
      </p:pic>
      <p:grpSp>
        <p:nvGrpSpPr>
          <p:cNvPr id="1719" name="Group 1718">
            <a:extLst>
              <a:ext uri="{FF2B5EF4-FFF2-40B4-BE49-F238E27FC236}">
                <a16:creationId xmlns:a16="http://schemas.microsoft.com/office/drawing/2014/main" id="{6F9DA71F-E220-DDCA-B2C5-905184FADF22}"/>
              </a:ext>
            </a:extLst>
          </p:cNvPr>
          <p:cNvGrpSpPr/>
          <p:nvPr/>
        </p:nvGrpSpPr>
        <p:grpSpPr>
          <a:xfrm>
            <a:off x="-10886956" y="-760494"/>
            <a:ext cx="9083360" cy="6426200"/>
            <a:chOff x="-5638259" y="-259695"/>
            <a:chExt cx="8685719" cy="5643564"/>
          </a:xfrm>
        </p:grpSpPr>
        <p:sp>
          <p:nvSpPr>
            <p:cNvPr id="1720" name="Flowchart: Stored Data 1719">
              <a:extLst>
                <a:ext uri="{FF2B5EF4-FFF2-40B4-BE49-F238E27FC236}">
                  <a16:creationId xmlns:a16="http://schemas.microsoft.com/office/drawing/2014/main" id="{1ED982D5-4318-DDE4-B584-4CFE23870578}"/>
                </a:ext>
              </a:extLst>
            </p:cNvPr>
            <p:cNvSpPr/>
            <p:nvPr/>
          </p:nvSpPr>
          <p:spPr>
            <a:xfrm rot="10800000">
              <a:off x="-3581399" y="-259424"/>
              <a:ext cx="2514059" cy="5636941"/>
            </a:xfrm>
            <a:prstGeom prst="flowChartOnlineStorage">
              <a:avLst/>
            </a:prstGeom>
            <a:solidFill>
              <a:srgbClr val="B0D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FC9E2"/>
                </a:solidFill>
              </a:endParaRPr>
            </a:p>
          </p:txBody>
        </p:sp>
        <p:sp>
          <p:nvSpPr>
            <p:cNvPr id="1721" name="Flowchart: Stored Data 1720">
              <a:extLst>
                <a:ext uri="{FF2B5EF4-FFF2-40B4-BE49-F238E27FC236}">
                  <a16:creationId xmlns:a16="http://schemas.microsoft.com/office/drawing/2014/main" id="{C15EB3CB-F1E2-92EF-54A6-B9BD563C309F}"/>
                </a:ext>
              </a:extLst>
            </p:cNvPr>
            <p:cNvSpPr/>
            <p:nvPr/>
          </p:nvSpPr>
          <p:spPr>
            <a:xfrm rot="10800000">
              <a:off x="-5638259" y="-253072"/>
              <a:ext cx="2514059" cy="5636941"/>
            </a:xfrm>
            <a:prstGeom prst="flowChartOnlineStorage">
              <a:avLst/>
            </a:prstGeom>
            <a:solidFill>
              <a:srgbClr val="FAED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2" name="Flowchart: Stored Data 1721">
              <a:extLst>
                <a:ext uri="{FF2B5EF4-FFF2-40B4-BE49-F238E27FC236}">
                  <a16:creationId xmlns:a16="http://schemas.microsoft.com/office/drawing/2014/main" id="{DB268C44-6EB7-9572-8793-404C0332EA5F}"/>
                </a:ext>
              </a:extLst>
            </p:cNvPr>
            <p:cNvSpPr/>
            <p:nvPr/>
          </p:nvSpPr>
          <p:spPr>
            <a:xfrm rot="10800000">
              <a:off x="533401" y="-259695"/>
              <a:ext cx="2514059" cy="5636941"/>
            </a:xfrm>
            <a:prstGeom prst="flowChartOnlineStorage">
              <a:avLst/>
            </a:prstGeom>
            <a:solidFill>
              <a:srgbClr val="FE69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  <p:sp>
          <p:nvSpPr>
            <p:cNvPr id="1723" name="Flowchart: Stored Data 1722">
              <a:extLst>
                <a:ext uri="{FF2B5EF4-FFF2-40B4-BE49-F238E27FC236}">
                  <a16:creationId xmlns:a16="http://schemas.microsoft.com/office/drawing/2014/main" id="{09DC1CC8-CB90-BF36-3F28-EB2917BB167C}"/>
                </a:ext>
              </a:extLst>
            </p:cNvPr>
            <p:cNvSpPr/>
            <p:nvPr/>
          </p:nvSpPr>
          <p:spPr>
            <a:xfrm rot="10800000">
              <a:off x="-1523999" y="-259423"/>
              <a:ext cx="2514059" cy="5636941"/>
            </a:xfrm>
            <a:prstGeom prst="flowChartOnlineStorage">
              <a:avLst/>
            </a:prstGeom>
            <a:solidFill>
              <a:srgbClr val="59BF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</p:grpSp>
      <p:pic>
        <p:nvPicPr>
          <p:cNvPr id="1724" name="Picture 1723">
            <a:extLst>
              <a:ext uri="{FF2B5EF4-FFF2-40B4-BE49-F238E27FC236}">
                <a16:creationId xmlns:a16="http://schemas.microsoft.com/office/drawing/2014/main" id="{29035B7C-AF54-3335-C3A8-712F9B6B802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0702" r="-110702"/>
          <a:stretch>
            <a:fillRect/>
          </a:stretch>
        </p:blipFill>
        <p:spPr>
          <a:xfrm>
            <a:off x="4717560" y="153751"/>
            <a:ext cx="4255377" cy="9449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FFA909-1B68-5A29-AF99-FF72E731D9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365" y="2647513"/>
            <a:ext cx="3017782" cy="1341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988C"/>
        </a:solidFill>
        <a:effectLst/>
      </p:bgPr>
    </p:bg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1ACD0A4-382A-D8D3-F4A8-C716695DF47A}"/>
              </a:ext>
            </a:extLst>
          </p:cNvPr>
          <p:cNvSpPr/>
          <p:nvPr/>
        </p:nvSpPr>
        <p:spPr>
          <a:xfrm>
            <a:off x="-863600" y="-711200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07" name="Google Shape;2807;p78"/>
          <p:cNvGrpSpPr/>
          <p:nvPr/>
        </p:nvGrpSpPr>
        <p:grpSpPr>
          <a:xfrm>
            <a:off x="3737134" y="1340343"/>
            <a:ext cx="5211606" cy="2937338"/>
            <a:chOff x="4713525" y="1695825"/>
            <a:chExt cx="2976300" cy="2059200"/>
          </a:xfrm>
        </p:grpSpPr>
        <p:sp>
          <p:nvSpPr>
            <p:cNvPr id="2808" name="Google Shape;2808;p78"/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043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78"/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87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78"/>
            <p:cNvSpPr/>
            <p:nvPr/>
          </p:nvSpPr>
          <p:spPr>
            <a:xfrm>
              <a:off x="6137475" y="3524150"/>
              <a:ext cx="128400" cy="12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1561263-E8C9-2EE5-2C42-011D69D954E0}"/>
              </a:ext>
            </a:extLst>
          </p:cNvPr>
          <p:cNvSpPr txBox="1"/>
          <p:nvPr/>
        </p:nvSpPr>
        <p:spPr>
          <a:xfrm>
            <a:off x="171063" y="3232457"/>
            <a:ext cx="3330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tkinson Hyperlegible" panose="020B0604020202020204" charset="0"/>
              </a:rPr>
              <a:t>User information on login: </a:t>
            </a:r>
            <a:r>
              <a:rPr lang="en-US" sz="1800" dirty="0">
                <a:latin typeface="Atkinson Hyperlegible" panose="020B0604020202020204" charset="0"/>
              </a:rPr>
              <a:t>retrieve data from a single table with specific filtering conditions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8C3A7-01F9-9E97-6D05-9819E1AE9B9C}"/>
              </a:ext>
            </a:extLst>
          </p:cNvPr>
          <p:cNvSpPr txBox="1"/>
          <p:nvPr/>
        </p:nvSpPr>
        <p:spPr>
          <a:xfrm>
            <a:off x="171063" y="986990"/>
            <a:ext cx="31474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tkinson Hyperlegible" panose="020B0604020202020204" charset="0"/>
              </a:rPr>
              <a:t>Patient’s request history: </a:t>
            </a:r>
            <a:r>
              <a:rPr lang="en-US" sz="1800" dirty="0">
                <a:latin typeface="Atkinson Hyperlegible" panose="020B0604020202020204" charset="0"/>
              </a:rPr>
              <a:t>retrieve data from a single table with specific filtering access the blood request history of a specific patient, helping them track the status of the request.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970FC14-98E6-B79E-43E3-B3C9E828E9A1}"/>
              </a:ext>
            </a:extLst>
          </p:cNvPr>
          <p:cNvSpPr/>
          <p:nvPr/>
        </p:nvSpPr>
        <p:spPr>
          <a:xfrm>
            <a:off x="3914670" y="1435913"/>
            <a:ext cx="4856533" cy="2396708"/>
          </a:xfrm>
          <a:prstGeom prst="flowChartAlternateProcess">
            <a:avLst/>
          </a:prstGeom>
          <a:blipFill>
            <a:blip r:embed="rId3"/>
            <a:stretch>
              <a:fillRect t="643" b="-643"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Google Shape;1415;p52">
            <a:extLst>
              <a:ext uri="{FF2B5EF4-FFF2-40B4-BE49-F238E27FC236}">
                <a16:creationId xmlns:a16="http://schemas.microsoft.com/office/drawing/2014/main" id="{CDD80CA9-7FAD-036F-8955-F6081EE1E4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19628162">
            <a:off x="258737" y="6669329"/>
            <a:ext cx="2242500" cy="10605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600" dirty="0"/>
              <a:t>Show how the system retrieves, filters, and processes data for web features.</a:t>
            </a:r>
            <a:endParaRPr lang="en-US" sz="1600" dirty="0">
              <a:solidFill>
                <a:srgbClr val="191919"/>
              </a:solidFill>
              <a:latin typeface="Atkinson Hyperlegible" panose="020B0604020202020204" charset="0"/>
            </a:endParaRPr>
          </a:p>
        </p:txBody>
      </p:sp>
      <p:sp>
        <p:nvSpPr>
          <p:cNvPr id="27" name="Google Shape;1417;p52">
            <a:extLst>
              <a:ext uri="{FF2B5EF4-FFF2-40B4-BE49-F238E27FC236}">
                <a16:creationId xmlns:a16="http://schemas.microsoft.com/office/drawing/2014/main" id="{408B6B56-85D9-DC3E-864F-F3A0D7B5C138}"/>
              </a:ext>
            </a:extLst>
          </p:cNvPr>
          <p:cNvSpPr txBox="1">
            <a:spLocks/>
          </p:cNvSpPr>
          <p:nvPr/>
        </p:nvSpPr>
        <p:spPr>
          <a:xfrm>
            <a:off x="2734345" y="7550974"/>
            <a:ext cx="2892297" cy="15622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User Authentication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Doctor/Patient Dashboards.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tkinson Hyperlegible" panose="020B0604020202020204" charset="0"/>
                <a:ea typeface="Atkinson Hyperlegible"/>
                <a:cs typeface="Atkinson Hyperlegible"/>
                <a:sym typeface="Atkinson Hyperlegible"/>
              </a:rPr>
              <a:t>Blood Inventory Management &amp; Statistical Reporting</a:t>
            </a:r>
            <a:endParaRPr lang="en-US" sz="1600" dirty="0"/>
          </a:p>
        </p:txBody>
      </p:sp>
      <p:grpSp>
        <p:nvGrpSpPr>
          <p:cNvPr id="28" name="Google Shape;1420;p52">
            <a:extLst>
              <a:ext uri="{FF2B5EF4-FFF2-40B4-BE49-F238E27FC236}">
                <a16:creationId xmlns:a16="http://schemas.microsoft.com/office/drawing/2014/main" id="{39CAEBBF-B01C-61B4-EE51-5A0AE4A34C1C}"/>
              </a:ext>
            </a:extLst>
          </p:cNvPr>
          <p:cNvGrpSpPr/>
          <p:nvPr/>
        </p:nvGrpSpPr>
        <p:grpSpPr>
          <a:xfrm>
            <a:off x="1105533" y="7123482"/>
            <a:ext cx="548913" cy="548913"/>
            <a:chOff x="1485491" y="1793271"/>
            <a:chExt cx="922233" cy="922233"/>
          </a:xfrm>
        </p:grpSpPr>
        <p:grpSp>
          <p:nvGrpSpPr>
            <p:cNvPr id="29" name="Google Shape;1421;p52">
              <a:extLst>
                <a:ext uri="{FF2B5EF4-FFF2-40B4-BE49-F238E27FC236}">
                  <a16:creationId xmlns:a16="http://schemas.microsoft.com/office/drawing/2014/main" id="{D54DE6F4-8F1E-95BC-2D6B-92BCFCE91355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43" name="Google Shape;1422;p52">
                <a:extLst>
                  <a:ext uri="{FF2B5EF4-FFF2-40B4-BE49-F238E27FC236}">
                    <a16:creationId xmlns:a16="http://schemas.microsoft.com/office/drawing/2014/main" id="{7349A950-3E2A-75D8-BABA-566CEC2CB32D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423;p52">
                <a:extLst>
                  <a:ext uri="{FF2B5EF4-FFF2-40B4-BE49-F238E27FC236}">
                    <a16:creationId xmlns:a16="http://schemas.microsoft.com/office/drawing/2014/main" id="{FE44E606-8038-DED2-A2C7-344ED1D50973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424;p52">
                <a:extLst>
                  <a:ext uri="{FF2B5EF4-FFF2-40B4-BE49-F238E27FC236}">
                    <a16:creationId xmlns:a16="http://schemas.microsoft.com/office/drawing/2014/main" id="{179D116A-0009-EC80-CAE8-BF30E7BB101F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425;p52">
                <a:extLst>
                  <a:ext uri="{FF2B5EF4-FFF2-40B4-BE49-F238E27FC236}">
                    <a16:creationId xmlns:a16="http://schemas.microsoft.com/office/drawing/2014/main" id="{D983B6B2-2FE1-9047-958B-994B10B5B58F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426;p52">
                <a:extLst>
                  <a:ext uri="{FF2B5EF4-FFF2-40B4-BE49-F238E27FC236}">
                    <a16:creationId xmlns:a16="http://schemas.microsoft.com/office/drawing/2014/main" id="{80084010-BDF1-EEF9-37D9-97C1F1A41558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427;p52">
                <a:extLst>
                  <a:ext uri="{FF2B5EF4-FFF2-40B4-BE49-F238E27FC236}">
                    <a16:creationId xmlns:a16="http://schemas.microsoft.com/office/drawing/2014/main" id="{7B62F896-EB17-6C49-ADC3-1335C199B920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428;p52">
                <a:extLst>
                  <a:ext uri="{FF2B5EF4-FFF2-40B4-BE49-F238E27FC236}">
                    <a16:creationId xmlns:a16="http://schemas.microsoft.com/office/drawing/2014/main" id="{59FD8E60-C8CF-2FCB-0E41-DB463548B59D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429;p52">
                <a:extLst>
                  <a:ext uri="{FF2B5EF4-FFF2-40B4-BE49-F238E27FC236}">
                    <a16:creationId xmlns:a16="http://schemas.microsoft.com/office/drawing/2014/main" id="{3DD25B1E-2C22-5CA3-A890-52F206F1A010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430;p52">
                <a:extLst>
                  <a:ext uri="{FF2B5EF4-FFF2-40B4-BE49-F238E27FC236}">
                    <a16:creationId xmlns:a16="http://schemas.microsoft.com/office/drawing/2014/main" id="{4364F7D5-0A84-7EDD-CD69-5936B7A5529D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431;p52">
                <a:extLst>
                  <a:ext uri="{FF2B5EF4-FFF2-40B4-BE49-F238E27FC236}">
                    <a16:creationId xmlns:a16="http://schemas.microsoft.com/office/drawing/2014/main" id="{720C5AC8-3F9B-9707-7FE8-46C1D549E935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432;p52">
                <a:extLst>
                  <a:ext uri="{FF2B5EF4-FFF2-40B4-BE49-F238E27FC236}">
                    <a16:creationId xmlns:a16="http://schemas.microsoft.com/office/drawing/2014/main" id="{C4558C53-0388-9E14-97FE-265D89853FA6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433;p52">
                <a:extLst>
                  <a:ext uri="{FF2B5EF4-FFF2-40B4-BE49-F238E27FC236}">
                    <a16:creationId xmlns:a16="http://schemas.microsoft.com/office/drawing/2014/main" id="{35634823-86AB-72F9-DC77-E7B4AF51C157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1434;p52">
              <a:extLst>
                <a:ext uri="{FF2B5EF4-FFF2-40B4-BE49-F238E27FC236}">
                  <a16:creationId xmlns:a16="http://schemas.microsoft.com/office/drawing/2014/main" id="{C68CD004-B1CF-D5E0-E64E-79CC562E36B4}"/>
                </a:ext>
              </a:extLst>
            </p:cNvPr>
            <p:cNvGrpSpPr/>
            <p:nvPr/>
          </p:nvGrpSpPr>
          <p:grpSpPr>
            <a:xfrm>
              <a:off x="1485491" y="1793271"/>
              <a:ext cx="922233" cy="922233"/>
              <a:chOff x="1190625" y="238125"/>
              <a:chExt cx="5219200" cy="5219200"/>
            </a:xfrm>
          </p:grpSpPr>
          <p:sp>
            <p:nvSpPr>
              <p:cNvPr id="31" name="Google Shape;1435;p52">
                <a:extLst>
                  <a:ext uri="{FF2B5EF4-FFF2-40B4-BE49-F238E27FC236}">
                    <a16:creationId xmlns:a16="http://schemas.microsoft.com/office/drawing/2014/main" id="{BBC4B4FF-07B9-B773-2CCB-F4EB1652D800}"/>
                  </a:ext>
                </a:extLst>
              </p:cNvPr>
              <p:cNvSpPr/>
              <p:nvPr/>
            </p:nvSpPr>
            <p:spPr>
              <a:xfrm>
                <a:off x="2581850" y="238125"/>
                <a:ext cx="2436725" cy="1317850"/>
              </a:xfrm>
              <a:custGeom>
                <a:avLst/>
                <a:gdLst/>
                <a:ahLst/>
                <a:cxnLst/>
                <a:rect l="l" t="t" r="r" b="b"/>
                <a:pathLst>
                  <a:path w="97469" h="52714" extrusionOk="0">
                    <a:moveTo>
                      <a:pt x="74015" y="12591"/>
                    </a:moveTo>
                    <a:cubicBezTo>
                      <a:pt x="74798" y="12591"/>
                      <a:pt x="75483" y="13146"/>
                      <a:pt x="75646" y="13896"/>
                    </a:cubicBezTo>
                    <a:lnTo>
                      <a:pt x="81648" y="40122"/>
                    </a:lnTo>
                    <a:lnTo>
                      <a:pt x="15821" y="40122"/>
                    </a:lnTo>
                    <a:lnTo>
                      <a:pt x="21823" y="13896"/>
                    </a:lnTo>
                    <a:cubicBezTo>
                      <a:pt x="21986" y="13146"/>
                      <a:pt x="22671" y="12591"/>
                      <a:pt x="23454" y="12591"/>
                    </a:cubicBezTo>
                    <a:close/>
                    <a:moveTo>
                      <a:pt x="20127" y="0"/>
                    </a:moveTo>
                    <a:cubicBezTo>
                      <a:pt x="15397" y="0"/>
                      <a:pt x="11320" y="3262"/>
                      <a:pt x="10276" y="7829"/>
                    </a:cubicBezTo>
                    <a:lnTo>
                      <a:pt x="0" y="52714"/>
                    </a:lnTo>
                    <a:lnTo>
                      <a:pt x="97469" y="52714"/>
                    </a:lnTo>
                    <a:lnTo>
                      <a:pt x="87193" y="7829"/>
                    </a:lnTo>
                    <a:cubicBezTo>
                      <a:pt x="86150" y="3262"/>
                      <a:pt x="82072" y="0"/>
                      <a:pt x="7734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436;p52">
                <a:extLst>
                  <a:ext uri="{FF2B5EF4-FFF2-40B4-BE49-F238E27FC236}">
                    <a16:creationId xmlns:a16="http://schemas.microsoft.com/office/drawing/2014/main" id="{CFD86C40-467B-2347-0D31-9F4C0725F8EF}"/>
                  </a:ext>
                </a:extLst>
              </p:cNvPr>
              <p:cNvSpPr/>
              <p:nvPr/>
            </p:nvSpPr>
            <p:spPr>
              <a:xfrm>
                <a:off x="1190625" y="1211825"/>
                <a:ext cx="5219200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52890" extrusionOk="0">
                    <a:moveTo>
                      <a:pt x="12591" y="0"/>
                    </a:moveTo>
                    <a:cubicBezTo>
                      <a:pt x="5643" y="0"/>
                      <a:pt x="0" y="5643"/>
                      <a:pt x="0" y="12591"/>
                    </a:cubicBezTo>
                    <a:lnTo>
                      <a:pt x="0" y="140298"/>
                    </a:lnTo>
                    <a:cubicBezTo>
                      <a:pt x="0" y="147246"/>
                      <a:pt x="5643" y="152889"/>
                      <a:pt x="12591" y="152889"/>
                    </a:cubicBezTo>
                    <a:lnTo>
                      <a:pt x="196176" y="152889"/>
                    </a:lnTo>
                    <a:cubicBezTo>
                      <a:pt x="203124" y="152889"/>
                      <a:pt x="208767" y="147246"/>
                      <a:pt x="208767" y="140298"/>
                    </a:cubicBezTo>
                    <a:lnTo>
                      <a:pt x="208767" y="12591"/>
                    </a:lnTo>
                    <a:cubicBezTo>
                      <a:pt x="208767" y="5643"/>
                      <a:pt x="203124" y="0"/>
                      <a:pt x="196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437;p52">
                <a:extLst>
                  <a:ext uri="{FF2B5EF4-FFF2-40B4-BE49-F238E27FC236}">
                    <a16:creationId xmlns:a16="http://schemas.microsoft.com/office/drawing/2014/main" id="{4182936E-B9C8-DF28-756B-1BE3F9F04767}"/>
                  </a:ext>
                </a:extLst>
              </p:cNvPr>
              <p:cNvSpPr/>
              <p:nvPr/>
            </p:nvSpPr>
            <p:spPr>
              <a:xfrm>
                <a:off x="5779400" y="1211825"/>
                <a:ext cx="630425" cy="38222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52890" extrusionOk="0">
                    <a:moveTo>
                      <a:pt x="1" y="0"/>
                    </a:moveTo>
                    <a:cubicBezTo>
                      <a:pt x="6982" y="0"/>
                      <a:pt x="12625" y="5643"/>
                      <a:pt x="12625" y="12591"/>
                    </a:cubicBezTo>
                    <a:lnTo>
                      <a:pt x="12625" y="140298"/>
                    </a:lnTo>
                    <a:cubicBezTo>
                      <a:pt x="12625" y="147246"/>
                      <a:pt x="6982" y="152889"/>
                      <a:pt x="1" y="152889"/>
                    </a:cubicBezTo>
                    <a:lnTo>
                      <a:pt x="12625" y="152889"/>
                    </a:lnTo>
                    <a:cubicBezTo>
                      <a:pt x="19573" y="152889"/>
                      <a:pt x="25216" y="147246"/>
                      <a:pt x="25216" y="140298"/>
                    </a:cubicBezTo>
                    <a:lnTo>
                      <a:pt x="25216" y="12591"/>
                    </a:lnTo>
                    <a:cubicBezTo>
                      <a:pt x="25216" y="5643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438;p52">
                <a:extLst>
                  <a:ext uri="{FF2B5EF4-FFF2-40B4-BE49-F238E27FC236}">
                    <a16:creationId xmlns:a16="http://schemas.microsoft.com/office/drawing/2014/main" id="{A69F0998-4033-E80D-3365-75C81B08A7CE}"/>
                  </a:ext>
                </a:extLst>
              </p:cNvPr>
              <p:cNvSpPr/>
              <p:nvPr/>
            </p:nvSpPr>
            <p:spPr>
              <a:xfrm>
                <a:off x="1715800" y="1737000"/>
                <a:ext cx="4168825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66753" h="110876" extrusionOk="0">
                    <a:moveTo>
                      <a:pt x="2088" y="0"/>
                    </a:moveTo>
                    <a:cubicBezTo>
                      <a:pt x="946" y="0"/>
                      <a:pt x="0" y="914"/>
                      <a:pt x="0" y="2088"/>
                    </a:cubicBezTo>
                    <a:lnTo>
                      <a:pt x="0" y="108788"/>
                    </a:lnTo>
                    <a:cubicBezTo>
                      <a:pt x="0" y="109929"/>
                      <a:pt x="946" y="110875"/>
                      <a:pt x="2088" y="110875"/>
                    </a:cubicBezTo>
                    <a:lnTo>
                      <a:pt x="164665" y="110875"/>
                    </a:lnTo>
                    <a:cubicBezTo>
                      <a:pt x="165807" y="110875"/>
                      <a:pt x="166753" y="109929"/>
                      <a:pt x="166753" y="108788"/>
                    </a:cubicBezTo>
                    <a:lnTo>
                      <a:pt x="166753" y="2088"/>
                    </a:lnTo>
                    <a:cubicBezTo>
                      <a:pt x="166753" y="914"/>
                      <a:pt x="165807" y="0"/>
                      <a:pt x="16466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439;p52">
                <a:extLst>
                  <a:ext uri="{FF2B5EF4-FFF2-40B4-BE49-F238E27FC236}">
                    <a16:creationId xmlns:a16="http://schemas.microsoft.com/office/drawing/2014/main" id="{E8B13FFC-54C9-8808-E7B0-545AE7B884D5}"/>
                  </a:ext>
                </a:extLst>
              </p:cNvPr>
              <p:cNvSpPr/>
              <p:nvPr/>
            </p:nvSpPr>
            <p:spPr>
              <a:xfrm>
                <a:off x="5516825" y="1737000"/>
                <a:ext cx="367800" cy="2771900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10876" extrusionOk="0">
                    <a:moveTo>
                      <a:pt x="0" y="0"/>
                    </a:moveTo>
                    <a:cubicBezTo>
                      <a:pt x="1175" y="0"/>
                      <a:pt x="2121" y="914"/>
                      <a:pt x="2121" y="2088"/>
                    </a:cubicBezTo>
                    <a:lnTo>
                      <a:pt x="2121" y="108788"/>
                    </a:lnTo>
                    <a:cubicBezTo>
                      <a:pt x="2121" y="109929"/>
                      <a:pt x="1175" y="110875"/>
                      <a:pt x="0" y="110875"/>
                    </a:cubicBezTo>
                    <a:lnTo>
                      <a:pt x="12624" y="110875"/>
                    </a:lnTo>
                    <a:cubicBezTo>
                      <a:pt x="13766" y="110875"/>
                      <a:pt x="14712" y="109929"/>
                      <a:pt x="14712" y="108788"/>
                    </a:cubicBezTo>
                    <a:lnTo>
                      <a:pt x="14712" y="2088"/>
                    </a:lnTo>
                    <a:cubicBezTo>
                      <a:pt x="14712" y="914"/>
                      <a:pt x="13766" y="0"/>
                      <a:pt x="12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440;p52">
                <a:extLst>
                  <a:ext uri="{FF2B5EF4-FFF2-40B4-BE49-F238E27FC236}">
                    <a16:creationId xmlns:a16="http://schemas.microsoft.com/office/drawing/2014/main" id="{B08C2495-1C99-6D3A-8283-BA8077CAF45B}"/>
                  </a:ext>
                </a:extLst>
              </p:cNvPr>
              <p:cNvSpPr/>
              <p:nvPr/>
            </p:nvSpPr>
            <p:spPr>
              <a:xfrm>
                <a:off x="169785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0" y="16930"/>
                    </a:cubicBezTo>
                    <a:lnTo>
                      <a:pt x="32523" y="16930"/>
                    </a:lnTo>
                    <a:cubicBezTo>
                      <a:pt x="34382" y="16930"/>
                      <a:pt x="35882" y="15430"/>
                      <a:pt x="35882" y="13570"/>
                    </a:cubicBezTo>
                    <a:lnTo>
                      <a:pt x="35882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441;p52">
                <a:extLst>
                  <a:ext uri="{FF2B5EF4-FFF2-40B4-BE49-F238E27FC236}">
                    <a16:creationId xmlns:a16="http://schemas.microsoft.com/office/drawing/2014/main" id="{8CDD364C-F1E2-75FF-7D58-4D4335A11AB2}"/>
                  </a:ext>
                </a:extLst>
              </p:cNvPr>
              <p:cNvSpPr/>
              <p:nvPr/>
            </p:nvSpPr>
            <p:spPr>
              <a:xfrm>
                <a:off x="2195300" y="5034050"/>
                <a:ext cx="39962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85" h="16931" extrusionOk="0">
                    <a:moveTo>
                      <a:pt x="3361" y="0"/>
                    </a:moveTo>
                    <a:lnTo>
                      <a:pt x="3361" y="13570"/>
                    </a:lnTo>
                    <a:cubicBezTo>
                      <a:pt x="3361" y="15430"/>
                      <a:pt x="1860" y="16930"/>
                      <a:pt x="1" y="16930"/>
                    </a:cubicBezTo>
                    <a:lnTo>
                      <a:pt x="12625" y="16930"/>
                    </a:lnTo>
                    <a:cubicBezTo>
                      <a:pt x="14484" y="16930"/>
                      <a:pt x="15984" y="15430"/>
                      <a:pt x="15984" y="13570"/>
                    </a:cubicBezTo>
                    <a:lnTo>
                      <a:pt x="159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442;p52">
                <a:extLst>
                  <a:ext uri="{FF2B5EF4-FFF2-40B4-BE49-F238E27FC236}">
                    <a16:creationId xmlns:a16="http://schemas.microsoft.com/office/drawing/2014/main" id="{1575E5A0-9427-0EDD-BCCF-428EB0293A19}"/>
                  </a:ext>
                </a:extLst>
              </p:cNvPr>
              <p:cNvSpPr/>
              <p:nvPr/>
            </p:nvSpPr>
            <p:spPr>
              <a:xfrm>
                <a:off x="5005500" y="5034050"/>
                <a:ext cx="897075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16931" extrusionOk="0">
                    <a:moveTo>
                      <a:pt x="1" y="0"/>
                    </a:moveTo>
                    <a:lnTo>
                      <a:pt x="1" y="13570"/>
                    </a:lnTo>
                    <a:cubicBezTo>
                      <a:pt x="1" y="15430"/>
                      <a:pt x="1501" y="16930"/>
                      <a:pt x="3361" y="16930"/>
                    </a:cubicBezTo>
                    <a:lnTo>
                      <a:pt x="32523" y="16930"/>
                    </a:lnTo>
                    <a:cubicBezTo>
                      <a:pt x="34382" y="16930"/>
                      <a:pt x="35883" y="15430"/>
                      <a:pt x="35883" y="13570"/>
                    </a:cubicBezTo>
                    <a:lnTo>
                      <a:pt x="35883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443;p52">
                <a:extLst>
                  <a:ext uri="{FF2B5EF4-FFF2-40B4-BE49-F238E27FC236}">
                    <a16:creationId xmlns:a16="http://schemas.microsoft.com/office/drawing/2014/main" id="{2E0F396C-DE2E-404F-20B1-74856B716F67}"/>
                  </a:ext>
                </a:extLst>
              </p:cNvPr>
              <p:cNvSpPr/>
              <p:nvPr/>
            </p:nvSpPr>
            <p:spPr>
              <a:xfrm>
                <a:off x="5503775" y="5034050"/>
                <a:ext cx="398800" cy="4232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6931" extrusionOk="0">
                    <a:moveTo>
                      <a:pt x="3360" y="0"/>
                    </a:moveTo>
                    <a:lnTo>
                      <a:pt x="3360" y="13570"/>
                    </a:lnTo>
                    <a:cubicBezTo>
                      <a:pt x="3360" y="15430"/>
                      <a:pt x="1860" y="16930"/>
                      <a:pt x="0" y="16930"/>
                    </a:cubicBezTo>
                    <a:lnTo>
                      <a:pt x="12592" y="16930"/>
                    </a:lnTo>
                    <a:cubicBezTo>
                      <a:pt x="14451" y="16930"/>
                      <a:pt x="15952" y="15430"/>
                      <a:pt x="15952" y="13570"/>
                    </a:cubicBezTo>
                    <a:lnTo>
                      <a:pt x="159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444;p52">
                <a:extLst>
                  <a:ext uri="{FF2B5EF4-FFF2-40B4-BE49-F238E27FC236}">
                    <a16:creationId xmlns:a16="http://schemas.microsoft.com/office/drawing/2014/main" id="{45C8CFBD-24F5-9339-6A0E-422E518491F6}"/>
                  </a:ext>
                </a:extLst>
              </p:cNvPr>
              <p:cNvSpPr/>
              <p:nvPr/>
            </p:nvSpPr>
            <p:spPr>
              <a:xfrm>
                <a:off x="2870525" y="2193675"/>
                <a:ext cx="1859375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2" extrusionOk="0">
                    <a:moveTo>
                      <a:pt x="37188" y="0"/>
                    </a:moveTo>
                    <a:cubicBezTo>
                      <a:pt x="16670" y="0"/>
                      <a:pt x="1" y="16637"/>
                      <a:pt x="1" y="37154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54"/>
                    </a:cubicBezTo>
                    <a:cubicBezTo>
                      <a:pt x="74374" y="16637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445;p52">
                <a:extLst>
                  <a:ext uri="{FF2B5EF4-FFF2-40B4-BE49-F238E27FC236}">
                    <a16:creationId xmlns:a16="http://schemas.microsoft.com/office/drawing/2014/main" id="{137D82DB-32B8-FFEA-B2EE-8782AE0668E5}"/>
                  </a:ext>
                </a:extLst>
              </p:cNvPr>
              <p:cNvSpPr/>
              <p:nvPr/>
            </p:nvSpPr>
            <p:spPr>
              <a:xfrm>
                <a:off x="3642800" y="2193675"/>
                <a:ext cx="1087100" cy="1858550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2" extrusionOk="0">
                    <a:moveTo>
                      <a:pt x="6297" y="0"/>
                    </a:moveTo>
                    <a:cubicBezTo>
                      <a:pt x="4144" y="0"/>
                      <a:pt x="2056" y="164"/>
                      <a:pt x="1" y="522"/>
                    </a:cubicBezTo>
                    <a:cubicBezTo>
                      <a:pt x="17518" y="3523"/>
                      <a:pt x="30859" y="18822"/>
                      <a:pt x="30859" y="37154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45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54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446;p52">
                <a:extLst>
                  <a:ext uri="{FF2B5EF4-FFF2-40B4-BE49-F238E27FC236}">
                    <a16:creationId xmlns:a16="http://schemas.microsoft.com/office/drawing/2014/main" id="{53E31B7A-AB78-BE20-BC6B-2AC23DD765CF}"/>
                  </a:ext>
                </a:extLst>
              </p:cNvPr>
              <p:cNvSpPr/>
              <p:nvPr/>
            </p:nvSpPr>
            <p:spPr>
              <a:xfrm>
                <a:off x="3186125" y="250845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1"/>
                    </a:moveTo>
                    <a:cubicBezTo>
                      <a:pt x="19377" y="1"/>
                      <a:pt x="18268" y="1142"/>
                      <a:pt x="18268" y="2512"/>
                    </a:cubicBezTo>
                    <a:lnTo>
                      <a:pt x="18268" y="17028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410"/>
                      <a:pt x="1" y="20812"/>
                    </a:cubicBezTo>
                    <a:lnTo>
                      <a:pt x="1" y="28347"/>
                    </a:lnTo>
                    <a:cubicBezTo>
                      <a:pt x="1" y="29750"/>
                      <a:pt x="1110" y="30892"/>
                      <a:pt x="2513" y="30892"/>
                    </a:cubicBezTo>
                    <a:lnTo>
                      <a:pt x="16996" y="30892"/>
                    </a:lnTo>
                    <a:cubicBezTo>
                      <a:pt x="17713" y="30892"/>
                      <a:pt x="18268" y="31446"/>
                      <a:pt x="18268" y="32131"/>
                    </a:cubicBezTo>
                    <a:lnTo>
                      <a:pt x="18268" y="46614"/>
                    </a:lnTo>
                    <a:cubicBezTo>
                      <a:pt x="18268" y="48017"/>
                      <a:pt x="19377" y="49159"/>
                      <a:pt x="20780" y="49159"/>
                    </a:cubicBezTo>
                    <a:lnTo>
                      <a:pt x="28347" y="49159"/>
                    </a:lnTo>
                    <a:cubicBezTo>
                      <a:pt x="29750" y="49159"/>
                      <a:pt x="30859" y="48017"/>
                      <a:pt x="30859" y="46614"/>
                    </a:cubicBezTo>
                    <a:lnTo>
                      <a:pt x="30859" y="32131"/>
                    </a:lnTo>
                    <a:cubicBezTo>
                      <a:pt x="30859" y="31446"/>
                      <a:pt x="31414" y="30892"/>
                      <a:pt x="32131" y="30892"/>
                    </a:cubicBezTo>
                    <a:lnTo>
                      <a:pt x="46615" y="30892"/>
                    </a:lnTo>
                    <a:cubicBezTo>
                      <a:pt x="48017" y="30892"/>
                      <a:pt x="49126" y="29750"/>
                      <a:pt x="49126" y="28347"/>
                    </a:cubicBezTo>
                    <a:lnTo>
                      <a:pt x="49126" y="20812"/>
                    </a:lnTo>
                    <a:cubicBezTo>
                      <a:pt x="49126" y="19410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7028"/>
                    </a:cubicBezTo>
                    <a:lnTo>
                      <a:pt x="30859" y="2512"/>
                    </a:lnTo>
                    <a:cubicBezTo>
                      <a:pt x="30859" y="1142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" name="Google Shape;1447;p52">
            <a:extLst>
              <a:ext uri="{FF2B5EF4-FFF2-40B4-BE49-F238E27FC236}">
                <a16:creationId xmlns:a16="http://schemas.microsoft.com/office/drawing/2014/main" id="{4AA546FB-73E1-2070-C877-7B766F294EF1}"/>
              </a:ext>
            </a:extLst>
          </p:cNvPr>
          <p:cNvGrpSpPr/>
          <p:nvPr/>
        </p:nvGrpSpPr>
        <p:grpSpPr>
          <a:xfrm>
            <a:off x="3863364" y="9168092"/>
            <a:ext cx="672978" cy="548886"/>
            <a:chOff x="4104607" y="1938037"/>
            <a:chExt cx="953227" cy="777459"/>
          </a:xfrm>
        </p:grpSpPr>
        <p:grpSp>
          <p:nvGrpSpPr>
            <p:cNvPr id="56" name="Google Shape;1448;p52">
              <a:extLst>
                <a:ext uri="{FF2B5EF4-FFF2-40B4-BE49-F238E27FC236}">
                  <a16:creationId xmlns:a16="http://schemas.microsoft.com/office/drawing/2014/main" id="{5BFB0F1F-B9CE-93FC-63CE-9B360AA3FFA7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63" name="Google Shape;1449;p52">
                <a:extLst>
                  <a:ext uri="{FF2B5EF4-FFF2-40B4-BE49-F238E27FC236}">
                    <a16:creationId xmlns:a16="http://schemas.microsoft.com/office/drawing/2014/main" id="{B0959837-37FD-DB98-9364-4C852B2D11DF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1450;p52">
                <a:extLst>
                  <a:ext uri="{FF2B5EF4-FFF2-40B4-BE49-F238E27FC236}">
                    <a16:creationId xmlns:a16="http://schemas.microsoft.com/office/drawing/2014/main" id="{C74F9EE4-5D07-CD1F-DA31-0DFDBDFB729C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1451;p52">
                <a:extLst>
                  <a:ext uri="{FF2B5EF4-FFF2-40B4-BE49-F238E27FC236}">
                    <a16:creationId xmlns:a16="http://schemas.microsoft.com/office/drawing/2014/main" id="{2216C301-1406-C7A4-4031-7092F65F0D6F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1452;p52">
                <a:extLst>
                  <a:ext uri="{FF2B5EF4-FFF2-40B4-BE49-F238E27FC236}">
                    <a16:creationId xmlns:a16="http://schemas.microsoft.com/office/drawing/2014/main" id="{50F7B9ED-09AA-E010-4B81-0B8ED0CDBF79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1453;p52">
                <a:extLst>
                  <a:ext uri="{FF2B5EF4-FFF2-40B4-BE49-F238E27FC236}">
                    <a16:creationId xmlns:a16="http://schemas.microsoft.com/office/drawing/2014/main" id="{69ECC9CC-D163-3248-0C32-5F4EC7D2A939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" name="Google Shape;1454;p52">
              <a:extLst>
                <a:ext uri="{FF2B5EF4-FFF2-40B4-BE49-F238E27FC236}">
                  <a16:creationId xmlns:a16="http://schemas.microsoft.com/office/drawing/2014/main" id="{874215C3-02DF-DB67-865C-C862700C6D8A}"/>
                </a:ext>
              </a:extLst>
            </p:cNvPr>
            <p:cNvGrpSpPr/>
            <p:nvPr/>
          </p:nvGrpSpPr>
          <p:grpSpPr>
            <a:xfrm>
              <a:off x="4104607" y="1938037"/>
              <a:ext cx="953227" cy="777459"/>
              <a:chOff x="1064200" y="616100"/>
              <a:chExt cx="5472025" cy="4463025"/>
            </a:xfrm>
          </p:grpSpPr>
          <p:sp>
            <p:nvSpPr>
              <p:cNvPr id="58" name="Google Shape;1455;p52">
                <a:extLst>
                  <a:ext uri="{FF2B5EF4-FFF2-40B4-BE49-F238E27FC236}">
                    <a16:creationId xmlns:a16="http://schemas.microsoft.com/office/drawing/2014/main" id="{548367D7-6772-3FE8-0C65-ACF7863F49BA}"/>
                  </a:ext>
                </a:extLst>
              </p:cNvPr>
              <p:cNvSpPr/>
              <p:nvPr/>
            </p:nvSpPr>
            <p:spPr>
              <a:xfrm>
                <a:off x="1064200" y="616100"/>
                <a:ext cx="5472025" cy="4463025"/>
              </a:xfrm>
              <a:custGeom>
                <a:avLst/>
                <a:gdLst/>
                <a:ahLst/>
                <a:cxnLst/>
                <a:rect l="l" t="t" r="r" b="b"/>
                <a:pathLst>
                  <a:path w="218881" h="178521" extrusionOk="0">
                    <a:moveTo>
                      <a:pt x="56743" y="0"/>
                    </a:moveTo>
                    <a:cubicBezTo>
                      <a:pt x="43516" y="0"/>
                      <a:pt x="30288" y="5171"/>
                      <a:pt x="20193" y="15511"/>
                    </a:cubicBezTo>
                    <a:cubicBezTo>
                      <a:pt x="1" y="36192"/>
                      <a:pt x="1" y="69693"/>
                      <a:pt x="20193" y="90374"/>
                    </a:cubicBezTo>
                    <a:lnTo>
                      <a:pt x="103960" y="176197"/>
                    </a:lnTo>
                    <a:cubicBezTo>
                      <a:pt x="105477" y="177746"/>
                      <a:pt x="107459" y="178521"/>
                      <a:pt x="109441" y="178521"/>
                    </a:cubicBezTo>
                    <a:cubicBezTo>
                      <a:pt x="111422" y="178521"/>
                      <a:pt x="113404" y="177746"/>
                      <a:pt x="114921" y="176197"/>
                    </a:cubicBezTo>
                    <a:lnTo>
                      <a:pt x="198689" y="90374"/>
                    </a:lnTo>
                    <a:cubicBezTo>
                      <a:pt x="218880" y="69693"/>
                      <a:pt x="218880" y="36192"/>
                      <a:pt x="198689" y="15511"/>
                    </a:cubicBezTo>
                    <a:cubicBezTo>
                      <a:pt x="188593" y="5171"/>
                      <a:pt x="175365" y="0"/>
                      <a:pt x="162138" y="0"/>
                    </a:cubicBezTo>
                    <a:cubicBezTo>
                      <a:pt x="148911" y="0"/>
                      <a:pt x="135683" y="5171"/>
                      <a:pt x="125587" y="15511"/>
                    </a:cubicBezTo>
                    <a:lnTo>
                      <a:pt x="112931" y="28494"/>
                    </a:lnTo>
                    <a:cubicBezTo>
                      <a:pt x="111969" y="29489"/>
                      <a:pt x="110705" y="29986"/>
                      <a:pt x="109441" y="29986"/>
                    </a:cubicBezTo>
                    <a:cubicBezTo>
                      <a:pt x="108177" y="29986"/>
                      <a:pt x="106913" y="29489"/>
                      <a:pt x="105950" y="28494"/>
                    </a:cubicBezTo>
                    <a:lnTo>
                      <a:pt x="93294" y="15511"/>
                    </a:lnTo>
                    <a:cubicBezTo>
                      <a:pt x="83198" y="5171"/>
                      <a:pt x="69971" y="0"/>
                      <a:pt x="567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456;p52">
                <a:extLst>
                  <a:ext uri="{FF2B5EF4-FFF2-40B4-BE49-F238E27FC236}">
                    <a16:creationId xmlns:a16="http://schemas.microsoft.com/office/drawing/2014/main" id="{E9A1B0B1-857B-E13A-9858-F544D831DEC7}"/>
                  </a:ext>
                </a:extLst>
              </p:cNvPr>
              <p:cNvSpPr/>
              <p:nvPr/>
            </p:nvSpPr>
            <p:spPr>
              <a:xfrm>
                <a:off x="3642800" y="616325"/>
                <a:ext cx="2893425" cy="4462800"/>
              </a:xfrm>
              <a:custGeom>
                <a:avLst/>
                <a:gdLst/>
                <a:ahLst/>
                <a:cxnLst/>
                <a:rect l="l" t="t" r="r" b="b"/>
                <a:pathLst>
                  <a:path w="115737" h="178512" extrusionOk="0">
                    <a:moveTo>
                      <a:pt x="59043" y="1"/>
                    </a:moveTo>
                    <a:cubicBezTo>
                      <a:pt x="56930" y="1"/>
                      <a:pt x="54816" y="134"/>
                      <a:pt x="52715" y="399"/>
                    </a:cubicBezTo>
                    <a:cubicBezTo>
                      <a:pt x="63740" y="1769"/>
                      <a:pt x="74472" y="6825"/>
                      <a:pt x="82953" y="15502"/>
                    </a:cubicBezTo>
                    <a:cubicBezTo>
                      <a:pt x="103112" y="36183"/>
                      <a:pt x="103112" y="69684"/>
                      <a:pt x="82953" y="90365"/>
                    </a:cubicBezTo>
                    <a:lnTo>
                      <a:pt x="1" y="175339"/>
                    </a:lnTo>
                    <a:lnTo>
                      <a:pt x="816" y="176188"/>
                    </a:lnTo>
                    <a:cubicBezTo>
                      <a:pt x="2333" y="177737"/>
                      <a:pt x="4315" y="178512"/>
                      <a:pt x="6297" y="178512"/>
                    </a:cubicBezTo>
                    <a:cubicBezTo>
                      <a:pt x="8278" y="178512"/>
                      <a:pt x="10260" y="177737"/>
                      <a:pt x="11777" y="176188"/>
                    </a:cubicBezTo>
                    <a:lnTo>
                      <a:pt x="95545" y="90365"/>
                    </a:lnTo>
                    <a:cubicBezTo>
                      <a:pt x="115736" y="69684"/>
                      <a:pt x="115736" y="36183"/>
                      <a:pt x="95545" y="15502"/>
                    </a:cubicBezTo>
                    <a:cubicBezTo>
                      <a:pt x="85449" y="5182"/>
                      <a:pt x="72251" y="1"/>
                      <a:pt x="590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457;p52">
                <a:extLst>
                  <a:ext uri="{FF2B5EF4-FFF2-40B4-BE49-F238E27FC236}">
                    <a16:creationId xmlns:a16="http://schemas.microsoft.com/office/drawing/2014/main" id="{05001C1E-46C0-B365-85C6-C379378D47B2}"/>
                  </a:ext>
                </a:extLst>
              </p:cNvPr>
              <p:cNvSpPr/>
              <p:nvPr/>
            </p:nvSpPr>
            <p:spPr>
              <a:xfrm>
                <a:off x="2870525" y="1918025"/>
                <a:ext cx="1859375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75" extrusionOk="0">
                    <a:moveTo>
                      <a:pt x="37188" y="1"/>
                    </a:moveTo>
                    <a:cubicBezTo>
                      <a:pt x="16670" y="1"/>
                      <a:pt x="1" y="16670"/>
                      <a:pt x="1" y="37188"/>
                    </a:cubicBezTo>
                    <a:cubicBezTo>
                      <a:pt x="1" y="57705"/>
                      <a:pt x="16670" y="74374"/>
                      <a:pt x="37188" y="74374"/>
                    </a:cubicBezTo>
                    <a:cubicBezTo>
                      <a:pt x="57705" y="74374"/>
                      <a:pt x="74374" y="57705"/>
                      <a:pt x="74374" y="37188"/>
                    </a:cubicBezTo>
                    <a:cubicBezTo>
                      <a:pt x="74374" y="16670"/>
                      <a:pt x="57705" y="1"/>
                      <a:pt x="371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458;p52">
                <a:extLst>
                  <a:ext uri="{FF2B5EF4-FFF2-40B4-BE49-F238E27FC236}">
                    <a16:creationId xmlns:a16="http://schemas.microsoft.com/office/drawing/2014/main" id="{B5D19841-A025-F489-9CD2-C62C64CD3B4F}"/>
                  </a:ext>
                </a:extLst>
              </p:cNvPr>
              <p:cNvSpPr/>
              <p:nvPr/>
            </p:nvSpPr>
            <p:spPr>
              <a:xfrm>
                <a:off x="3642800" y="1918025"/>
                <a:ext cx="1087100" cy="185937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75" extrusionOk="0">
                    <a:moveTo>
                      <a:pt x="6297" y="1"/>
                    </a:moveTo>
                    <a:cubicBezTo>
                      <a:pt x="4144" y="1"/>
                      <a:pt x="2056" y="197"/>
                      <a:pt x="1" y="555"/>
                    </a:cubicBezTo>
                    <a:cubicBezTo>
                      <a:pt x="17518" y="3556"/>
                      <a:pt x="30859" y="18823"/>
                      <a:pt x="30859" y="37188"/>
                    </a:cubicBezTo>
                    <a:cubicBezTo>
                      <a:pt x="30859" y="55553"/>
                      <a:pt x="17518" y="70819"/>
                      <a:pt x="1" y="73820"/>
                    </a:cubicBezTo>
                    <a:cubicBezTo>
                      <a:pt x="2056" y="74178"/>
                      <a:pt x="4144" y="74374"/>
                      <a:pt x="6297" y="74374"/>
                    </a:cubicBezTo>
                    <a:cubicBezTo>
                      <a:pt x="26782" y="74374"/>
                      <a:pt x="43483" y="57673"/>
                      <a:pt x="43483" y="37188"/>
                    </a:cubicBezTo>
                    <a:cubicBezTo>
                      <a:pt x="43483" y="16702"/>
                      <a:pt x="26782" y="1"/>
                      <a:pt x="62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459;p52">
                <a:extLst>
                  <a:ext uri="{FF2B5EF4-FFF2-40B4-BE49-F238E27FC236}">
                    <a16:creationId xmlns:a16="http://schemas.microsoft.com/office/drawing/2014/main" id="{8B256057-F1CA-A5A0-6FA5-C912F641CCF3}"/>
                  </a:ext>
                </a:extLst>
              </p:cNvPr>
              <p:cNvSpPr/>
              <p:nvPr/>
            </p:nvSpPr>
            <p:spPr>
              <a:xfrm>
                <a:off x="3186125" y="2233625"/>
                <a:ext cx="1228175" cy="12281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27" extrusionOk="0">
                    <a:moveTo>
                      <a:pt x="20780" y="1"/>
                    </a:moveTo>
                    <a:cubicBezTo>
                      <a:pt x="19377" y="1"/>
                      <a:pt x="18268" y="1110"/>
                      <a:pt x="18268" y="2513"/>
                    </a:cubicBezTo>
                    <a:lnTo>
                      <a:pt x="18268" y="16996"/>
                    </a:lnTo>
                    <a:cubicBezTo>
                      <a:pt x="18268" y="17713"/>
                      <a:pt x="17713" y="18268"/>
                      <a:pt x="16996" y="18268"/>
                    </a:cubicBezTo>
                    <a:lnTo>
                      <a:pt x="2513" y="18268"/>
                    </a:lnTo>
                    <a:cubicBezTo>
                      <a:pt x="1110" y="18268"/>
                      <a:pt x="1" y="19377"/>
                      <a:pt x="1" y="20780"/>
                    </a:cubicBezTo>
                    <a:lnTo>
                      <a:pt x="1" y="28347"/>
                    </a:lnTo>
                    <a:cubicBezTo>
                      <a:pt x="1" y="29750"/>
                      <a:pt x="1110" y="30859"/>
                      <a:pt x="2513" y="30859"/>
                    </a:cubicBezTo>
                    <a:lnTo>
                      <a:pt x="16996" y="30859"/>
                    </a:lnTo>
                    <a:cubicBezTo>
                      <a:pt x="17713" y="30859"/>
                      <a:pt x="18268" y="31414"/>
                      <a:pt x="18268" y="32131"/>
                    </a:cubicBezTo>
                    <a:lnTo>
                      <a:pt x="18268" y="46615"/>
                    </a:lnTo>
                    <a:cubicBezTo>
                      <a:pt x="18268" y="48017"/>
                      <a:pt x="19377" y="49126"/>
                      <a:pt x="20780" y="49126"/>
                    </a:cubicBezTo>
                    <a:lnTo>
                      <a:pt x="28347" y="49126"/>
                    </a:lnTo>
                    <a:cubicBezTo>
                      <a:pt x="29750" y="49126"/>
                      <a:pt x="30859" y="48017"/>
                      <a:pt x="30859" y="46615"/>
                    </a:cubicBezTo>
                    <a:lnTo>
                      <a:pt x="30859" y="32131"/>
                    </a:lnTo>
                    <a:cubicBezTo>
                      <a:pt x="30859" y="31414"/>
                      <a:pt x="31414" y="30859"/>
                      <a:pt x="32131" y="30859"/>
                    </a:cubicBezTo>
                    <a:lnTo>
                      <a:pt x="46615" y="30859"/>
                    </a:lnTo>
                    <a:cubicBezTo>
                      <a:pt x="48017" y="30859"/>
                      <a:pt x="49126" y="29750"/>
                      <a:pt x="49126" y="28347"/>
                    </a:cubicBezTo>
                    <a:lnTo>
                      <a:pt x="49126" y="20780"/>
                    </a:lnTo>
                    <a:cubicBezTo>
                      <a:pt x="49126" y="19377"/>
                      <a:pt x="48017" y="18268"/>
                      <a:pt x="46615" y="18268"/>
                    </a:cubicBezTo>
                    <a:lnTo>
                      <a:pt x="32131" y="18268"/>
                    </a:lnTo>
                    <a:cubicBezTo>
                      <a:pt x="31414" y="18268"/>
                      <a:pt x="30859" y="17713"/>
                      <a:pt x="30859" y="16996"/>
                    </a:cubicBezTo>
                    <a:lnTo>
                      <a:pt x="30859" y="2513"/>
                    </a:lnTo>
                    <a:cubicBezTo>
                      <a:pt x="30859" y="1110"/>
                      <a:pt x="29750" y="1"/>
                      <a:pt x="283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56" name="Google Shape;1460;p52">
            <a:extLst>
              <a:ext uri="{FF2B5EF4-FFF2-40B4-BE49-F238E27FC236}">
                <a16:creationId xmlns:a16="http://schemas.microsoft.com/office/drawing/2014/main" id="{E8CDE899-51C4-1D12-108D-2D1160B50745}"/>
              </a:ext>
            </a:extLst>
          </p:cNvPr>
          <p:cNvGrpSpPr/>
          <p:nvPr/>
        </p:nvGrpSpPr>
        <p:grpSpPr>
          <a:xfrm>
            <a:off x="6762974" y="7193128"/>
            <a:ext cx="672981" cy="662979"/>
            <a:chOff x="6802850" y="1938059"/>
            <a:chExt cx="789143" cy="777415"/>
          </a:xfrm>
        </p:grpSpPr>
        <p:grpSp>
          <p:nvGrpSpPr>
            <p:cNvPr id="2757" name="Google Shape;1461;p52">
              <a:extLst>
                <a:ext uri="{FF2B5EF4-FFF2-40B4-BE49-F238E27FC236}">
                  <a16:creationId xmlns:a16="http://schemas.microsoft.com/office/drawing/2014/main" id="{536DF16B-A4CC-B637-28CC-D25CDC9D033C}"/>
                </a:ext>
              </a:extLst>
            </p:cNvPr>
            <p:cNvGrpSpPr/>
            <p:nvPr/>
          </p:nvGrpSpPr>
          <p:grpSpPr>
            <a:xfrm>
              <a:off x="6802850" y="1938059"/>
              <a:ext cx="789143" cy="777402"/>
              <a:chOff x="1190625" y="276625"/>
              <a:chExt cx="5219200" cy="5141550"/>
            </a:xfrm>
          </p:grpSpPr>
          <p:sp>
            <p:nvSpPr>
              <p:cNvPr id="2774" name="Google Shape;1462;p52">
                <a:extLst>
                  <a:ext uri="{FF2B5EF4-FFF2-40B4-BE49-F238E27FC236}">
                    <a16:creationId xmlns:a16="http://schemas.microsoft.com/office/drawing/2014/main" id="{FCF29892-A95D-442D-499D-4C2DC25BAC4E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1463;p52">
                <a:extLst>
                  <a:ext uri="{FF2B5EF4-FFF2-40B4-BE49-F238E27FC236}">
                    <a16:creationId xmlns:a16="http://schemas.microsoft.com/office/drawing/2014/main" id="{AE136B51-8948-C5D2-E5A4-326E92A0B388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1464;p52">
                <a:extLst>
                  <a:ext uri="{FF2B5EF4-FFF2-40B4-BE49-F238E27FC236}">
                    <a16:creationId xmlns:a16="http://schemas.microsoft.com/office/drawing/2014/main" id="{213F5D8A-6208-45C2-646D-6B4DF2E154DD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1465;p52">
                <a:extLst>
                  <a:ext uri="{FF2B5EF4-FFF2-40B4-BE49-F238E27FC236}">
                    <a16:creationId xmlns:a16="http://schemas.microsoft.com/office/drawing/2014/main" id="{53B845B0-55CA-C0E7-9FD6-1FE366AE2A0D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1466;p52">
                <a:extLst>
                  <a:ext uri="{FF2B5EF4-FFF2-40B4-BE49-F238E27FC236}">
                    <a16:creationId xmlns:a16="http://schemas.microsoft.com/office/drawing/2014/main" id="{372ED506-7484-42D5-DC01-7DB376F6A928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1467;p52">
                <a:extLst>
                  <a:ext uri="{FF2B5EF4-FFF2-40B4-BE49-F238E27FC236}">
                    <a16:creationId xmlns:a16="http://schemas.microsoft.com/office/drawing/2014/main" id="{B1B29664-CBBA-20F2-52F2-B60A7B73CE13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1468;p52">
                <a:extLst>
                  <a:ext uri="{FF2B5EF4-FFF2-40B4-BE49-F238E27FC236}">
                    <a16:creationId xmlns:a16="http://schemas.microsoft.com/office/drawing/2014/main" id="{FF50F1C4-D9EE-AFE8-893E-A28C58171138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1469;p52">
                <a:extLst>
                  <a:ext uri="{FF2B5EF4-FFF2-40B4-BE49-F238E27FC236}">
                    <a16:creationId xmlns:a16="http://schemas.microsoft.com/office/drawing/2014/main" id="{08035214-BB8F-99B8-97D2-3140606E66EA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1470;p52">
                <a:extLst>
                  <a:ext uri="{FF2B5EF4-FFF2-40B4-BE49-F238E27FC236}">
                    <a16:creationId xmlns:a16="http://schemas.microsoft.com/office/drawing/2014/main" id="{7C85D1D5-3246-E992-654D-65242A429E9C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1471;p52">
                <a:extLst>
                  <a:ext uri="{FF2B5EF4-FFF2-40B4-BE49-F238E27FC236}">
                    <a16:creationId xmlns:a16="http://schemas.microsoft.com/office/drawing/2014/main" id="{09C81050-61E1-DEF8-227A-BA19C148A6C3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1472;p52">
                <a:extLst>
                  <a:ext uri="{FF2B5EF4-FFF2-40B4-BE49-F238E27FC236}">
                    <a16:creationId xmlns:a16="http://schemas.microsoft.com/office/drawing/2014/main" id="{66A4803E-E36A-4B6B-64EC-F96D08CDE913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1473;p52">
                <a:extLst>
                  <a:ext uri="{FF2B5EF4-FFF2-40B4-BE49-F238E27FC236}">
                    <a16:creationId xmlns:a16="http://schemas.microsoft.com/office/drawing/2014/main" id="{288B3DB7-EC17-9783-1540-7E57A2DD09DB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1474;p52">
                <a:extLst>
                  <a:ext uri="{FF2B5EF4-FFF2-40B4-BE49-F238E27FC236}">
                    <a16:creationId xmlns:a16="http://schemas.microsoft.com/office/drawing/2014/main" id="{AD85AD77-073B-7DA6-4961-000821A44C6B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1475;p52">
                <a:extLst>
                  <a:ext uri="{FF2B5EF4-FFF2-40B4-BE49-F238E27FC236}">
                    <a16:creationId xmlns:a16="http://schemas.microsoft.com/office/drawing/2014/main" id="{DABC638E-C057-725B-47D2-DD8D08514234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1476;p52">
                <a:extLst>
                  <a:ext uri="{FF2B5EF4-FFF2-40B4-BE49-F238E27FC236}">
                    <a16:creationId xmlns:a16="http://schemas.microsoft.com/office/drawing/2014/main" id="{A49ED7B1-A78B-9B01-34FF-EA5F9ED8A8B5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8" name="Google Shape;1477;p52">
              <a:extLst>
                <a:ext uri="{FF2B5EF4-FFF2-40B4-BE49-F238E27FC236}">
                  <a16:creationId xmlns:a16="http://schemas.microsoft.com/office/drawing/2014/main" id="{7D577168-D316-8B2A-ECE1-1CEDBFC4C514}"/>
                </a:ext>
              </a:extLst>
            </p:cNvPr>
            <p:cNvGrpSpPr/>
            <p:nvPr/>
          </p:nvGrpSpPr>
          <p:grpSpPr>
            <a:xfrm>
              <a:off x="6802850" y="1938071"/>
              <a:ext cx="789143" cy="777402"/>
              <a:chOff x="1190625" y="276625"/>
              <a:chExt cx="5219200" cy="5141550"/>
            </a:xfrm>
          </p:grpSpPr>
          <p:sp>
            <p:nvSpPr>
              <p:cNvPr id="2759" name="Google Shape;1478;p52">
                <a:extLst>
                  <a:ext uri="{FF2B5EF4-FFF2-40B4-BE49-F238E27FC236}">
                    <a16:creationId xmlns:a16="http://schemas.microsoft.com/office/drawing/2014/main" id="{E896E0D3-373D-E10C-30F2-AF68B4C404EA}"/>
                  </a:ext>
                </a:extLst>
              </p:cNvPr>
              <p:cNvSpPr/>
              <p:nvPr/>
            </p:nvSpPr>
            <p:spPr>
              <a:xfrm>
                <a:off x="1190625" y="276625"/>
                <a:ext cx="3902975" cy="3943575"/>
              </a:xfrm>
              <a:custGeom>
                <a:avLst/>
                <a:gdLst/>
                <a:ahLst/>
                <a:cxnLst/>
                <a:rect l="l" t="t" r="r" b="b"/>
                <a:pathLst>
                  <a:path w="156119" h="157743" extrusionOk="0">
                    <a:moveTo>
                      <a:pt x="103703" y="0"/>
                    </a:moveTo>
                    <a:cubicBezTo>
                      <a:pt x="101154" y="0"/>
                      <a:pt x="98618" y="866"/>
                      <a:pt x="96555" y="2570"/>
                    </a:cubicBezTo>
                    <a:lnTo>
                      <a:pt x="31054" y="56556"/>
                    </a:lnTo>
                    <a:cubicBezTo>
                      <a:pt x="29586" y="57763"/>
                      <a:pt x="27694" y="58448"/>
                      <a:pt x="25802" y="58448"/>
                    </a:cubicBezTo>
                    <a:lnTo>
                      <a:pt x="4143" y="58448"/>
                    </a:lnTo>
                    <a:cubicBezTo>
                      <a:pt x="1859" y="58448"/>
                      <a:pt x="0" y="60275"/>
                      <a:pt x="0" y="62558"/>
                    </a:cubicBezTo>
                    <a:lnTo>
                      <a:pt x="0" y="136246"/>
                    </a:lnTo>
                    <a:cubicBezTo>
                      <a:pt x="0" y="138530"/>
                      <a:pt x="1859" y="140356"/>
                      <a:pt x="4143" y="140356"/>
                    </a:cubicBezTo>
                    <a:lnTo>
                      <a:pt x="36795" y="140356"/>
                    </a:lnTo>
                    <a:cubicBezTo>
                      <a:pt x="39535" y="140356"/>
                      <a:pt x="42112" y="141726"/>
                      <a:pt x="43645" y="143977"/>
                    </a:cubicBezTo>
                    <a:cubicBezTo>
                      <a:pt x="49517" y="152589"/>
                      <a:pt x="59270" y="157743"/>
                      <a:pt x="69676" y="157743"/>
                    </a:cubicBezTo>
                    <a:lnTo>
                      <a:pt x="132632" y="157743"/>
                    </a:lnTo>
                    <a:lnTo>
                      <a:pt x="156119" y="41877"/>
                    </a:lnTo>
                    <a:lnTo>
                      <a:pt x="102068" y="41877"/>
                    </a:lnTo>
                    <a:cubicBezTo>
                      <a:pt x="99752" y="41877"/>
                      <a:pt x="98382" y="39300"/>
                      <a:pt x="99654" y="37375"/>
                    </a:cubicBezTo>
                    <a:lnTo>
                      <a:pt x="113028" y="17543"/>
                    </a:lnTo>
                    <a:cubicBezTo>
                      <a:pt x="116583" y="12291"/>
                      <a:pt x="115083" y="5147"/>
                      <a:pt x="109733" y="1755"/>
                    </a:cubicBezTo>
                    <a:cubicBezTo>
                      <a:pt x="107883" y="580"/>
                      <a:pt x="105789" y="0"/>
                      <a:pt x="103703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1479;p52">
                <a:extLst>
                  <a:ext uri="{FF2B5EF4-FFF2-40B4-BE49-F238E27FC236}">
                    <a16:creationId xmlns:a16="http://schemas.microsoft.com/office/drawing/2014/main" id="{20719EC8-B675-A324-6B9B-8240C623C6B5}"/>
                  </a:ext>
                </a:extLst>
              </p:cNvPr>
              <p:cNvSpPr/>
              <p:nvPr/>
            </p:nvSpPr>
            <p:spPr>
              <a:xfrm>
                <a:off x="4226700" y="1323550"/>
                <a:ext cx="218312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87325" h="28967" extrusionOk="0">
                    <a:moveTo>
                      <a:pt x="1" y="0"/>
                    </a:moveTo>
                    <a:lnTo>
                      <a:pt x="1" y="28966"/>
                    </a:lnTo>
                    <a:lnTo>
                      <a:pt x="72841" y="28966"/>
                    </a:lnTo>
                    <a:cubicBezTo>
                      <a:pt x="80833" y="28966"/>
                      <a:pt x="87324" y="22475"/>
                      <a:pt x="87324" y="14483"/>
                    </a:cubicBezTo>
                    <a:cubicBezTo>
                      <a:pt x="87324" y="6491"/>
                      <a:pt x="80833" y="0"/>
                      <a:pt x="72841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1480;p52">
                <a:extLst>
                  <a:ext uri="{FF2B5EF4-FFF2-40B4-BE49-F238E27FC236}">
                    <a16:creationId xmlns:a16="http://schemas.microsoft.com/office/drawing/2014/main" id="{44F67D41-9BDE-D348-0319-07F55AA55B93}"/>
                  </a:ext>
                </a:extLst>
              </p:cNvPr>
              <p:cNvSpPr/>
              <p:nvPr/>
            </p:nvSpPr>
            <p:spPr>
              <a:xfrm>
                <a:off x="3606125" y="1323550"/>
                <a:ext cx="2803700" cy="879125"/>
              </a:xfrm>
              <a:custGeom>
                <a:avLst/>
                <a:gdLst/>
                <a:ahLst/>
                <a:cxnLst/>
                <a:rect l="l" t="t" r="r" b="b"/>
                <a:pathLst>
                  <a:path w="112148" h="35165" extrusionOk="0">
                    <a:moveTo>
                      <a:pt x="97142" y="0"/>
                    </a:moveTo>
                    <a:cubicBezTo>
                      <a:pt x="98773" y="2349"/>
                      <a:pt x="99719" y="5187"/>
                      <a:pt x="99719" y="8285"/>
                    </a:cubicBezTo>
                    <a:cubicBezTo>
                      <a:pt x="99719" y="16277"/>
                      <a:pt x="93260" y="22769"/>
                      <a:pt x="85236" y="22769"/>
                    </a:cubicBezTo>
                    <a:lnTo>
                      <a:pt x="9623" y="22769"/>
                    </a:lnTo>
                    <a:cubicBezTo>
                      <a:pt x="4306" y="22769"/>
                      <a:pt x="0" y="27075"/>
                      <a:pt x="0" y="32392"/>
                    </a:cubicBezTo>
                    <a:lnTo>
                      <a:pt x="0" y="35164"/>
                    </a:lnTo>
                    <a:lnTo>
                      <a:pt x="9329" y="28966"/>
                    </a:lnTo>
                    <a:lnTo>
                      <a:pt x="97664" y="28966"/>
                    </a:lnTo>
                    <a:cubicBezTo>
                      <a:pt x="105656" y="28966"/>
                      <a:pt x="112147" y="22475"/>
                      <a:pt x="112147" y="14483"/>
                    </a:cubicBezTo>
                    <a:cubicBezTo>
                      <a:pt x="112147" y="6491"/>
                      <a:pt x="105656" y="0"/>
                      <a:pt x="97664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1481;p52">
                <a:extLst>
                  <a:ext uri="{FF2B5EF4-FFF2-40B4-BE49-F238E27FC236}">
                    <a16:creationId xmlns:a16="http://schemas.microsoft.com/office/drawing/2014/main" id="{211D67D3-F93A-1612-B8EE-2CE45C371477}"/>
                  </a:ext>
                </a:extLst>
              </p:cNvPr>
              <p:cNvSpPr/>
              <p:nvPr/>
            </p:nvSpPr>
            <p:spPr>
              <a:xfrm>
                <a:off x="3284000" y="2047700"/>
                <a:ext cx="1887900" cy="2172500"/>
              </a:xfrm>
              <a:custGeom>
                <a:avLst/>
                <a:gdLst/>
                <a:ahLst/>
                <a:cxnLst/>
                <a:rect l="l" t="t" r="r" b="b"/>
                <a:pathLst>
                  <a:path w="75516" h="86900" extrusionOk="0">
                    <a:moveTo>
                      <a:pt x="21170" y="0"/>
                    </a:moveTo>
                    <a:cubicBezTo>
                      <a:pt x="13179" y="0"/>
                      <a:pt x="6687" y="6492"/>
                      <a:pt x="6687" y="14484"/>
                    </a:cubicBezTo>
                    <a:cubicBezTo>
                      <a:pt x="6687" y="16865"/>
                      <a:pt x="7405" y="19083"/>
                      <a:pt x="8416" y="21073"/>
                    </a:cubicBezTo>
                    <a:cubicBezTo>
                      <a:pt x="10341" y="24792"/>
                      <a:pt x="9427" y="29424"/>
                      <a:pt x="6100" y="32001"/>
                    </a:cubicBezTo>
                    <a:cubicBezTo>
                      <a:pt x="3784" y="33795"/>
                      <a:pt x="2023" y="36274"/>
                      <a:pt x="1142" y="39144"/>
                    </a:cubicBezTo>
                    <a:cubicBezTo>
                      <a:pt x="522" y="41069"/>
                      <a:pt x="489" y="42602"/>
                      <a:pt x="489" y="43450"/>
                    </a:cubicBezTo>
                    <a:cubicBezTo>
                      <a:pt x="424" y="47234"/>
                      <a:pt x="1892" y="50757"/>
                      <a:pt x="3458" y="53432"/>
                    </a:cubicBezTo>
                    <a:cubicBezTo>
                      <a:pt x="4991" y="56074"/>
                      <a:pt x="4926" y="59336"/>
                      <a:pt x="3230" y="61913"/>
                    </a:cubicBezTo>
                    <a:cubicBezTo>
                      <a:pt x="1533" y="64425"/>
                      <a:pt x="0" y="68046"/>
                      <a:pt x="489" y="72417"/>
                    </a:cubicBezTo>
                    <a:cubicBezTo>
                      <a:pt x="1272" y="79560"/>
                      <a:pt x="7144" y="85595"/>
                      <a:pt x="14973" y="86900"/>
                    </a:cubicBezTo>
                    <a:lnTo>
                      <a:pt x="41982" y="86900"/>
                    </a:lnTo>
                    <a:cubicBezTo>
                      <a:pt x="50104" y="86900"/>
                      <a:pt x="56922" y="80245"/>
                      <a:pt x="56759" y="72123"/>
                    </a:cubicBezTo>
                    <a:cubicBezTo>
                      <a:pt x="56596" y="64262"/>
                      <a:pt x="50170" y="57933"/>
                      <a:pt x="42276" y="57933"/>
                    </a:cubicBezTo>
                    <a:lnTo>
                      <a:pt x="54410" y="57933"/>
                    </a:lnTo>
                    <a:cubicBezTo>
                      <a:pt x="62532" y="57933"/>
                      <a:pt x="69317" y="51279"/>
                      <a:pt x="69154" y="43157"/>
                    </a:cubicBezTo>
                    <a:cubicBezTo>
                      <a:pt x="69024" y="35295"/>
                      <a:pt x="62598" y="28967"/>
                      <a:pt x="54671" y="28967"/>
                    </a:cubicBezTo>
                    <a:lnTo>
                      <a:pt x="60901" y="28967"/>
                    </a:lnTo>
                    <a:cubicBezTo>
                      <a:pt x="68795" y="28967"/>
                      <a:pt x="75222" y="22639"/>
                      <a:pt x="75385" y="14777"/>
                    </a:cubicBezTo>
                    <a:cubicBezTo>
                      <a:pt x="75515" y="6655"/>
                      <a:pt x="68730" y="0"/>
                      <a:pt x="60608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1482;p52">
                <a:extLst>
                  <a:ext uri="{FF2B5EF4-FFF2-40B4-BE49-F238E27FC236}">
                    <a16:creationId xmlns:a16="http://schemas.microsoft.com/office/drawing/2014/main" id="{2957B710-DBE5-42B1-D5B1-0380B41006FA}"/>
                  </a:ext>
                </a:extLst>
              </p:cNvPr>
              <p:cNvSpPr/>
              <p:nvPr/>
            </p:nvSpPr>
            <p:spPr>
              <a:xfrm>
                <a:off x="3761050" y="2047700"/>
                <a:ext cx="1717475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8967" extrusionOk="0">
                    <a:moveTo>
                      <a:pt x="14484" y="0"/>
                    </a:moveTo>
                    <a:cubicBezTo>
                      <a:pt x="6492" y="0"/>
                      <a:pt x="1" y="6492"/>
                      <a:pt x="1" y="14484"/>
                    </a:cubicBezTo>
                    <a:cubicBezTo>
                      <a:pt x="1" y="22476"/>
                      <a:pt x="6492" y="28967"/>
                      <a:pt x="14484" y="28967"/>
                    </a:cubicBezTo>
                    <a:lnTo>
                      <a:pt x="54215" y="28967"/>
                    </a:lnTo>
                    <a:cubicBezTo>
                      <a:pt x="62207" y="28967"/>
                      <a:pt x="68698" y="22476"/>
                      <a:pt x="68698" y="14484"/>
                    </a:cubicBezTo>
                    <a:cubicBezTo>
                      <a:pt x="68698" y="6492"/>
                      <a:pt x="62207" y="0"/>
                      <a:pt x="5421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1483;p52">
                <a:extLst>
                  <a:ext uri="{FF2B5EF4-FFF2-40B4-BE49-F238E27FC236}">
                    <a16:creationId xmlns:a16="http://schemas.microsoft.com/office/drawing/2014/main" id="{81A12657-7F6C-5BBE-F24F-17598CB38AC9}"/>
                  </a:ext>
                </a:extLst>
              </p:cNvPr>
              <p:cNvSpPr/>
              <p:nvPr/>
            </p:nvSpPr>
            <p:spPr>
              <a:xfrm>
                <a:off x="3761050" y="2254825"/>
                <a:ext cx="1717475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9" h="20682" extrusionOk="0">
                    <a:moveTo>
                      <a:pt x="1403" y="1"/>
                    </a:moveTo>
                    <a:cubicBezTo>
                      <a:pt x="523" y="1893"/>
                      <a:pt x="1" y="3981"/>
                      <a:pt x="1" y="6199"/>
                    </a:cubicBezTo>
                    <a:cubicBezTo>
                      <a:pt x="1" y="14191"/>
                      <a:pt x="6492" y="20682"/>
                      <a:pt x="14484" y="20682"/>
                    </a:cubicBezTo>
                    <a:lnTo>
                      <a:pt x="54215" y="20682"/>
                    </a:lnTo>
                    <a:cubicBezTo>
                      <a:pt x="62207" y="20682"/>
                      <a:pt x="68698" y="14191"/>
                      <a:pt x="68698" y="6199"/>
                    </a:cubicBezTo>
                    <a:cubicBezTo>
                      <a:pt x="68698" y="3981"/>
                      <a:pt x="68209" y="1893"/>
                      <a:pt x="67296" y="1"/>
                    </a:cubicBezTo>
                    <a:cubicBezTo>
                      <a:pt x="64980" y="4894"/>
                      <a:pt x="59989" y="8286"/>
                      <a:pt x="54215" y="8286"/>
                    </a:cubicBezTo>
                    <a:lnTo>
                      <a:pt x="14484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1484;p52">
                <a:extLst>
                  <a:ext uri="{FF2B5EF4-FFF2-40B4-BE49-F238E27FC236}">
                    <a16:creationId xmlns:a16="http://schemas.microsoft.com/office/drawing/2014/main" id="{2EA6D460-85F6-FEAC-6D72-E08B2357DD3E}"/>
                  </a:ext>
                </a:extLst>
              </p:cNvPr>
              <p:cNvSpPr/>
              <p:nvPr/>
            </p:nvSpPr>
            <p:spPr>
              <a:xfrm>
                <a:off x="3606125" y="2771850"/>
                <a:ext cx="1717450" cy="72420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8968" extrusionOk="0">
                    <a:moveTo>
                      <a:pt x="14483" y="1"/>
                    </a:moveTo>
                    <a:cubicBezTo>
                      <a:pt x="6491" y="1"/>
                      <a:pt x="0" y="6492"/>
                      <a:pt x="0" y="14484"/>
                    </a:cubicBezTo>
                    <a:cubicBezTo>
                      <a:pt x="0" y="22476"/>
                      <a:pt x="6491" y="28967"/>
                      <a:pt x="14483" y="28967"/>
                    </a:cubicBezTo>
                    <a:lnTo>
                      <a:pt x="54214" y="28967"/>
                    </a:lnTo>
                    <a:cubicBezTo>
                      <a:pt x="62206" y="28967"/>
                      <a:pt x="68697" y="22476"/>
                      <a:pt x="68697" y="14484"/>
                    </a:cubicBezTo>
                    <a:cubicBezTo>
                      <a:pt x="68697" y="6492"/>
                      <a:pt x="62206" y="1"/>
                      <a:pt x="54214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1485;p52">
                <a:extLst>
                  <a:ext uri="{FF2B5EF4-FFF2-40B4-BE49-F238E27FC236}">
                    <a16:creationId xmlns:a16="http://schemas.microsoft.com/office/drawing/2014/main" id="{EBA315CF-3537-3946-8D88-64FB7AB43F74}"/>
                  </a:ext>
                </a:extLst>
              </p:cNvPr>
              <p:cNvSpPr/>
              <p:nvPr/>
            </p:nvSpPr>
            <p:spPr>
              <a:xfrm>
                <a:off x="3606125" y="2979000"/>
                <a:ext cx="17174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68698" h="20682" extrusionOk="0">
                    <a:moveTo>
                      <a:pt x="1403" y="0"/>
                    </a:moveTo>
                    <a:cubicBezTo>
                      <a:pt x="522" y="1892"/>
                      <a:pt x="0" y="3980"/>
                      <a:pt x="0" y="6198"/>
                    </a:cubicBezTo>
                    <a:cubicBezTo>
                      <a:pt x="0" y="14190"/>
                      <a:pt x="6491" y="20681"/>
                      <a:pt x="14483" y="20681"/>
                    </a:cubicBezTo>
                    <a:lnTo>
                      <a:pt x="54214" y="20681"/>
                    </a:lnTo>
                    <a:cubicBezTo>
                      <a:pt x="62206" y="20681"/>
                      <a:pt x="68697" y="14190"/>
                      <a:pt x="68697" y="6198"/>
                    </a:cubicBezTo>
                    <a:cubicBezTo>
                      <a:pt x="68697" y="3980"/>
                      <a:pt x="68208" y="1892"/>
                      <a:pt x="67295" y="0"/>
                    </a:cubicBezTo>
                    <a:cubicBezTo>
                      <a:pt x="64979" y="4893"/>
                      <a:pt x="59988" y="8286"/>
                      <a:pt x="54214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3"/>
                      <a:pt x="140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1486;p52">
                <a:extLst>
                  <a:ext uri="{FF2B5EF4-FFF2-40B4-BE49-F238E27FC236}">
                    <a16:creationId xmlns:a16="http://schemas.microsoft.com/office/drawing/2014/main" id="{D0144110-8779-6F56-CC57-D29ADCFCB0F7}"/>
                  </a:ext>
                </a:extLst>
              </p:cNvPr>
              <p:cNvSpPr/>
              <p:nvPr/>
            </p:nvSpPr>
            <p:spPr>
              <a:xfrm>
                <a:off x="3606125" y="3496025"/>
                <a:ext cx="1406750" cy="724175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8967" extrusionOk="0">
                    <a:moveTo>
                      <a:pt x="14483" y="0"/>
                    </a:moveTo>
                    <a:cubicBezTo>
                      <a:pt x="6491" y="0"/>
                      <a:pt x="0" y="6492"/>
                      <a:pt x="0" y="14484"/>
                    </a:cubicBezTo>
                    <a:cubicBezTo>
                      <a:pt x="0" y="22475"/>
                      <a:pt x="6491" y="28967"/>
                      <a:pt x="14483" y="28967"/>
                    </a:cubicBezTo>
                    <a:lnTo>
                      <a:pt x="41786" y="28967"/>
                    </a:lnTo>
                    <a:cubicBezTo>
                      <a:pt x="49811" y="28967"/>
                      <a:pt x="56269" y="22475"/>
                      <a:pt x="56269" y="14484"/>
                    </a:cubicBezTo>
                    <a:cubicBezTo>
                      <a:pt x="56269" y="6492"/>
                      <a:pt x="49811" y="0"/>
                      <a:pt x="41786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1487;p52">
                <a:extLst>
                  <a:ext uri="{FF2B5EF4-FFF2-40B4-BE49-F238E27FC236}">
                    <a16:creationId xmlns:a16="http://schemas.microsoft.com/office/drawing/2014/main" id="{5F8FDB37-9E46-7E6E-23FC-93578CD7F4CB}"/>
                  </a:ext>
                </a:extLst>
              </p:cNvPr>
              <p:cNvSpPr/>
              <p:nvPr/>
            </p:nvSpPr>
            <p:spPr>
              <a:xfrm>
                <a:off x="3606125" y="3703150"/>
                <a:ext cx="1406750" cy="517050"/>
              </a:xfrm>
              <a:custGeom>
                <a:avLst/>
                <a:gdLst/>
                <a:ahLst/>
                <a:cxnLst/>
                <a:rect l="l" t="t" r="r" b="b"/>
                <a:pathLst>
                  <a:path w="56270" h="20682" extrusionOk="0">
                    <a:moveTo>
                      <a:pt x="1403" y="1"/>
                    </a:moveTo>
                    <a:cubicBezTo>
                      <a:pt x="522" y="1893"/>
                      <a:pt x="0" y="3980"/>
                      <a:pt x="0" y="6199"/>
                    </a:cubicBezTo>
                    <a:cubicBezTo>
                      <a:pt x="0" y="14190"/>
                      <a:pt x="6491" y="20682"/>
                      <a:pt x="14483" y="20682"/>
                    </a:cubicBezTo>
                    <a:lnTo>
                      <a:pt x="41786" y="20682"/>
                    </a:lnTo>
                    <a:cubicBezTo>
                      <a:pt x="49811" y="20682"/>
                      <a:pt x="56269" y="14190"/>
                      <a:pt x="56269" y="6199"/>
                    </a:cubicBezTo>
                    <a:cubicBezTo>
                      <a:pt x="56269" y="3980"/>
                      <a:pt x="55780" y="1893"/>
                      <a:pt x="54899" y="1"/>
                    </a:cubicBezTo>
                    <a:cubicBezTo>
                      <a:pt x="52551" y="4894"/>
                      <a:pt x="47592" y="8286"/>
                      <a:pt x="41786" y="8286"/>
                    </a:cubicBezTo>
                    <a:lnTo>
                      <a:pt x="14483" y="8286"/>
                    </a:lnTo>
                    <a:cubicBezTo>
                      <a:pt x="8710" y="8286"/>
                      <a:pt x="3719" y="4894"/>
                      <a:pt x="1403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1488;p52">
                <a:extLst>
                  <a:ext uri="{FF2B5EF4-FFF2-40B4-BE49-F238E27FC236}">
                    <a16:creationId xmlns:a16="http://schemas.microsoft.com/office/drawing/2014/main" id="{DB6B48D9-D428-39D6-B070-97558B765B83}"/>
                  </a:ext>
                </a:extLst>
              </p:cNvPr>
              <p:cNvSpPr/>
              <p:nvPr/>
            </p:nvSpPr>
            <p:spPr>
              <a:xfrm>
                <a:off x="5845475" y="1608150"/>
                <a:ext cx="345775" cy="1549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6199" extrusionOk="0">
                    <a:moveTo>
                      <a:pt x="3099" y="0"/>
                    </a:moveTo>
                    <a:cubicBezTo>
                      <a:pt x="1403" y="0"/>
                      <a:pt x="0" y="1403"/>
                      <a:pt x="0" y="3099"/>
                    </a:cubicBezTo>
                    <a:cubicBezTo>
                      <a:pt x="0" y="4828"/>
                      <a:pt x="1403" y="6198"/>
                      <a:pt x="3099" y="6198"/>
                    </a:cubicBezTo>
                    <a:lnTo>
                      <a:pt x="10732" y="6198"/>
                    </a:lnTo>
                    <a:cubicBezTo>
                      <a:pt x="12428" y="6198"/>
                      <a:pt x="13831" y="4828"/>
                      <a:pt x="13831" y="3099"/>
                    </a:cubicBezTo>
                    <a:cubicBezTo>
                      <a:pt x="13831" y="1403"/>
                      <a:pt x="12428" y="0"/>
                      <a:pt x="107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1489;p52">
                <a:extLst>
                  <a:ext uri="{FF2B5EF4-FFF2-40B4-BE49-F238E27FC236}">
                    <a16:creationId xmlns:a16="http://schemas.microsoft.com/office/drawing/2014/main" id="{2EB380BF-AB92-B4F8-8121-6507EE351F37}"/>
                  </a:ext>
                </a:extLst>
              </p:cNvPr>
              <p:cNvSpPr/>
              <p:nvPr/>
            </p:nvSpPr>
            <p:spPr>
              <a:xfrm>
                <a:off x="5648925" y="2507650"/>
                <a:ext cx="760900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221" extrusionOk="0">
                    <a:moveTo>
                      <a:pt x="15230" y="0"/>
                    </a:moveTo>
                    <a:cubicBezTo>
                      <a:pt x="14631" y="0"/>
                      <a:pt x="14027" y="261"/>
                      <a:pt x="13603" y="783"/>
                    </a:cubicBezTo>
                    <a:cubicBezTo>
                      <a:pt x="9689" y="5611"/>
                      <a:pt x="1" y="18300"/>
                      <a:pt x="1" y="24987"/>
                    </a:cubicBezTo>
                    <a:cubicBezTo>
                      <a:pt x="1" y="33403"/>
                      <a:pt x="6818" y="40220"/>
                      <a:pt x="15234" y="40220"/>
                    </a:cubicBezTo>
                    <a:cubicBezTo>
                      <a:pt x="23618" y="40220"/>
                      <a:pt x="30435" y="33403"/>
                      <a:pt x="30435" y="24987"/>
                    </a:cubicBezTo>
                    <a:cubicBezTo>
                      <a:pt x="30435" y="18300"/>
                      <a:pt x="20747" y="5611"/>
                      <a:pt x="16833" y="783"/>
                    </a:cubicBezTo>
                    <a:cubicBezTo>
                      <a:pt x="16425" y="261"/>
                      <a:pt x="15830" y="0"/>
                      <a:pt x="152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1490;p52">
                <a:extLst>
                  <a:ext uri="{FF2B5EF4-FFF2-40B4-BE49-F238E27FC236}">
                    <a16:creationId xmlns:a16="http://schemas.microsoft.com/office/drawing/2014/main" id="{6C5BA8FA-194D-B33D-99F9-FBC06BE0A76C}"/>
                  </a:ext>
                </a:extLst>
              </p:cNvPr>
              <p:cNvSpPr/>
              <p:nvPr/>
            </p:nvSpPr>
            <p:spPr>
              <a:xfrm>
                <a:off x="5874000" y="2507650"/>
                <a:ext cx="535825" cy="1005525"/>
              </a:xfrm>
              <a:custGeom>
                <a:avLst/>
                <a:gdLst/>
                <a:ahLst/>
                <a:cxnLst/>
                <a:rect l="l" t="t" r="r" b="b"/>
                <a:pathLst>
                  <a:path w="21433" h="40221" extrusionOk="0">
                    <a:moveTo>
                      <a:pt x="6227" y="0"/>
                    </a:moveTo>
                    <a:cubicBezTo>
                      <a:pt x="5628" y="0"/>
                      <a:pt x="5024" y="261"/>
                      <a:pt x="4600" y="783"/>
                    </a:cubicBezTo>
                    <a:cubicBezTo>
                      <a:pt x="3459" y="2218"/>
                      <a:pt x="1795" y="4339"/>
                      <a:pt x="1" y="6785"/>
                    </a:cubicBezTo>
                    <a:cubicBezTo>
                      <a:pt x="4209" y="12624"/>
                      <a:pt x="9004" y="20290"/>
                      <a:pt x="9004" y="25020"/>
                    </a:cubicBezTo>
                    <a:cubicBezTo>
                      <a:pt x="9004" y="31185"/>
                      <a:pt x="5318" y="36502"/>
                      <a:pt x="1" y="38883"/>
                    </a:cubicBezTo>
                    <a:cubicBezTo>
                      <a:pt x="1925" y="39731"/>
                      <a:pt x="4013" y="40220"/>
                      <a:pt x="6231" y="40220"/>
                    </a:cubicBezTo>
                    <a:cubicBezTo>
                      <a:pt x="14615" y="40220"/>
                      <a:pt x="21432" y="33403"/>
                      <a:pt x="21432" y="25020"/>
                    </a:cubicBezTo>
                    <a:cubicBezTo>
                      <a:pt x="21432" y="18300"/>
                      <a:pt x="11744" y="5611"/>
                      <a:pt x="7830" y="783"/>
                    </a:cubicBezTo>
                    <a:cubicBezTo>
                      <a:pt x="7422" y="261"/>
                      <a:pt x="6827" y="0"/>
                      <a:pt x="6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1491;p52">
                <a:extLst>
                  <a:ext uri="{FF2B5EF4-FFF2-40B4-BE49-F238E27FC236}">
                    <a16:creationId xmlns:a16="http://schemas.microsoft.com/office/drawing/2014/main" id="{32D9CC3B-A287-7F65-F975-4C48A27DA72A}"/>
                  </a:ext>
                </a:extLst>
              </p:cNvPr>
              <p:cNvSpPr/>
              <p:nvPr/>
            </p:nvSpPr>
            <p:spPr>
              <a:xfrm>
                <a:off x="5183275" y="4413250"/>
                <a:ext cx="7609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30436" h="40197" extrusionOk="0">
                    <a:moveTo>
                      <a:pt x="15234" y="1"/>
                    </a:moveTo>
                    <a:cubicBezTo>
                      <a:pt x="14639" y="1"/>
                      <a:pt x="14044" y="253"/>
                      <a:pt x="13636" y="759"/>
                    </a:cubicBezTo>
                    <a:cubicBezTo>
                      <a:pt x="9722" y="5619"/>
                      <a:pt x="1" y="18308"/>
                      <a:pt x="1" y="24996"/>
                    </a:cubicBezTo>
                    <a:cubicBezTo>
                      <a:pt x="1" y="33411"/>
                      <a:pt x="6818" y="40196"/>
                      <a:pt x="15234" y="40196"/>
                    </a:cubicBezTo>
                    <a:cubicBezTo>
                      <a:pt x="23618" y="40196"/>
                      <a:pt x="30435" y="33411"/>
                      <a:pt x="30435" y="24996"/>
                    </a:cubicBezTo>
                    <a:cubicBezTo>
                      <a:pt x="30435" y="18308"/>
                      <a:pt x="20747" y="5619"/>
                      <a:pt x="16833" y="759"/>
                    </a:cubicBezTo>
                    <a:cubicBezTo>
                      <a:pt x="16425" y="253"/>
                      <a:pt x="15830" y="1"/>
                      <a:pt x="152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1492;p52">
                <a:extLst>
                  <a:ext uri="{FF2B5EF4-FFF2-40B4-BE49-F238E27FC236}">
                    <a16:creationId xmlns:a16="http://schemas.microsoft.com/office/drawing/2014/main" id="{7B094ED8-ABAD-B45A-A2CB-E6335087EADA}"/>
                  </a:ext>
                </a:extLst>
              </p:cNvPr>
              <p:cNvSpPr/>
              <p:nvPr/>
            </p:nvSpPr>
            <p:spPr>
              <a:xfrm>
                <a:off x="5409175" y="4413250"/>
                <a:ext cx="535000" cy="1004925"/>
              </a:xfrm>
              <a:custGeom>
                <a:avLst/>
                <a:gdLst/>
                <a:ahLst/>
                <a:cxnLst/>
                <a:rect l="l" t="t" r="r" b="b"/>
                <a:pathLst>
                  <a:path w="21400" h="40197" extrusionOk="0">
                    <a:moveTo>
                      <a:pt x="6198" y="1"/>
                    </a:moveTo>
                    <a:cubicBezTo>
                      <a:pt x="5603" y="1"/>
                      <a:pt x="5008" y="253"/>
                      <a:pt x="4600" y="759"/>
                    </a:cubicBezTo>
                    <a:cubicBezTo>
                      <a:pt x="3426" y="2194"/>
                      <a:pt x="1762" y="4347"/>
                      <a:pt x="1" y="6794"/>
                    </a:cubicBezTo>
                    <a:cubicBezTo>
                      <a:pt x="4176" y="12600"/>
                      <a:pt x="9004" y="20266"/>
                      <a:pt x="9004" y="24996"/>
                    </a:cubicBezTo>
                    <a:cubicBezTo>
                      <a:pt x="9004" y="31193"/>
                      <a:pt x="5285" y="36510"/>
                      <a:pt x="1" y="38892"/>
                    </a:cubicBezTo>
                    <a:cubicBezTo>
                      <a:pt x="1893" y="39740"/>
                      <a:pt x="3980" y="40196"/>
                      <a:pt x="6198" y="40196"/>
                    </a:cubicBezTo>
                    <a:cubicBezTo>
                      <a:pt x="14582" y="40196"/>
                      <a:pt x="21399" y="33411"/>
                      <a:pt x="21399" y="24996"/>
                    </a:cubicBezTo>
                    <a:cubicBezTo>
                      <a:pt x="21399" y="18308"/>
                      <a:pt x="11711" y="5619"/>
                      <a:pt x="7797" y="759"/>
                    </a:cubicBezTo>
                    <a:cubicBezTo>
                      <a:pt x="7389" y="253"/>
                      <a:pt x="6794" y="1"/>
                      <a:pt x="61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89" name="Rectangle 4">
            <a:extLst>
              <a:ext uri="{FF2B5EF4-FFF2-40B4-BE49-F238E27FC236}">
                <a16:creationId xmlns:a16="http://schemas.microsoft.com/office/drawing/2014/main" id="{A8660064-D01C-4832-4BB6-0F97C2CD843C}"/>
              </a:ext>
            </a:extLst>
          </p:cNvPr>
          <p:cNvSpPr txBox="1">
            <a:spLocks noChangeArrowheads="1"/>
          </p:cNvSpPr>
          <p:nvPr/>
        </p:nvSpPr>
        <p:spPr bwMode="auto">
          <a:xfrm rot="1587748">
            <a:off x="5416093" y="6741040"/>
            <a:ext cx="37251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tkinson Hyperlegible" panose="020B0604020202020204" charset="0"/>
              </a:rPr>
              <a:t>SQL: Implementation code.</a:t>
            </a:r>
          </a:p>
          <a:p>
            <a:pPr eaLnBrk="0" fontAlgn="base" hangingPunct="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tkinson Hyperlegible" panose="020B0604020202020204" charset="0"/>
              </a:rPr>
              <a:t>Relational Algebra: Theoretical expression.</a:t>
            </a:r>
          </a:p>
          <a:p>
            <a:pPr eaLnBrk="0" fontAlgn="base" hangingPunct="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tkinson Hyperlegible" panose="020B0604020202020204" charset="0"/>
              </a:rPr>
              <a:t>Query Tree: Visual execution plan.</a:t>
            </a:r>
          </a:p>
        </p:txBody>
      </p:sp>
      <p:sp>
        <p:nvSpPr>
          <p:cNvPr id="2790" name="Google Shape;1406;p51">
            <a:extLst>
              <a:ext uri="{FF2B5EF4-FFF2-40B4-BE49-F238E27FC236}">
                <a16:creationId xmlns:a16="http://schemas.microsoft.com/office/drawing/2014/main" id="{1CB1EAC2-D313-0131-C383-CCA0763844B9}"/>
              </a:ext>
            </a:extLst>
          </p:cNvPr>
          <p:cNvSpPr/>
          <p:nvPr/>
        </p:nvSpPr>
        <p:spPr>
          <a:xfrm rot="20304399">
            <a:off x="-1613679" y="603062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1408;p51">
            <a:extLst>
              <a:ext uri="{FF2B5EF4-FFF2-40B4-BE49-F238E27FC236}">
                <a16:creationId xmlns:a16="http://schemas.microsoft.com/office/drawing/2014/main" id="{CBBDF319-3EA7-4222-BEDA-000F6CC4238E}"/>
              </a:ext>
            </a:extLst>
          </p:cNvPr>
          <p:cNvSpPr/>
          <p:nvPr/>
        </p:nvSpPr>
        <p:spPr>
          <a:xfrm rot="271912">
            <a:off x="11089807" y="-1500611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2" name="Picture 2791">
            <a:extLst>
              <a:ext uri="{FF2B5EF4-FFF2-40B4-BE49-F238E27FC236}">
                <a16:creationId xmlns:a16="http://schemas.microsoft.com/office/drawing/2014/main" id="{706D22E3-34A4-FDE3-5065-422F3C15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1764" r="141764"/>
          <a:stretch>
            <a:fillRect/>
          </a:stretch>
        </p:blipFill>
        <p:spPr>
          <a:xfrm>
            <a:off x="898851" y="1303672"/>
            <a:ext cx="2822693" cy="2536156"/>
          </a:xfrm>
          <a:prstGeom prst="rect">
            <a:avLst/>
          </a:prstGeom>
        </p:spPr>
      </p:pic>
      <p:pic>
        <p:nvPicPr>
          <p:cNvPr id="2793" name="Picture 2792">
            <a:extLst>
              <a:ext uri="{FF2B5EF4-FFF2-40B4-BE49-F238E27FC236}">
                <a16:creationId xmlns:a16="http://schemas.microsoft.com/office/drawing/2014/main" id="{2648394D-C074-936F-6E06-DA34713C5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106" y="1881362"/>
            <a:ext cx="2243522" cy="591363"/>
          </a:xfrm>
          <a:prstGeom prst="rect">
            <a:avLst/>
          </a:prstGeom>
        </p:spPr>
      </p:pic>
      <p:pic>
        <p:nvPicPr>
          <p:cNvPr id="2794" name="Picture 2793">
            <a:extLst>
              <a:ext uri="{FF2B5EF4-FFF2-40B4-BE49-F238E27FC236}">
                <a16:creationId xmlns:a16="http://schemas.microsoft.com/office/drawing/2014/main" id="{59BC717A-5D2D-034E-AA5B-287CB9D26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4491" y="1875389"/>
            <a:ext cx="2243522" cy="591363"/>
          </a:xfrm>
          <a:prstGeom prst="rect">
            <a:avLst/>
          </a:prstGeom>
        </p:spPr>
      </p:pic>
      <p:pic>
        <p:nvPicPr>
          <p:cNvPr id="2795" name="Picture 2794">
            <a:extLst>
              <a:ext uri="{FF2B5EF4-FFF2-40B4-BE49-F238E27FC236}">
                <a16:creationId xmlns:a16="http://schemas.microsoft.com/office/drawing/2014/main" id="{79A9427F-46C8-66A9-7E50-3D9B3C52E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6876" y="1855146"/>
            <a:ext cx="2243522" cy="597460"/>
          </a:xfrm>
          <a:prstGeom prst="rect">
            <a:avLst/>
          </a:prstGeom>
        </p:spPr>
      </p:pic>
      <p:pic>
        <p:nvPicPr>
          <p:cNvPr id="2796" name="Picture 2795">
            <a:extLst>
              <a:ext uri="{FF2B5EF4-FFF2-40B4-BE49-F238E27FC236}">
                <a16:creationId xmlns:a16="http://schemas.microsoft.com/office/drawing/2014/main" id="{4848550D-6254-6520-9978-4FE671E16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2996" y="-1921981"/>
            <a:ext cx="3481118" cy="816935"/>
          </a:xfrm>
          <a:prstGeom prst="rect">
            <a:avLst/>
          </a:prstGeom>
        </p:spPr>
      </p:pic>
      <p:grpSp>
        <p:nvGrpSpPr>
          <p:cNvPr id="2802" name="Group 2801">
            <a:extLst>
              <a:ext uri="{FF2B5EF4-FFF2-40B4-BE49-F238E27FC236}">
                <a16:creationId xmlns:a16="http://schemas.microsoft.com/office/drawing/2014/main" id="{3AE2F863-231D-E6BC-4C4C-16AB823D3802}"/>
              </a:ext>
            </a:extLst>
          </p:cNvPr>
          <p:cNvGrpSpPr/>
          <p:nvPr/>
        </p:nvGrpSpPr>
        <p:grpSpPr>
          <a:xfrm>
            <a:off x="10332106" y="-760494"/>
            <a:ext cx="9083360" cy="6426200"/>
            <a:chOff x="-5638259" y="-259695"/>
            <a:chExt cx="8685719" cy="5643564"/>
          </a:xfrm>
        </p:grpSpPr>
        <p:sp>
          <p:nvSpPr>
            <p:cNvPr id="2803" name="Flowchart: Stored Data 2802">
              <a:extLst>
                <a:ext uri="{FF2B5EF4-FFF2-40B4-BE49-F238E27FC236}">
                  <a16:creationId xmlns:a16="http://schemas.microsoft.com/office/drawing/2014/main" id="{7C946903-7726-455D-F678-2166FF779613}"/>
                </a:ext>
              </a:extLst>
            </p:cNvPr>
            <p:cNvSpPr/>
            <p:nvPr/>
          </p:nvSpPr>
          <p:spPr>
            <a:xfrm rot="10800000">
              <a:off x="-3581399" y="-259424"/>
              <a:ext cx="2514059" cy="5636941"/>
            </a:xfrm>
            <a:prstGeom prst="flowChartOnlineStorage">
              <a:avLst/>
            </a:prstGeom>
            <a:solidFill>
              <a:srgbClr val="B0D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FC9E2"/>
                </a:solidFill>
              </a:endParaRPr>
            </a:p>
          </p:txBody>
        </p:sp>
        <p:sp>
          <p:nvSpPr>
            <p:cNvPr id="2804" name="Flowchart: Stored Data 2803">
              <a:extLst>
                <a:ext uri="{FF2B5EF4-FFF2-40B4-BE49-F238E27FC236}">
                  <a16:creationId xmlns:a16="http://schemas.microsoft.com/office/drawing/2014/main" id="{D73C8AD9-318F-FEDF-4474-40DE769B13C6}"/>
                </a:ext>
              </a:extLst>
            </p:cNvPr>
            <p:cNvSpPr/>
            <p:nvPr/>
          </p:nvSpPr>
          <p:spPr>
            <a:xfrm rot="10800000">
              <a:off x="-5638259" y="-253072"/>
              <a:ext cx="2514059" cy="5636941"/>
            </a:xfrm>
            <a:prstGeom prst="flowChartOnlineStorage">
              <a:avLst/>
            </a:prstGeom>
            <a:solidFill>
              <a:srgbClr val="FAED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5" name="Flowchart: Stored Data 2804">
              <a:extLst>
                <a:ext uri="{FF2B5EF4-FFF2-40B4-BE49-F238E27FC236}">
                  <a16:creationId xmlns:a16="http://schemas.microsoft.com/office/drawing/2014/main" id="{E18369FF-5F3F-4332-50CF-214744BB3C90}"/>
                </a:ext>
              </a:extLst>
            </p:cNvPr>
            <p:cNvSpPr/>
            <p:nvPr/>
          </p:nvSpPr>
          <p:spPr>
            <a:xfrm rot="10800000">
              <a:off x="533401" y="-259695"/>
              <a:ext cx="2514059" cy="5636941"/>
            </a:xfrm>
            <a:prstGeom prst="flowChartOnlineStorage">
              <a:avLst/>
            </a:prstGeom>
            <a:solidFill>
              <a:srgbClr val="FE69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  <p:sp>
          <p:nvSpPr>
            <p:cNvPr id="2806" name="Flowchart: Stored Data 2805">
              <a:extLst>
                <a:ext uri="{FF2B5EF4-FFF2-40B4-BE49-F238E27FC236}">
                  <a16:creationId xmlns:a16="http://schemas.microsoft.com/office/drawing/2014/main" id="{DF59FB80-F31F-6BCF-DCD0-910483E729BF}"/>
                </a:ext>
              </a:extLst>
            </p:cNvPr>
            <p:cNvSpPr/>
            <p:nvPr/>
          </p:nvSpPr>
          <p:spPr>
            <a:xfrm rot="10800000">
              <a:off x="-1523999" y="-259423"/>
              <a:ext cx="2514059" cy="5636941"/>
            </a:xfrm>
            <a:prstGeom prst="flowChartOnlineStorage">
              <a:avLst/>
            </a:prstGeom>
            <a:solidFill>
              <a:srgbClr val="59BF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</p:grpSp>
      <p:sp>
        <p:nvSpPr>
          <p:cNvPr id="2814" name="Google Shape;1406;p51">
            <a:extLst>
              <a:ext uri="{FF2B5EF4-FFF2-40B4-BE49-F238E27FC236}">
                <a16:creationId xmlns:a16="http://schemas.microsoft.com/office/drawing/2014/main" id="{E3B839A7-C66A-E9F8-7D4C-C2D5E1C17E29}"/>
              </a:ext>
            </a:extLst>
          </p:cNvPr>
          <p:cNvSpPr/>
          <p:nvPr/>
        </p:nvSpPr>
        <p:spPr>
          <a:xfrm rot="16200000">
            <a:off x="-3428346" y="-259404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5" name="Google Shape;1406;p51">
            <a:extLst>
              <a:ext uri="{FF2B5EF4-FFF2-40B4-BE49-F238E27FC236}">
                <a16:creationId xmlns:a16="http://schemas.microsoft.com/office/drawing/2014/main" id="{9F24BD82-4DA8-D480-0592-42F6FD348021}"/>
              </a:ext>
            </a:extLst>
          </p:cNvPr>
          <p:cNvSpPr/>
          <p:nvPr/>
        </p:nvSpPr>
        <p:spPr>
          <a:xfrm rot="16200000">
            <a:off x="-3428346" y="-107004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6" name="Google Shape;1406;p51">
            <a:extLst>
              <a:ext uri="{FF2B5EF4-FFF2-40B4-BE49-F238E27FC236}">
                <a16:creationId xmlns:a16="http://schemas.microsoft.com/office/drawing/2014/main" id="{795A09E7-390D-44C3-0918-F87CF4C77072}"/>
              </a:ext>
            </a:extLst>
          </p:cNvPr>
          <p:cNvSpPr/>
          <p:nvPr/>
        </p:nvSpPr>
        <p:spPr>
          <a:xfrm rot="16200000">
            <a:off x="-3428346" y="45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7" name="Google Shape;1406;p51">
            <a:extLst>
              <a:ext uri="{FF2B5EF4-FFF2-40B4-BE49-F238E27FC236}">
                <a16:creationId xmlns:a16="http://schemas.microsoft.com/office/drawing/2014/main" id="{1553F2DE-CB5E-D126-8CA0-B8B201EFF234}"/>
              </a:ext>
            </a:extLst>
          </p:cNvPr>
          <p:cNvSpPr/>
          <p:nvPr/>
        </p:nvSpPr>
        <p:spPr>
          <a:xfrm rot="16200000">
            <a:off x="-3428346" y="197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8" name="Google Shape;1406;p51">
            <a:extLst>
              <a:ext uri="{FF2B5EF4-FFF2-40B4-BE49-F238E27FC236}">
                <a16:creationId xmlns:a16="http://schemas.microsoft.com/office/drawing/2014/main" id="{9B31EC28-3699-C66E-DA75-FAD4FF0BF2AB}"/>
              </a:ext>
            </a:extLst>
          </p:cNvPr>
          <p:cNvSpPr/>
          <p:nvPr/>
        </p:nvSpPr>
        <p:spPr>
          <a:xfrm rot="16200000">
            <a:off x="-3428346" y="3501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9" name="Google Shape;1406;p51">
            <a:extLst>
              <a:ext uri="{FF2B5EF4-FFF2-40B4-BE49-F238E27FC236}">
                <a16:creationId xmlns:a16="http://schemas.microsoft.com/office/drawing/2014/main" id="{16F7C433-CA8C-43F1-14FC-21BDB9FA20E5}"/>
              </a:ext>
            </a:extLst>
          </p:cNvPr>
          <p:cNvSpPr/>
          <p:nvPr/>
        </p:nvSpPr>
        <p:spPr>
          <a:xfrm rot="16200000">
            <a:off x="-3428346" y="5025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0" name="Google Shape;1406;p51">
            <a:extLst>
              <a:ext uri="{FF2B5EF4-FFF2-40B4-BE49-F238E27FC236}">
                <a16:creationId xmlns:a16="http://schemas.microsoft.com/office/drawing/2014/main" id="{F22E44B2-BA99-7644-2F9A-A3C26947FB5F}"/>
              </a:ext>
            </a:extLst>
          </p:cNvPr>
          <p:cNvSpPr/>
          <p:nvPr/>
        </p:nvSpPr>
        <p:spPr>
          <a:xfrm rot="16200000">
            <a:off x="-3428346" y="6549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1" name="Google Shape;1406;p51">
            <a:extLst>
              <a:ext uri="{FF2B5EF4-FFF2-40B4-BE49-F238E27FC236}">
                <a16:creationId xmlns:a16="http://schemas.microsoft.com/office/drawing/2014/main" id="{32705ABF-4673-36F3-3021-E0DAEBE42EE4}"/>
              </a:ext>
            </a:extLst>
          </p:cNvPr>
          <p:cNvSpPr/>
          <p:nvPr/>
        </p:nvSpPr>
        <p:spPr>
          <a:xfrm rot="16200000">
            <a:off x="-3428346" y="807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2" name="Google Shape;1406;p51">
            <a:extLst>
              <a:ext uri="{FF2B5EF4-FFF2-40B4-BE49-F238E27FC236}">
                <a16:creationId xmlns:a16="http://schemas.microsoft.com/office/drawing/2014/main" id="{86FBBBBC-6D79-5F83-D9FE-BAC9817829B4}"/>
              </a:ext>
            </a:extLst>
          </p:cNvPr>
          <p:cNvSpPr/>
          <p:nvPr/>
        </p:nvSpPr>
        <p:spPr>
          <a:xfrm rot="16200000">
            <a:off x="-3428346" y="959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3" name="Google Shape;1406;p51">
            <a:extLst>
              <a:ext uri="{FF2B5EF4-FFF2-40B4-BE49-F238E27FC236}">
                <a16:creationId xmlns:a16="http://schemas.microsoft.com/office/drawing/2014/main" id="{3B928FF0-57C4-E07E-189C-16FF35432E3A}"/>
              </a:ext>
            </a:extLst>
          </p:cNvPr>
          <p:cNvSpPr/>
          <p:nvPr/>
        </p:nvSpPr>
        <p:spPr>
          <a:xfrm rot="16200000">
            <a:off x="-3428346" y="11121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4" name="Google Shape;1406;p51">
            <a:extLst>
              <a:ext uri="{FF2B5EF4-FFF2-40B4-BE49-F238E27FC236}">
                <a16:creationId xmlns:a16="http://schemas.microsoft.com/office/drawing/2014/main" id="{390E9D57-3C6F-A410-E60F-F900976932BD}"/>
              </a:ext>
            </a:extLst>
          </p:cNvPr>
          <p:cNvSpPr/>
          <p:nvPr/>
        </p:nvSpPr>
        <p:spPr>
          <a:xfrm rot="16200000">
            <a:off x="-3428346" y="12645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5" name="Google Shape;1406;p51">
            <a:extLst>
              <a:ext uri="{FF2B5EF4-FFF2-40B4-BE49-F238E27FC236}">
                <a16:creationId xmlns:a16="http://schemas.microsoft.com/office/drawing/2014/main" id="{044227FB-2BAE-7221-3FD5-11ED6FEA2334}"/>
              </a:ext>
            </a:extLst>
          </p:cNvPr>
          <p:cNvSpPr/>
          <p:nvPr/>
        </p:nvSpPr>
        <p:spPr>
          <a:xfrm rot="16200000">
            <a:off x="-3428346" y="14169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1406;p51">
            <a:extLst>
              <a:ext uri="{FF2B5EF4-FFF2-40B4-BE49-F238E27FC236}">
                <a16:creationId xmlns:a16="http://schemas.microsoft.com/office/drawing/2014/main" id="{D23458EB-8A88-C669-2C77-999897535769}"/>
              </a:ext>
            </a:extLst>
          </p:cNvPr>
          <p:cNvSpPr/>
          <p:nvPr/>
        </p:nvSpPr>
        <p:spPr>
          <a:xfrm rot="16200000">
            <a:off x="-3428346" y="1569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7" name="Google Shape;1406;p51">
            <a:extLst>
              <a:ext uri="{FF2B5EF4-FFF2-40B4-BE49-F238E27FC236}">
                <a16:creationId xmlns:a16="http://schemas.microsoft.com/office/drawing/2014/main" id="{D200735B-E824-BDB8-7AC8-5E6B0F0B8AEE}"/>
              </a:ext>
            </a:extLst>
          </p:cNvPr>
          <p:cNvSpPr/>
          <p:nvPr/>
        </p:nvSpPr>
        <p:spPr>
          <a:xfrm rot="16200000">
            <a:off x="-3428346" y="1721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8" name="Google Shape;1406;p51">
            <a:extLst>
              <a:ext uri="{FF2B5EF4-FFF2-40B4-BE49-F238E27FC236}">
                <a16:creationId xmlns:a16="http://schemas.microsoft.com/office/drawing/2014/main" id="{7C86DBFA-BBF0-5F75-0250-C942D19DAC85}"/>
              </a:ext>
            </a:extLst>
          </p:cNvPr>
          <p:cNvSpPr/>
          <p:nvPr/>
        </p:nvSpPr>
        <p:spPr>
          <a:xfrm rot="16200000">
            <a:off x="-3428346" y="18741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9" name="Google Shape;1406;p51">
            <a:extLst>
              <a:ext uri="{FF2B5EF4-FFF2-40B4-BE49-F238E27FC236}">
                <a16:creationId xmlns:a16="http://schemas.microsoft.com/office/drawing/2014/main" id="{1066AF94-D005-935C-0412-A7EE65BB882F}"/>
              </a:ext>
            </a:extLst>
          </p:cNvPr>
          <p:cNvSpPr/>
          <p:nvPr/>
        </p:nvSpPr>
        <p:spPr>
          <a:xfrm rot="16200000">
            <a:off x="-3428346" y="20265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0" name="Google Shape;1406;p51">
            <a:extLst>
              <a:ext uri="{FF2B5EF4-FFF2-40B4-BE49-F238E27FC236}">
                <a16:creationId xmlns:a16="http://schemas.microsoft.com/office/drawing/2014/main" id="{9788B26C-8E4F-EAED-A375-BF1F2C1E1A04}"/>
              </a:ext>
            </a:extLst>
          </p:cNvPr>
          <p:cNvSpPr/>
          <p:nvPr/>
        </p:nvSpPr>
        <p:spPr>
          <a:xfrm rot="16200000">
            <a:off x="-3428346" y="21789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1" name="Google Shape;1406;p51">
            <a:extLst>
              <a:ext uri="{FF2B5EF4-FFF2-40B4-BE49-F238E27FC236}">
                <a16:creationId xmlns:a16="http://schemas.microsoft.com/office/drawing/2014/main" id="{96161BAF-C14B-A780-715C-1792C84EF550}"/>
              </a:ext>
            </a:extLst>
          </p:cNvPr>
          <p:cNvSpPr/>
          <p:nvPr/>
        </p:nvSpPr>
        <p:spPr>
          <a:xfrm rot="16200000">
            <a:off x="-3428346" y="2331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2" name="Google Shape;1406;p51">
            <a:extLst>
              <a:ext uri="{FF2B5EF4-FFF2-40B4-BE49-F238E27FC236}">
                <a16:creationId xmlns:a16="http://schemas.microsoft.com/office/drawing/2014/main" id="{019460D4-D8EF-954B-E658-CF0A816676B0}"/>
              </a:ext>
            </a:extLst>
          </p:cNvPr>
          <p:cNvSpPr/>
          <p:nvPr/>
        </p:nvSpPr>
        <p:spPr>
          <a:xfrm rot="16200000">
            <a:off x="-3428346" y="2483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3" name="Google Shape;1406;p51">
            <a:extLst>
              <a:ext uri="{FF2B5EF4-FFF2-40B4-BE49-F238E27FC236}">
                <a16:creationId xmlns:a16="http://schemas.microsoft.com/office/drawing/2014/main" id="{1D58F54E-53F3-FF08-3990-E07ED3B49927}"/>
              </a:ext>
            </a:extLst>
          </p:cNvPr>
          <p:cNvSpPr/>
          <p:nvPr/>
        </p:nvSpPr>
        <p:spPr>
          <a:xfrm rot="16200000">
            <a:off x="-3428346" y="26361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4" name="Google Shape;1406;p51">
            <a:extLst>
              <a:ext uri="{FF2B5EF4-FFF2-40B4-BE49-F238E27FC236}">
                <a16:creationId xmlns:a16="http://schemas.microsoft.com/office/drawing/2014/main" id="{1CB195D3-765F-F01F-CFEA-E1970699CB8D}"/>
              </a:ext>
            </a:extLst>
          </p:cNvPr>
          <p:cNvSpPr/>
          <p:nvPr/>
        </p:nvSpPr>
        <p:spPr>
          <a:xfrm rot="16200000">
            <a:off x="-3428346" y="27885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5" name="Google Shape;1406;p51">
            <a:extLst>
              <a:ext uri="{FF2B5EF4-FFF2-40B4-BE49-F238E27FC236}">
                <a16:creationId xmlns:a16="http://schemas.microsoft.com/office/drawing/2014/main" id="{409F1800-8535-4469-FA41-3857CB047D78}"/>
              </a:ext>
            </a:extLst>
          </p:cNvPr>
          <p:cNvSpPr/>
          <p:nvPr/>
        </p:nvSpPr>
        <p:spPr>
          <a:xfrm rot="16200000">
            <a:off x="-3428346" y="29409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6" name="Google Shape;1406;p51">
            <a:extLst>
              <a:ext uri="{FF2B5EF4-FFF2-40B4-BE49-F238E27FC236}">
                <a16:creationId xmlns:a16="http://schemas.microsoft.com/office/drawing/2014/main" id="{E7395B26-B3B1-0E72-A0CA-9444BC51DB2F}"/>
              </a:ext>
            </a:extLst>
          </p:cNvPr>
          <p:cNvSpPr/>
          <p:nvPr/>
        </p:nvSpPr>
        <p:spPr>
          <a:xfrm rot="16200000">
            <a:off x="-3428346" y="3093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7" name="Google Shape;1406;p51">
            <a:extLst>
              <a:ext uri="{FF2B5EF4-FFF2-40B4-BE49-F238E27FC236}">
                <a16:creationId xmlns:a16="http://schemas.microsoft.com/office/drawing/2014/main" id="{ACF64F78-4719-DDEF-EA20-0B7F32DFFD41}"/>
              </a:ext>
            </a:extLst>
          </p:cNvPr>
          <p:cNvSpPr/>
          <p:nvPr/>
        </p:nvSpPr>
        <p:spPr>
          <a:xfrm rot="16200000">
            <a:off x="-3428346" y="3245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8" name="Google Shape;1406;p51">
            <a:extLst>
              <a:ext uri="{FF2B5EF4-FFF2-40B4-BE49-F238E27FC236}">
                <a16:creationId xmlns:a16="http://schemas.microsoft.com/office/drawing/2014/main" id="{C929818D-305B-2459-3477-76D0AE6C4FD8}"/>
              </a:ext>
            </a:extLst>
          </p:cNvPr>
          <p:cNvSpPr/>
          <p:nvPr/>
        </p:nvSpPr>
        <p:spPr>
          <a:xfrm rot="16200000">
            <a:off x="-3428346" y="33981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9" name="Google Shape;1406;p51">
            <a:extLst>
              <a:ext uri="{FF2B5EF4-FFF2-40B4-BE49-F238E27FC236}">
                <a16:creationId xmlns:a16="http://schemas.microsoft.com/office/drawing/2014/main" id="{BE9598EC-414C-866A-98CE-D313C2627584}"/>
              </a:ext>
            </a:extLst>
          </p:cNvPr>
          <p:cNvSpPr/>
          <p:nvPr/>
        </p:nvSpPr>
        <p:spPr>
          <a:xfrm rot="16200000">
            <a:off x="-3428346" y="35505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0" name="Google Shape;1406;p51">
            <a:extLst>
              <a:ext uri="{FF2B5EF4-FFF2-40B4-BE49-F238E27FC236}">
                <a16:creationId xmlns:a16="http://schemas.microsoft.com/office/drawing/2014/main" id="{85067087-4284-3125-4C91-9BCBEF28E2D6}"/>
              </a:ext>
            </a:extLst>
          </p:cNvPr>
          <p:cNvSpPr/>
          <p:nvPr/>
        </p:nvSpPr>
        <p:spPr>
          <a:xfrm rot="16200000">
            <a:off x="-3428346" y="37029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1" name="Google Shape;1406;p51">
            <a:extLst>
              <a:ext uri="{FF2B5EF4-FFF2-40B4-BE49-F238E27FC236}">
                <a16:creationId xmlns:a16="http://schemas.microsoft.com/office/drawing/2014/main" id="{75A1C8D5-F87D-7333-D008-4D8E4CA48EA2}"/>
              </a:ext>
            </a:extLst>
          </p:cNvPr>
          <p:cNvSpPr/>
          <p:nvPr/>
        </p:nvSpPr>
        <p:spPr>
          <a:xfrm rot="16200000">
            <a:off x="-3428346" y="3855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2" name="Google Shape;1406;p51">
            <a:extLst>
              <a:ext uri="{FF2B5EF4-FFF2-40B4-BE49-F238E27FC236}">
                <a16:creationId xmlns:a16="http://schemas.microsoft.com/office/drawing/2014/main" id="{941C3910-EC06-88F2-7E60-16308CCA9826}"/>
              </a:ext>
            </a:extLst>
          </p:cNvPr>
          <p:cNvSpPr/>
          <p:nvPr/>
        </p:nvSpPr>
        <p:spPr>
          <a:xfrm rot="16200000">
            <a:off x="-3428346" y="4007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3" name="Google Shape;1406;p51">
            <a:extLst>
              <a:ext uri="{FF2B5EF4-FFF2-40B4-BE49-F238E27FC236}">
                <a16:creationId xmlns:a16="http://schemas.microsoft.com/office/drawing/2014/main" id="{2AF2E565-0FCD-E107-ECF2-4234D2FF4956}"/>
              </a:ext>
            </a:extLst>
          </p:cNvPr>
          <p:cNvSpPr/>
          <p:nvPr/>
        </p:nvSpPr>
        <p:spPr>
          <a:xfrm rot="16200000">
            <a:off x="-3428346" y="41601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4" name="Google Shape;1406;p51">
            <a:extLst>
              <a:ext uri="{FF2B5EF4-FFF2-40B4-BE49-F238E27FC236}">
                <a16:creationId xmlns:a16="http://schemas.microsoft.com/office/drawing/2014/main" id="{09D3AA86-A0B8-E996-DED1-2F19934C61A1}"/>
              </a:ext>
            </a:extLst>
          </p:cNvPr>
          <p:cNvSpPr/>
          <p:nvPr/>
        </p:nvSpPr>
        <p:spPr>
          <a:xfrm rot="16200000">
            <a:off x="-3428346" y="43125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5" name="Google Shape;1406;p51">
            <a:extLst>
              <a:ext uri="{FF2B5EF4-FFF2-40B4-BE49-F238E27FC236}">
                <a16:creationId xmlns:a16="http://schemas.microsoft.com/office/drawing/2014/main" id="{655A8917-7BE8-3C33-3D89-0777858993B0}"/>
              </a:ext>
            </a:extLst>
          </p:cNvPr>
          <p:cNvSpPr/>
          <p:nvPr/>
        </p:nvSpPr>
        <p:spPr>
          <a:xfrm rot="16200000">
            <a:off x="-3428346" y="44649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6" name="Google Shape;1406;p51">
            <a:extLst>
              <a:ext uri="{FF2B5EF4-FFF2-40B4-BE49-F238E27FC236}">
                <a16:creationId xmlns:a16="http://schemas.microsoft.com/office/drawing/2014/main" id="{DAD58060-7B98-A6BF-5C14-AA064980587B}"/>
              </a:ext>
            </a:extLst>
          </p:cNvPr>
          <p:cNvSpPr/>
          <p:nvPr/>
        </p:nvSpPr>
        <p:spPr>
          <a:xfrm rot="16200000">
            <a:off x="-3428346" y="46173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7" name="Google Shape;1406;p51">
            <a:extLst>
              <a:ext uri="{FF2B5EF4-FFF2-40B4-BE49-F238E27FC236}">
                <a16:creationId xmlns:a16="http://schemas.microsoft.com/office/drawing/2014/main" id="{09C96A40-29F7-1B79-D826-D68B236FE8DC}"/>
              </a:ext>
            </a:extLst>
          </p:cNvPr>
          <p:cNvSpPr/>
          <p:nvPr/>
        </p:nvSpPr>
        <p:spPr>
          <a:xfrm rot="16200000">
            <a:off x="-3428346" y="4769796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8" name="Google Shape;1406;p51">
            <a:extLst>
              <a:ext uri="{FF2B5EF4-FFF2-40B4-BE49-F238E27FC236}">
                <a16:creationId xmlns:a16="http://schemas.microsoft.com/office/drawing/2014/main" id="{105AC7BC-C6B0-8441-827D-42A730998055}"/>
              </a:ext>
            </a:extLst>
          </p:cNvPr>
          <p:cNvSpPr/>
          <p:nvPr/>
        </p:nvSpPr>
        <p:spPr>
          <a:xfrm rot="5400000" flipH="1">
            <a:off x="11947722" y="-21859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9" name="Google Shape;1406;p51">
            <a:extLst>
              <a:ext uri="{FF2B5EF4-FFF2-40B4-BE49-F238E27FC236}">
                <a16:creationId xmlns:a16="http://schemas.microsoft.com/office/drawing/2014/main" id="{03780643-C2AE-A695-88EA-A74F8E517333}"/>
              </a:ext>
            </a:extLst>
          </p:cNvPr>
          <p:cNvSpPr/>
          <p:nvPr/>
        </p:nvSpPr>
        <p:spPr>
          <a:xfrm rot="5400000" flipH="1">
            <a:off x="11947722" y="-6619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0" name="Google Shape;1406;p51">
            <a:extLst>
              <a:ext uri="{FF2B5EF4-FFF2-40B4-BE49-F238E27FC236}">
                <a16:creationId xmlns:a16="http://schemas.microsoft.com/office/drawing/2014/main" id="{7B72DDC7-71CB-E47B-964A-A3B753548760}"/>
              </a:ext>
            </a:extLst>
          </p:cNvPr>
          <p:cNvSpPr/>
          <p:nvPr/>
        </p:nvSpPr>
        <p:spPr>
          <a:xfrm rot="5400000" flipH="1">
            <a:off x="11947722" y="86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1" name="Google Shape;1406;p51">
            <a:extLst>
              <a:ext uri="{FF2B5EF4-FFF2-40B4-BE49-F238E27FC236}">
                <a16:creationId xmlns:a16="http://schemas.microsoft.com/office/drawing/2014/main" id="{8BC27080-1B3E-9161-37FB-7375A1559C5E}"/>
              </a:ext>
            </a:extLst>
          </p:cNvPr>
          <p:cNvSpPr/>
          <p:nvPr/>
        </p:nvSpPr>
        <p:spPr>
          <a:xfrm rot="5400000" flipH="1">
            <a:off x="11947722" y="238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2" name="Google Shape;1406;p51">
            <a:extLst>
              <a:ext uri="{FF2B5EF4-FFF2-40B4-BE49-F238E27FC236}">
                <a16:creationId xmlns:a16="http://schemas.microsoft.com/office/drawing/2014/main" id="{505AACAF-B0DD-5E7F-9F60-7431177CAC22}"/>
              </a:ext>
            </a:extLst>
          </p:cNvPr>
          <p:cNvSpPr/>
          <p:nvPr/>
        </p:nvSpPr>
        <p:spPr>
          <a:xfrm rot="5400000" flipH="1">
            <a:off x="11947722" y="391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3" name="Google Shape;1406;p51">
            <a:extLst>
              <a:ext uri="{FF2B5EF4-FFF2-40B4-BE49-F238E27FC236}">
                <a16:creationId xmlns:a16="http://schemas.microsoft.com/office/drawing/2014/main" id="{73D74BA2-2E5C-E882-9102-CCD2CD00FD65}"/>
              </a:ext>
            </a:extLst>
          </p:cNvPr>
          <p:cNvSpPr/>
          <p:nvPr/>
        </p:nvSpPr>
        <p:spPr>
          <a:xfrm rot="5400000" flipH="1">
            <a:off x="11947722" y="543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4" name="Google Shape;1406;p51">
            <a:extLst>
              <a:ext uri="{FF2B5EF4-FFF2-40B4-BE49-F238E27FC236}">
                <a16:creationId xmlns:a16="http://schemas.microsoft.com/office/drawing/2014/main" id="{F6BEF885-567C-07DF-F13D-502207D62BD0}"/>
              </a:ext>
            </a:extLst>
          </p:cNvPr>
          <p:cNvSpPr/>
          <p:nvPr/>
        </p:nvSpPr>
        <p:spPr>
          <a:xfrm rot="5400000" flipH="1">
            <a:off x="11947722" y="695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5" name="Google Shape;1406;p51">
            <a:extLst>
              <a:ext uri="{FF2B5EF4-FFF2-40B4-BE49-F238E27FC236}">
                <a16:creationId xmlns:a16="http://schemas.microsoft.com/office/drawing/2014/main" id="{C8FBAF98-08E5-9FF4-1CCA-425451063442}"/>
              </a:ext>
            </a:extLst>
          </p:cNvPr>
          <p:cNvSpPr/>
          <p:nvPr/>
        </p:nvSpPr>
        <p:spPr>
          <a:xfrm rot="5400000" flipH="1">
            <a:off x="11947722" y="848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6" name="Google Shape;1406;p51">
            <a:extLst>
              <a:ext uri="{FF2B5EF4-FFF2-40B4-BE49-F238E27FC236}">
                <a16:creationId xmlns:a16="http://schemas.microsoft.com/office/drawing/2014/main" id="{B19B7F8C-B411-1259-480A-97ACD6B41A0C}"/>
              </a:ext>
            </a:extLst>
          </p:cNvPr>
          <p:cNvSpPr/>
          <p:nvPr/>
        </p:nvSpPr>
        <p:spPr>
          <a:xfrm rot="5400000" flipH="1">
            <a:off x="11947722" y="1000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7" name="Google Shape;1406;p51">
            <a:extLst>
              <a:ext uri="{FF2B5EF4-FFF2-40B4-BE49-F238E27FC236}">
                <a16:creationId xmlns:a16="http://schemas.microsoft.com/office/drawing/2014/main" id="{12E7A8B8-D021-30A9-28B7-50B88D33A68A}"/>
              </a:ext>
            </a:extLst>
          </p:cNvPr>
          <p:cNvSpPr/>
          <p:nvPr/>
        </p:nvSpPr>
        <p:spPr>
          <a:xfrm rot="5400000" flipH="1">
            <a:off x="11947722" y="1153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8" name="Google Shape;1406;p51">
            <a:extLst>
              <a:ext uri="{FF2B5EF4-FFF2-40B4-BE49-F238E27FC236}">
                <a16:creationId xmlns:a16="http://schemas.microsoft.com/office/drawing/2014/main" id="{9DE8E637-2A85-0328-636F-AE928BC3E3B3}"/>
              </a:ext>
            </a:extLst>
          </p:cNvPr>
          <p:cNvSpPr/>
          <p:nvPr/>
        </p:nvSpPr>
        <p:spPr>
          <a:xfrm rot="5400000" flipH="1">
            <a:off x="11947722" y="1305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9" name="Google Shape;1406;p51">
            <a:extLst>
              <a:ext uri="{FF2B5EF4-FFF2-40B4-BE49-F238E27FC236}">
                <a16:creationId xmlns:a16="http://schemas.microsoft.com/office/drawing/2014/main" id="{AC90276D-AC62-1809-90DE-0527DE42E0BD}"/>
              </a:ext>
            </a:extLst>
          </p:cNvPr>
          <p:cNvSpPr/>
          <p:nvPr/>
        </p:nvSpPr>
        <p:spPr>
          <a:xfrm rot="5400000" flipH="1">
            <a:off x="11947722" y="1457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0" name="Google Shape;1406;p51">
            <a:extLst>
              <a:ext uri="{FF2B5EF4-FFF2-40B4-BE49-F238E27FC236}">
                <a16:creationId xmlns:a16="http://schemas.microsoft.com/office/drawing/2014/main" id="{A27FEE31-F334-3423-EFBE-B36158F6D5D1}"/>
              </a:ext>
            </a:extLst>
          </p:cNvPr>
          <p:cNvSpPr/>
          <p:nvPr/>
        </p:nvSpPr>
        <p:spPr>
          <a:xfrm rot="5400000" flipH="1">
            <a:off x="11947722" y="1610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1" name="Google Shape;1406;p51">
            <a:extLst>
              <a:ext uri="{FF2B5EF4-FFF2-40B4-BE49-F238E27FC236}">
                <a16:creationId xmlns:a16="http://schemas.microsoft.com/office/drawing/2014/main" id="{96529F2C-4FCD-BDCA-CB10-031A893244A2}"/>
              </a:ext>
            </a:extLst>
          </p:cNvPr>
          <p:cNvSpPr/>
          <p:nvPr/>
        </p:nvSpPr>
        <p:spPr>
          <a:xfrm rot="5400000" flipH="1">
            <a:off x="11947722" y="1762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2" name="Google Shape;1406;p51">
            <a:extLst>
              <a:ext uri="{FF2B5EF4-FFF2-40B4-BE49-F238E27FC236}">
                <a16:creationId xmlns:a16="http://schemas.microsoft.com/office/drawing/2014/main" id="{A873694D-B585-D371-2D83-08594A236ED0}"/>
              </a:ext>
            </a:extLst>
          </p:cNvPr>
          <p:cNvSpPr/>
          <p:nvPr/>
        </p:nvSpPr>
        <p:spPr>
          <a:xfrm rot="5400000" flipH="1">
            <a:off x="11947722" y="1915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3" name="Google Shape;1406;p51">
            <a:extLst>
              <a:ext uri="{FF2B5EF4-FFF2-40B4-BE49-F238E27FC236}">
                <a16:creationId xmlns:a16="http://schemas.microsoft.com/office/drawing/2014/main" id="{B42DE696-0D6F-160B-A17A-56FADFE0F768}"/>
              </a:ext>
            </a:extLst>
          </p:cNvPr>
          <p:cNvSpPr/>
          <p:nvPr/>
        </p:nvSpPr>
        <p:spPr>
          <a:xfrm rot="5400000" flipH="1">
            <a:off x="11947722" y="2067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4" name="Google Shape;1406;p51">
            <a:extLst>
              <a:ext uri="{FF2B5EF4-FFF2-40B4-BE49-F238E27FC236}">
                <a16:creationId xmlns:a16="http://schemas.microsoft.com/office/drawing/2014/main" id="{682225FF-5C77-344B-E7C7-C65232973704}"/>
              </a:ext>
            </a:extLst>
          </p:cNvPr>
          <p:cNvSpPr/>
          <p:nvPr/>
        </p:nvSpPr>
        <p:spPr>
          <a:xfrm rot="5400000" flipH="1">
            <a:off x="11947722" y="2219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5" name="Google Shape;1406;p51">
            <a:extLst>
              <a:ext uri="{FF2B5EF4-FFF2-40B4-BE49-F238E27FC236}">
                <a16:creationId xmlns:a16="http://schemas.microsoft.com/office/drawing/2014/main" id="{1361A80D-CFB7-8DA3-6275-80B3E283507E}"/>
              </a:ext>
            </a:extLst>
          </p:cNvPr>
          <p:cNvSpPr/>
          <p:nvPr/>
        </p:nvSpPr>
        <p:spPr>
          <a:xfrm rot="5400000" flipH="1">
            <a:off x="11947722" y="2372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6" name="Google Shape;1406;p51">
            <a:extLst>
              <a:ext uri="{FF2B5EF4-FFF2-40B4-BE49-F238E27FC236}">
                <a16:creationId xmlns:a16="http://schemas.microsoft.com/office/drawing/2014/main" id="{3D175DA9-E7B2-296B-8A96-DBCCFA10F57C}"/>
              </a:ext>
            </a:extLst>
          </p:cNvPr>
          <p:cNvSpPr/>
          <p:nvPr/>
        </p:nvSpPr>
        <p:spPr>
          <a:xfrm rot="5400000" flipH="1">
            <a:off x="11947722" y="2524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7" name="Google Shape;1406;p51">
            <a:extLst>
              <a:ext uri="{FF2B5EF4-FFF2-40B4-BE49-F238E27FC236}">
                <a16:creationId xmlns:a16="http://schemas.microsoft.com/office/drawing/2014/main" id="{D2CF8B1C-27F6-16D5-789F-8E6623978B67}"/>
              </a:ext>
            </a:extLst>
          </p:cNvPr>
          <p:cNvSpPr/>
          <p:nvPr/>
        </p:nvSpPr>
        <p:spPr>
          <a:xfrm rot="5400000" flipH="1">
            <a:off x="11947722" y="2677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8" name="Google Shape;1406;p51">
            <a:extLst>
              <a:ext uri="{FF2B5EF4-FFF2-40B4-BE49-F238E27FC236}">
                <a16:creationId xmlns:a16="http://schemas.microsoft.com/office/drawing/2014/main" id="{B296A6F7-EC8E-16FE-7512-3D64B1ED3BCD}"/>
              </a:ext>
            </a:extLst>
          </p:cNvPr>
          <p:cNvSpPr/>
          <p:nvPr/>
        </p:nvSpPr>
        <p:spPr>
          <a:xfrm rot="5400000" flipH="1">
            <a:off x="11947722" y="2829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9" name="Google Shape;1406;p51">
            <a:extLst>
              <a:ext uri="{FF2B5EF4-FFF2-40B4-BE49-F238E27FC236}">
                <a16:creationId xmlns:a16="http://schemas.microsoft.com/office/drawing/2014/main" id="{EFFE3FBA-B475-60F8-CDBB-2E15A15ADBD1}"/>
              </a:ext>
            </a:extLst>
          </p:cNvPr>
          <p:cNvSpPr/>
          <p:nvPr/>
        </p:nvSpPr>
        <p:spPr>
          <a:xfrm rot="5400000" flipH="1">
            <a:off x="11947722" y="2981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0" name="Google Shape;1406;p51">
            <a:extLst>
              <a:ext uri="{FF2B5EF4-FFF2-40B4-BE49-F238E27FC236}">
                <a16:creationId xmlns:a16="http://schemas.microsoft.com/office/drawing/2014/main" id="{E245B6EA-886C-F359-5714-B6C18F884AEA}"/>
              </a:ext>
            </a:extLst>
          </p:cNvPr>
          <p:cNvSpPr/>
          <p:nvPr/>
        </p:nvSpPr>
        <p:spPr>
          <a:xfrm rot="5400000" flipH="1">
            <a:off x="11947722" y="3134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1" name="Google Shape;1406;p51">
            <a:extLst>
              <a:ext uri="{FF2B5EF4-FFF2-40B4-BE49-F238E27FC236}">
                <a16:creationId xmlns:a16="http://schemas.microsoft.com/office/drawing/2014/main" id="{B361FC30-8C5D-C308-86B9-FAFBFC909DAE}"/>
              </a:ext>
            </a:extLst>
          </p:cNvPr>
          <p:cNvSpPr/>
          <p:nvPr/>
        </p:nvSpPr>
        <p:spPr>
          <a:xfrm rot="5400000" flipH="1">
            <a:off x="11947722" y="3286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2" name="Google Shape;1406;p51">
            <a:extLst>
              <a:ext uri="{FF2B5EF4-FFF2-40B4-BE49-F238E27FC236}">
                <a16:creationId xmlns:a16="http://schemas.microsoft.com/office/drawing/2014/main" id="{A9DDAE06-83A4-F6CB-7EFA-60DDB894DE97}"/>
              </a:ext>
            </a:extLst>
          </p:cNvPr>
          <p:cNvSpPr/>
          <p:nvPr/>
        </p:nvSpPr>
        <p:spPr>
          <a:xfrm rot="5400000" flipH="1">
            <a:off x="11947722" y="3439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3" name="Google Shape;1406;p51">
            <a:extLst>
              <a:ext uri="{FF2B5EF4-FFF2-40B4-BE49-F238E27FC236}">
                <a16:creationId xmlns:a16="http://schemas.microsoft.com/office/drawing/2014/main" id="{CD2E733B-4FBA-A049-4982-06D92F330EA9}"/>
              </a:ext>
            </a:extLst>
          </p:cNvPr>
          <p:cNvSpPr/>
          <p:nvPr/>
        </p:nvSpPr>
        <p:spPr>
          <a:xfrm rot="5400000" flipH="1">
            <a:off x="11947722" y="3591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4" name="Google Shape;1406;p51">
            <a:extLst>
              <a:ext uri="{FF2B5EF4-FFF2-40B4-BE49-F238E27FC236}">
                <a16:creationId xmlns:a16="http://schemas.microsoft.com/office/drawing/2014/main" id="{596286D4-499F-259A-07A9-644FC2DF07F9}"/>
              </a:ext>
            </a:extLst>
          </p:cNvPr>
          <p:cNvSpPr/>
          <p:nvPr/>
        </p:nvSpPr>
        <p:spPr>
          <a:xfrm rot="5400000" flipH="1">
            <a:off x="11947722" y="3743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5" name="Google Shape;1406;p51">
            <a:extLst>
              <a:ext uri="{FF2B5EF4-FFF2-40B4-BE49-F238E27FC236}">
                <a16:creationId xmlns:a16="http://schemas.microsoft.com/office/drawing/2014/main" id="{1922774C-1A17-23C4-EB7A-14E5BF434B5F}"/>
              </a:ext>
            </a:extLst>
          </p:cNvPr>
          <p:cNvSpPr/>
          <p:nvPr/>
        </p:nvSpPr>
        <p:spPr>
          <a:xfrm rot="5400000" flipH="1">
            <a:off x="11947722" y="3896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6" name="Google Shape;1406;p51">
            <a:extLst>
              <a:ext uri="{FF2B5EF4-FFF2-40B4-BE49-F238E27FC236}">
                <a16:creationId xmlns:a16="http://schemas.microsoft.com/office/drawing/2014/main" id="{E19869F9-0EC2-43DF-EE88-94EA3C5C21CD}"/>
              </a:ext>
            </a:extLst>
          </p:cNvPr>
          <p:cNvSpPr/>
          <p:nvPr/>
        </p:nvSpPr>
        <p:spPr>
          <a:xfrm rot="5400000" flipH="1">
            <a:off x="11947722" y="4048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7" name="Google Shape;1406;p51">
            <a:extLst>
              <a:ext uri="{FF2B5EF4-FFF2-40B4-BE49-F238E27FC236}">
                <a16:creationId xmlns:a16="http://schemas.microsoft.com/office/drawing/2014/main" id="{D0DDE01E-B906-E167-F41F-0FBDAEC403B0}"/>
              </a:ext>
            </a:extLst>
          </p:cNvPr>
          <p:cNvSpPr/>
          <p:nvPr/>
        </p:nvSpPr>
        <p:spPr>
          <a:xfrm rot="5400000" flipH="1">
            <a:off x="11947722" y="4201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8" name="Google Shape;1406;p51">
            <a:extLst>
              <a:ext uri="{FF2B5EF4-FFF2-40B4-BE49-F238E27FC236}">
                <a16:creationId xmlns:a16="http://schemas.microsoft.com/office/drawing/2014/main" id="{7A890FE8-11A9-780E-A175-32440444AD9E}"/>
              </a:ext>
            </a:extLst>
          </p:cNvPr>
          <p:cNvSpPr/>
          <p:nvPr/>
        </p:nvSpPr>
        <p:spPr>
          <a:xfrm rot="5400000" flipH="1">
            <a:off x="11947722" y="4353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9" name="Google Shape;1406;p51">
            <a:extLst>
              <a:ext uri="{FF2B5EF4-FFF2-40B4-BE49-F238E27FC236}">
                <a16:creationId xmlns:a16="http://schemas.microsoft.com/office/drawing/2014/main" id="{C344466F-2809-A025-EA3C-AFA32E79E2A6}"/>
              </a:ext>
            </a:extLst>
          </p:cNvPr>
          <p:cNvSpPr/>
          <p:nvPr/>
        </p:nvSpPr>
        <p:spPr>
          <a:xfrm rot="5400000" flipH="1">
            <a:off x="11947722" y="4505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0" name="Google Shape;1406;p51">
            <a:extLst>
              <a:ext uri="{FF2B5EF4-FFF2-40B4-BE49-F238E27FC236}">
                <a16:creationId xmlns:a16="http://schemas.microsoft.com/office/drawing/2014/main" id="{CFA9C321-8749-A1C0-FF1E-1682A8206D9D}"/>
              </a:ext>
            </a:extLst>
          </p:cNvPr>
          <p:cNvSpPr/>
          <p:nvPr/>
        </p:nvSpPr>
        <p:spPr>
          <a:xfrm rot="5400000" flipH="1">
            <a:off x="11947722" y="4658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1" name="Google Shape;1406;p51">
            <a:extLst>
              <a:ext uri="{FF2B5EF4-FFF2-40B4-BE49-F238E27FC236}">
                <a16:creationId xmlns:a16="http://schemas.microsoft.com/office/drawing/2014/main" id="{67B2A639-48C1-5AF2-B700-B6CBF45E3DCE}"/>
              </a:ext>
            </a:extLst>
          </p:cNvPr>
          <p:cNvSpPr/>
          <p:nvPr/>
        </p:nvSpPr>
        <p:spPr>
          <a:xfrm rot="5400000" flipH="1">
            <a:off x="11947722" y="4810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82" name="Google Shape;2807;p78">
            <a:extLst>
              <a:ext uri="{FF2B5EF4-FFF2-40B4-BE49-F238E27FC236}">
                <a16:creationId xmlns:a16="http://schemas.microsoft.com/office/drawing/2014/main" id="{E7548A1F-8B6D-1AF5-9B69-9BFF9872982D}"/>
              </a:ext>
            </a:extLst>
          </p:cNvPr>
          <p:cNvGrpSpPr/>
          <p:nvPr/>
        </p:nvGrpSpPr>
        <p:grpSpPr>
          <a:xfrm>
            <a:off x="11298970" y="687011"/>
            <a:ext cx="6248401" cy="4221523"/>
            <a:chOff x="4713525" y="1695825"/>
            <a:chExt cx="2976300" cy="2059200"/>
          </a:xfrm>
        </p:grpSpPr>
        <p:sp>
          <p:nvSpPr>
            <p:cNvPr id="2883" name="Google Shape;2808;p78">
              <a:extLst>
                <a:ext uri="{FF2B5EF4-FFF2-40B4-BE49-F238E27FC236}">
                  <a16:creationId xmlns:a16="http://schemas.microsoft.com/office/drawing/2014/main" id="{F3CCCF51-394C-1FD0-522C-41F72BD0F225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043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09;p78">
              <a:extLst>
                <a:ext uri="{FF2B5EF4-FFF2-40B4-BE49-F238E27FC236}">
                  <a16:creationId xmlns:a16="http://schemas.microsoft.com/office/drawing/2014/main" id="{CA232E8B-6D99-53A7-5846-B35F3BC5F809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87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10;p78">
              <a:extLst>
                <a:ext uri="{FF2B5EF4-FFF2-40B4-BE49-F238E27FC236}">
                  <a16:creationId xmlns:a16="http://schemas.microsoft.com/office/drawing/2014/main" id="{2D675929-EE40-1EC5-50B3-EC2F1B42DDFD}"/>
                </a:ext>
              </a:extLst>
            </p:cNvPr>
            <p:cNvSpPr/>
            <p:nvPr/>
          </p:nvSpPr>
          <p:spPr>
            <a:xfrm>
              <a:off x="6137475" y="3524150"/>
              <a:ext cx="128400" cy="12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6" name="Flowchart: Alternate Process 2885">
            <a:extLst>
              <a:ext uri="{FF2B5EF4-FFF2-40B4-BE49-F238E27FC236}">
                <a16:creationId xmlns:a16="http://schemas.microsoft.com/office/drawing/2014/main" id="{E9B6B6AD-A789-D658-3E2E-393D54DC0CDC}"/>
              </a:ext>
            </a:extLst>
          </p:cNvPr>
          <p:cNvSpPr/>
          <p:nvPr/>
        </p:nvSpPr>
        <p:spPr>
          <a:xfrm>
            <a:off x="11453868" y="836730"/>
            <a:ext cx="5907237" cy="3470039"/>
          </a:xfrm>
          <a:prstGeom prst="flowChartAlternateProcess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87" name="Picture 2886">
            <a:extLst>
              <a:ext uri="{FF2B5EF4-FFF2-40B4-BE49-F238E27FC236}">
                <a16:creationId xmlns:a16="http://schemas.microsoft.com/office/drawing/2014/main" id="{C4B7CF7E-04DE-4CA6-FBF6-A8878628E91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3449" r="-93449"/>
          <a:stretch>
            <a:fillRect/>
          </a:stretch>
        </p:blipFill>
        <p:spPr>
          <a:xfrm>
            <a:off x="2551001" y="-164459"/>
            <a:ext cx="4041998" cy="859611"/>
          </a:xfrm>
          <a:prstGeom prst="rect">
            <a:avLst/>
          </a:prstGeom>
        </p:spPr>
      </p:pic>
      <p:pic>
        <p:nvPicPr>
          <p:cNvPr id="2890" name="Picture 2889">
            <a:extLst>
              <a:ext uri="{FF2B5EF4-FFF2-40B4-BE49-F238E27FC236}">
                <a16:creationId xmlns:a16="http://schemas.microsoft.com/office/drawing/2014/main" id="{D14C0F7E-A4D0-9EA0-0A2F-4F2311ABA0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3187" y="194557"/>
            <a:ext cx="4255377" cy="944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988C"/>
        </a:solidFill>
        <a:effectLst/>
      </p:bgPr>
    </p:bg>
    <p:spTree>
      <p:nvGrpSpPr>
        <p:cNvPr id="1" name="Shape 2806">
          <a:extLst>
            <a:ext uri="{FF2B5EF4-FFF2-40B4-BE49-F238E27FC236}">
              <a16:creationId xmlns:a16="http://schemas.microsoft.com/office/drawing/2014/main" id="{E1880FF9-C55B-D6B6-6EED-BFAC59B9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Rectangle: Rounded Corners 2814">
            <a:extLst>
              <a:ext uri="{FF2B5EF4-FFF2-40B4-BE49-F238E27FC236}">
                <a16:creationId xmlns:a16="http://schemas.microsoft.com/office/drawing/2014/main" id="{F4999828-70FD-5241-AA7D-6AF8022BBDB6}"/>
              </a:ext>
            </a:extLst>
          </p:cNvPr>
          <p:cNvSpPr/>
          <p:nvPr/>
        </p:nvSpPr>
        <p:spPr>
          <a:xfrm>
            <a:off x="-863600" y="-711200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oogle Shape;1406;p51">
            <a:extLst>
              <a:ext uri="{FF2B5EF4-FFF2-40B4-BE49-F238E27FC236}">
                <a16:creationId xmlns:a16="http://schemas.microsoft.com/office/drawing/2014/main" id="{16867CA5-9639-056C-6B53-9B4862194119}"/>
              </a:ext>
            </a:extLst>
          </p:cNvPr>
          <p:cNvSpPr/>
          <p:nvPr/>
        </p:nvSpPr>
        <p:spPr>
          <a:xfrm rot="16200000">
            <a:off x="-107037" y="-259403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406;p51">
            <a:extLst>
              <a:ext uri="{FF2B5EF4-FFF2-40B4-BE49-F238E27FC236}">
                <a16:creationId xmlns:a16="http://schemas.microsoft.com/office/drawing/2014/main" id="{0C22C5C8-36D3-9144-E5C2-A95E695D4428}"/>
              </a:ext>
            </a:extLst>
          </p:cNvPr>
          <p:cNvSpPr/>
          <p:nvPr/>
        </p:nvSpPr>
        <p:spPr>
          <a:xfrm rot="16200000">
            <a:off x="-107037" y="-107003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406;p51">
            <a:extLst>
              <a:ext uri="{FF2B5EF4-FFF2-40B4-BE49-F238E27FC236}">
                <a16:creationId xmlns:a16="http://schemas.microsoft.com/office/drawing/2014/main" id="{70C48F37-D944-8BD2-7D4B-B803EB39C0D8}"/>
              </a:ext>
            </a:extLst>
          </p:cNvPr>
          <p:cNvSpPr/>
          <p:nvPr/>
        </p:nvSpPr>
        <p:spPr>
          <a:xfrm rot="16200000">
            <a:off x="-107037" y="45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406;p51">
            <a:extLst>
              <a:ext uri="{FF2B5EF4-FFF2-40B4-BE49-F238E27FC236}">
                <a16:creationId xmlns:a16="http://schemas.microsoft.com/office/drawing/2014/main" id="{07387989-6E8D-0F3E-8FCC-4F1F8D074D0D}"/>
              </a:ext>
            </a:extLst>
          </p:cNvPr>
          <p:cNvSpPr/>
          <p:nvPr/>
        </p:nvSpPr>
        <p:spPr>
          <a:xfrm rot="16200000">
            <a:off x="-107037" y="197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406;p51">
            <a:extLst>
              <a:ext uri="{FF2B5EF4-FFF2-40B4-BE49-F238E27FC236}">
                <a16:creationId xmlns:a16="http://schemas.microsoft.com/office/drawing/2014/main" id="{92093710-03F1-3093-5BA7-ADC17B7F5C76}"/>
              </a:ext>
            </a:extLst>
          </p:cNvPr>
          <p:cNvSpPr/>
          <p:nvPr/>
        </p:nvSpPr>
        <p:spPr>
          <a:xfrm rot="16200000">
            <a:off x="-107037" y="3501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406;p51">
            <a:extLst>
              <a:ext uri="{FF2B5EF4-FFF2-40B4-BE49-F238E27FC236}">
                <a16:creationId xmlns:a16="http://schemas.microsoft.com/office/drawing/2014/main" id="{DBBE5026-539D-7EE5-A3B5-C9500D03DAC5}"/>
              </a:ext>
            </a:extLst>
          </p:cNvPr>
          <p:cNvSpPr/>
          <p:nvPr/>
        </p:nvSpPr>
        <p:spPr>
          <a:xfrm rot="16200000">
            <a:off x="-107037" y="5025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406;p51">
            <a:extLst>
              <a:ext uri="{FF2B5EF4-FFF2-40B4-BE49-F238E27FC236}">
                <a16:creationId xmlns:a16="http://schemas.microsoft.com/office/drawing/2014/main" id="{04B3E1C1-3DE7-5BEC-4B63-A9B190DF3637}"/>
              </a:ext>
            </a:extLst>
          </p:cNvPr>
          <p:cNvSpPr/>
          <p:nvPr/>
        </p:nvSpPr>
        <p:spPr>
          <a:xfrm rot="16200000">
            <a:off x="-107037" y="6549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406;p51">
            <a:extLst>
              <a:ext uri="{FF2B5EF4-FFF2-40B4-BE49-F238E27FC236}">
                <a16:creationId xmlns:a16="http://schemas.microsoft.com/office/drawing/2014/main" id="{1D83FD8B-3163-36EC-4086-2ECCE452C0C6}"/>
              </a:ext>
            </a:extLst>
          </p:cNvPr>
          <p:cNvSpPr/>
          <p:nvPr/>
        </p:nvSpPr>
        <p:spPr>
          <a:xfrm rot="16200000">
            <a:off x="-107037" y="807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406;p51">
            <a:extLst>
              <a:ext uri="{FF2B5EF4-FFF2-40B4-BE49-F238E27FC236}">
                <a16:creationId xmlns:a16="http://schemas.microsoft.com/office/drawing/2014/main" id="{E0C9471C-3E85-CBBE-88F3-68B42AFE88BB}"/>
              </a:ext>
            </a:extLst>
          </p:cNvPr>
          <p:cNvSpPr/>
          <p:nvPr/>
        </p:nvSpPr>
        <p:spPr>
          <a:xfrm rot="16200000">
            <a:off x="-107037" y="959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406;p51">
            <a:extLst>
              <a:ext uri="{FF2B5EF4-FFF2-40B4-BE49-F238E27FC236}">
                <a16:creationId xmlns:a16="http://schemas.microsoft.com/office/drawing/2014/main" id="{06150327-3F43-4CA8-31D0-57EE5124DA8A}"/>
              </a:ext>
            </a:extLst>
          </p:cNvPr>
          <p:cNvSpPr/>
          <p:nvPr/>
        </p:nvSpPr>
        <p:spPr>
          <a:xfrm rot="16200000">
            <a:off x="-107037" y="11121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406;p51">
            <a:extLst>
              <a:ext uri="{FF2B5EF4-FFF2-40B4-BE49-F238E27FC236}">
                <a16:creationId xmlns:a16="http://schemas.microsoft.com/office/drawing/2014/main" id="{FF9E29A7-C239-863C-CA3D-80E6900EFC2B}"/>
              </a:ext>
            </a:extLst>
          </p:cNvPr>
          <p:cNvSpPr/>
          <p:nvPr/>
        </p:nvSpPr>
        <p:spPr>
          <a:xfrm rot="16200000">
            <a:off x="-107037" y="12645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2" name="Google Shape;1406;p51">
            <a:extLst>
              <a:ext uri="{FF2B5EF4-FFF2-40B4-BE49-F238E27FC236}">
                <a16:creationId xmlns:a16="http://schemas.microsoft.com/office/drawing/2014/main" id="{3376E9B5-63F2-B747-5DB2-E516EEF693E2}"/>
              </a:ext>
            </a:extLst>
          </p:cNvPr>
          <p:cNvSpPr/>
          <p:nvPr/>
        </p:nvSpPr>
        <p:spPr>
          <a:xfrm rot="16200000">
            <a:off x="-107037" y="14169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3" name="Google Shape;1406;p51">
            <a:extLst>
              <a:ext uri="{FF2B5EF4-FFF2-40B4-BE49-F238E27FC236}">
                <a16:creationId xmlns:a16="http://schemas.microsoft.com/office/drawing/2014/main" id="{F33F5752-0520-4CCD-8D68-87CFF3DF086B}"/>
              </a:ext>
            </a:extLst>
          </p:cNvPr>
          <p:cNvSpPr/>
          <p:nvPr/>
        </p:nvSpPr>
        <p:spPr>
          <a:xfrm rot="16200000">
            <a:off x="-107037" y="1569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4" name="Google Shape;1406;p51">
            <a:extLst>
              <a:ext uri="{FF2B5EF4-FFF2-40B4-BE49-F238E27FC236}">
                <a16:creationId xmlns:a16="http://schemas.microsoft.com/office/drawing/2014/main" id="{302CA180-436F-07AD-93A5-117DB2DAEE17}"/>
              </a:ext>
            </a:extLst>
          </p:cNvPr>
          <p:cNvSpPr/>
          <p:nvPr/>
        </p:nvSpPr>
        <p:spPr>
          <a:xfrm rot="16200000">
            <a:off x="-107037" y="1721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5" name="Google Shape;1406;p51">
            <a:extLst>
              <a:ext uri="{FF2B5EF4-FFF2-40B4-BE49-F238E27FC236}">
                <a16:creationId xmlns:a16="http://schemas.microsoft.com/office/drawing/2014/main" id="{360655BE-3DAA-EA50-320B-06C8FF1E5CAE}"/>
              </a:ext>
            </a:extLst>
          </p:cNvPr>
          <p:cNvSpPr/>
          <p:nvPr/>
        </p:nvSpPr>
        <p:spPr>
          <a:xfrm rot="16200000">
            <a:off x="-107037" y="18741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6" name="Google Shape;1406;p51">
            <a:extLst>
              <a:ext uri="{FF2B5EF4-FFF2-40B4-BE49-F238E27FC236}">
                <a16:creationId xmlns:a16="http://schemas.microsoft.com/office/drawing/2014/main" id="{BD7B5E13-B5FA-4126-FD97-AF02AEE0BA8E}"/>
              </a:ext>
            </a:extLst>
          </p:cNvPr>
          <p:cNvSpPr/>
          <p:nvPr/>
        </p:nvSpPr>
        <p:spPr>
          <a:xfrm rot="16200000">
            <a:off x="-107037" y="20265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1406;p51">
            <a:extLst>
              <a:ext uri="{FF2B5EF4-FFF2-40B4-BE49-F238E27FC236}">
                <a16:creationId xmlns:a16="http://schemas.microsoft.com/office/drawing/2014/main" id="{E47AB98C-B320-01C3-63F9-0B24CD04D0F0}"/>
              </a:ext>
            </a:extLst>
          </p:cNvPr>
          <p:cNvSpPr/>
          <p:nvPr/>
        </p:nvSpPr>
        <p:spPr>
          <a:xfrm rot="16200000">
            <a:off x="-107037" y="21789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8" name="Google Shape;1406;p51">
            <a:extLst>
              <a:ext uri="{FF2B5EF4-FFF2-40B4-BE49-F238E27FC236}">
                <a16:creationId xmlns:a16="http://schemas.microsoft.com/office/drawing/2014/main" id="{144EFBC5-70A2-D825-4239-413BA7AEAB2D}"/>
              </a:ext>
            </a:extLst>
          </p:cNvPr>
          <p:cNvSpPr/>
          <p:nvPr/>
        </p:nvSpPr>
        <p:spPr>
          <a:xfrm rot="16200000">
            <a:off x="-107037" y="2331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9" name="Google Shape;1406;p51">
            <a:extLst>
              <a:ext uri="{FF2B5EF4-FFF2-40B4-BE49-F238E27FC236}">
                <a16:creationId xmlns:a16="http://schemas.microsoft.com/office/drawing/2014/main" id="{43C9538D-67D0-751E-A025-9CDAD1BB37EA}"/>
              </a:ext>
            </a:extLst>
          </p:cNvPr>
          <p:cNvSpPr/>
          <p:nvPr/>
        </p:nvSpPr>
        <p:spPr>
          <a:xfrm rot="16200000">
            <a:off x="-107037" y="2483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0" name="Google Shape;1406;p51">
            <a:extLst>
              <a:ext uri="{FF2B5EF4-FFF2-40B4-BE49-F238E27FC236}">
                <a16:creationId xmlns:a16="http://schemas.microsoft.com/office/drawing/2014/main" id="{9287C6C5-C2AD-440F-8F22-345A9B7C203F}"/>
              </a:ext>
            </a:extLst>
          </p:cNvPr>
          <p:cNvSpPr/>
          <p:nvPr/>
        </p:nvSpPr>
        <p:spPr>
          <a:xfrm rot="16200000">
            <a:off x="-107037" y="26361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1" name="Google Shape;1406;p51">
            <a:extLst>
              <a:ext uri="{FF2B5EF4-FFF2-40B4-BE49-F238E27FC236}">
                <a16:creationId xmlns:a16="http://schemas.microsoft.com/office/drawing/2014/main" id="{AD5E2F9B-9AE3-A540-B247-65E9EC45EE24}"/>
              </a:ext>
            </a:extLst>
          </p:cNvPr>
          <p:cNvSpPr/>
          <p:nvPr/>
        </p:nvSpPr>
        <p:spPr>
          <a:xfrm rot="16200000">
            <a:off x="-107037" y="27885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3" name="Google Shape;1406;p51">
            <a:extLst>
              <a:ext uri="{FF2B5EF4-FFF2-40B4-BE49-F238E27FC236}">
                <a16:creationId xmlns:a16="http://schemas.microsoft.com/office/drawing/2014/main" id="{3C2EE632-9A1B-7D35-2F22-F3DBF2F0DA61}"/>
              </a:ext>
            </a:extLst>
          </p:cNvPr>
          <p:cNvSpPr/>
          <p:nvPr/>
        </p:nvSpPr>
        <p:spPr>
          <a:xfrm rot="16200000">
            <a:off x="-107037" y="29409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4" name="Google Shape;1406;p51">
            <a:extLst>
              <a:ext uri="{FF2B5EF4-FFF2-40B4-BE49-F238E27FC236}">
                <a16:creationId xmlns:a16="http://schemas.microsoft.com/office/drawing/2014/main" id="{58B70F8B-A489-3109-AF75-7D0D81F38D80}"/>
              </a:ext>
            </a:extLst>
          </p:cNvPr>
          <p:cNvSpPr/>
          <p:nvPr/>
        </p:nvSpPr>
        <p:spPr>
          <a:xfrm rot="16200000">
            <a:off x="-107037" y="3093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5" name="Google Shape;1406;p51">
            <a:extLst>
              <a:ext uri="{FF2B5EF4-FFF2-40B4-BE49-F238E27FC236}">
                <a16:creationId xmlns:a16="http://schemas.microsoft.com/office/drawing/2014/main" id="{E5AC056D-3627-0446-B3FB-D7BA41EF3B24}"/>
              </a:ext>
            </a:extLst>
          </p:cNvPr>
          <p:cNvSpPr/>
          <p:nvPr/>
        </p:nvSpPr>
        <p:spPr>
          <a:xfrm rot="16200000">
            <a:off x="-107037" y="3245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6" name="Google Shape;1406;p51">
            <a:extLst>
              <a:ext uri="{FF2B5EF4-FFF2-40B4-BE49-F238E27FC236}">
                <a16:creationId xmlns:a16="http://schemas.microsoft.com/office/drawing/2014/main" id="{42932B71-81CF-6147-F71E-1A485F186B5D}"/>
              </a:ext>
            </a:extLst>
          </p:cNvPr>
          <p:cNvSpPr/>
          <p:nvPr/>
        </p:nvSpPr>
        <p:spPr>
          <a:xfrm rot="16200000">
            <a:off x="-107037" y="33981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7" name="Google Shape;1406;p51">
            <a:extLst>
              <a:ext uri="{FF2B5EF4-FFF2-40B4-BE49-F238E27FC236}">
                <a16:creationId xmlns:a16="http://schemas.microsoft.com/office/drawing/2014/main" id="{D6C66774-B349-39EB-1068-54CAF188E1F2}"/>
              </a:ext>
            </a:extLst>
          </p:cNvPr>
          <p:cNvSpPr/>
          <p:nvPr/>
        </p:nvSpPr>
        <p:spPr>
          <a:xfrm rot="16200000">
            <a:off x="-107037" y="35505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1406;p51">
            <a:extLst>
              <a:ext uri="{FF2B5EF4-FFF2-40B4-BE49-F238E27FC236}">
                <a16:creationId xmlns:a16="http://schemas.microsoft.com/office/drawing/2014/main" id="{0C5191F1-B216-11C7-04C4-80628952092B}"/>
              </a:ext>
            </a:extLst>
          </p:cNvPr>
          <p:cNvSpPr/>
          <p:nvPr/>
        </p:nvSpPr>
        <p:spPr>
          <a:xfrm rot="16200000">
            <a:off x="-107037" y="37029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1406;p51">
            <a:extLst>
              <a:ext uri="{FF2B5EF4-FFF2-40B4-BE49-F238E27FC236}">
                <a16:creationId xmlns:a16="http://schemas.microsoft.com/office/drawing/2014/main" id="{FFCA29FE-9CC2-67EA-979B-19BF617A4E31}"/>
              </a:ext>
            </a:extLst>
          </p:cNvPr>
          <p:cNvSpPr/>
          <p:nvPr/>
        </p:nvSpPr>
        <p:spPr>
          <a:xfrm rot="16200000">
            <a:off x="-107037" y="3855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1406;p51">
            <a:extLst>
              <a:ext uri="{FF2B5EF4-FFF2-40B4-BE49-F238E27FC236}">
                <a16:creationId xmlns:a16="http://schemas.microsoft.com/office/drawing/2014/main" id="{0A3F1D1A-51CE-012F-3D2F-E22C97B8AA82}"/>
              </a:ext>
            </a:extLst>
          </p:cNvPr>
          <p:cNvSpPr/>
          <p:nvPr/>
        </p:nvSpPr>
        <p:spPr>
          <a:xfrm rot="16200000">
            <a:off x="-107037" y="4007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1" name="Google Shape;1406;p51">
            <a:extLst>
              <a:ext uri="{FF2B5EF4-FFF2-40B4-BE49-F238E27FC236}">
                <a16:creationId xmlns:a16="http://schemas.microsoft.com/office/drawing/2014/main" id="{5F860B2B-3381-73FB-D1E6-3058BE4E54B9}"/>
              </a:ext>
            </a:extLst>
          </p:cNvPr>
          <p:cNvSpPr/>
          <p:nvPr/>
        </p:nvSpPr>
        <p:spPr>
          <a:xfrm rot="16200000">
            <a:off x="-107037" y="41601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2" name="Google Shape;1406;p51">
            <a:extLst>
              <a:ext uri="{FF2B5EF4-FFF2-40B4-BE49-F238E27FC236}">
                <a16:creationId xmlns:a16="http://schemas.microsoft.com/office/drawing/2014/main" id="{AD1927C2-531A-B7CA-E0A9-5D869F9CF60D}"/>
              </a:ext>
            </a:extLst>
          </p:cNvPr>
          <p:cNvSpPr/>
          <p:nvPr/>
        </p:nvSpPr>
        <p:spPr>
          <a:xfrm rot="16200000">
            <a:off x="-107037" y="43125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1406;p51">
            <a:extLst>
              <a:ext uri="{FF2B5EF4-FFF2-40B4-BE49-F238E27FC236}">
                <a16:creationId xmlns:a16="http://schemas.microsoft.com/office/drawing/2014/main" id="{E3D10EAF-1CE0-D70C-A605-93DA7B89EDE2}"/>
              </a:ext>
            </a:extLst>
          </p:cNvPr>
          <p:cNvSpPr/>
          <p:nvPr/>
        </p:nvSpPr>
        <p:spPr>
          <a:xfrm rot="16200000">
            <a:off x="-107037" y="44649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4" name="Google Shape;1406;p51">
            <a:extLst>
              <a:ext uri="{FF2B5EF4-FFF2-40B4-BE49-F238E27FC236}">
                <a16:creationId xmlns:a16="http://schemas.microsoft.com/office/drawing/2014/main" id="{3E68F370-CA13-52A5-618E-DAD960655063}"/>
              </a:ext>
            </a:extLst>
          </p:cNvPr>
          <p:cNvSpPr/>
          <p:nvPr/>
        </p:nvSpPr>
        <p:spPr>
          <a:xfrm rot="16200000">
            <a:off x="-107037" y="46173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1406;p51">
            <a:extLst>
              <a:ext uri="{FF2B5EF4-FFF2-40B4-BE49-F238E27FC236}">
                <a16:creationId xmlns:a16="http://schemas.microsoft.com/office/drawing/2014/main" id="{44F81B38-8629-6DEB-5957-CD7BD25BA1A0}"/>
              </a:ext>
            </a:extLst>
          </p:cNvPr>
          <p:cNvSpPr/>
          <p:nvPr/>
        </p:nvSpPr>
        <p:spPr>
          <a:xfrm rot="16200000">
            <a:off x="-107037" y="476979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1406;p51">
            <a:extLst>
              <a:ext uri="{FF2B5EF4-FFF2-40B4-BE49-F238E27FC236}">
                <a16:creationId xmlns:a16="http://schemas.microsoft.com/office/drawing/2014/main" id="{3E6A8942-3909-3316-6107-9980DAA136C1}"/>
              </a:ext>
            </a:extLst>
          </p:cNvPr>
          <p:cNvSpPr/>
          <p:nvPr/>
        </p:nvSpPr>
        <p:spPr>
          <a:xfrm rot="5400000" flipH="1">
            <a:off x="8923176" y="-21859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1406;p51">
            <a:extLst>
              <a:ext uri="{FF2B5EF4-FFF2-40B4-BE49-F238E27FC236}">
                <a16:creationId xmlns:a16="http://schemas.microsoft.com/office/drawing/2014/main" id="{5F7344E4-3526-EE58-6216-25A93414D398}"/>
              </a:ext>
            </a:extLst>
          </p:cNvPr>
          <p:cNvSpPr/>
          <p:nvPr/>
        </p:nvSpPr>
        <p:spPr>
          <a:xfrm rot="5400000" flipH="1">
            <a:off x="8923176" y="-6619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1406;p51">
            <a:extLst>
              <a:ext uri="{FF2B5EF4-FFF2-40B4-BE49-F238E27FC236}">
                <a16:creationId xmlns:a16="http://schemas.microsoft.com/office/drawing/2014/main" id="{9E20AF02-287E-FCCC-E7A4-480C76241AB5}"/>
              </a:ext>
            </a:extLst>
          </p:cNvPr>
          <p:cNvSpPr/>
          <p:nvPr/>
        </p:nvSpPr>
        <p:spPr>
          <a:xfrm rot="5400000" flipH="1">
            <a:off x="8923176" y="86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1406;p51">
            <a:extLst>
              <a:ext uri="{FF2B5EF4-FFF2-40B4-BE49-F238E27FC236}">
                <a16:creationId xmlns:a16="http://schemas.microsoft.com/office/drawing/2014/main" id="{FD9D6118-584B-2257-C83D-28540C292D78}"/>
              </a:ext>
            </a:extLst>
          </p:cNvPr>
          <p:cNvSpPr/>
          <p:nvPr/>
        </p:nvSpPr>
        <p:spPr>
          <a:xfrm rot="5400000" flipH="1">
            <a:off x="8923176" y="238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0" name="Google Shape;1406;p51">
            <a:extLst>
              <a:ext uri="{FF2B5EF4-FFF2-40B4-BE49-F238E27FC236}">
                <a16:creationId xmlns:a16="http://schemas.microsoft.com/office/drawing/2014/main" id="{E1515DBA-A51C-C620-744C-4F6E1363FCC1}"/>
              </a:ext>
            </a:extLst>
          </p:cNvPr>
          <p:cNvSpPr/>
          <p:nvPr/>
        </p:nvSpPr>
        <p:spPr>
          <a:xfrm rot="5400000" flipH="1">
            <a:off x="8923176" y="391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1" name="Google Shape;1406;p51">
            <a:extLst>
              <a:ext uri="{FF2B5EF4-FFF2-40B4-BE49-F238E27FC236}">
                <a16:creationId xmlns:a16="http://schemas.microsoft.com/office/drawing/2014/main" id="{747B47B1-3C9C-E82D-5795-AA6E0DE6A262}"/>
              </a:ext>
            </a:extLst>
          </p:cNvPr>
          <p:cNvSpPr/>
          <p:nvPr/>
        </p:nvSpPr>
        <p:spPr>
          <a:xfrm rot="5400000" flipH="1">
            <a:off x="8923176" y="543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2" name="Google Shape;1406;p51">
            <a:extLst>
              <a:ext uri="{FF2B5EF4-FFF2-40B4-BE49-F238E27FC236}">
                <a16:creationId xmlns:a16="http://schemas.microsoft.com/office/drawing/2014/main" id="{F000F29D-3291-7A01-5AA0-400B06EA7758}"/>
              </a:ext>
            </a:extLst>
          </p:cNvPr>
          <p:cNvSpPr/>
          <p:nvPr/>
        </p:nvSpPr>
        <p:spPr>
          <a:xfrm rot="5400000" flipH="1">
            <a:off x="8923176" y="695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3" name="Google Shape;1406;p51">
            <a:extLst>
              <a:ext uri="{FF2B5EF4-FFF2-40B4-BE49-F238E27FC236}">
                <a16:creationId xmlns:a16="http://schemas.microsoft.com/office/drawing/2014/main" id="{06143CDD-B63D-3558-D66A-C6D726017595}"/>
              </a:ext>
            </a:extLst>
          </p:cNvPr>
          <p:cNvSpPr/>
          <p:nvPr/>
        </p:nvSpPr>
        <p:spPr>
          <a:xfrm rot="5400000" flipH="1">
            <a:off x="8923176" y="848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4" name="Google Shape;1406;p51">
            <a:extLst>
              <a:ext uri="{FF2B5EF4-FFF2-40B4-BE49-F238E27FC236}">
                <a16:creationId xmlns:a16="http://schemas.microsoft.com/office/drawing/2014/main" id="{198E4411-BC97-CCC6-7CEE-9726A94FE830}"/>
              </a:ext>
            </a:extLst>
          </p:cNvPr>
          <p:cNvSpPr/>
          <p:nvPr/>
        </p:nvSpPr>
        <p:spPr>
          <a:xfrm rot="5400000" flipH="1">
            <a:off x="8923176" y="1000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5" name="Google Shape;1406;p51">
            <a:extLst>
              <a:ext uri="{FF2B5EF4-FFF2-40B4-BE49-F238E27FC236}">
                <a16:creationId xmlns:a16="http://schemas.microsoft.com/office/drawing/2014/main" id="{FA362447-D1FB-DA54-4383-EAB4357F2F96}"/>
              </a:ext>
            </a:extLst>
          </p:cNvPr>
          <p:cNvSpPr/>
          <p:nvPr/>
        </p:nvSpPr>
        <p:spPr>
          <a:xfrm rot="5400000" flipH="1">
            <a:off x="8923176" y="1153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1406;p51">
            <a:extLst>
              <a:ext uri="{FF2B5EF4-FFF2-40B4-BE49-F238E27FC236}">
                <a16:creationId xmlns:a16="http://schemas.microsoft.com/office/drawing/2014/main" id="{F82C6459-4B9B-03E5-21C0-523C63489EC0}"/>
              </a:ext>
            </a:extLst>
          </p:cNvPr>
          <p:cNvSpPr/>
          <p:nvPr/>
        </p:nvSpPr>
        <p:spPr>
          <a:xfrm rot="5400000" flipH="1">
            <a:off x="8923176" y="1305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7" name="Google Shape;1406;p51">
            <a:extLst>
              <a:ext uri="{FF2B5EF4-FFF2-40B4-BE49-F238E27FC236}">
                <a16:creationId xmlns:a16="http://schemas.microsoft.com/office/drawing/2014/main" id="{2A14A4A0-52BF-CE39-F82F-26181B45F66A}"/>
              </a:ext>
            </a:extLst>
          </p:cNvPr>
          <p:cNvSpPr/>
          <p:nvPr/>
        </p:nvSpPr>
        <p:spPr>
          <a:xfrm rot="5400000" flipH="1">
            <a:off x="8923176" y="1457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8" name="Google Shape;1406;p51">
            <a:extLst>
              <a:ext uri="{FF2B5EF4-FFF2-40B4-BE49-F238E27FC236}">
                <a16:creationId xmlns:a16="http://schemas.microsoft.com/office/drawing/2014/main" id="{5F2938C5-E1DF-80A0-3CAB-FABE5B2D3A28}"/>
              </a:ext>
            </a:extLst>
          </p:cNvPr>
          <p:cNvSpPr/>
          <p:nvPr/>
        </p:nvSpPr>
        <p:spPr>
          <a:xfrm rot="5400000" flipH="1">
            <a:off x="8923176" y="1610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9" name="Google Shape;1406;p51">
            <a:extLst>
              <a:ext uri="{FF2B5EF4-FFF2-40B4-BE49-F238E27FC236}">
                <a16:creationId xmlns:a16="http://schemas.microsoft.com/office/drawing/2014/main" id="{0A3CA8C4-C961-45CB-3BF1-E788AF1B39F3}"/>
              </a:ext>
            </a:extLst>
          </p:cNvPr>
          <p:cNvSpPr/>
          <p:nvPr/>
        </p:nvSpPr>
        <p:spPr>
          <a:xfrm rot="5400000" flipH="1">
            <a:off x="8923176" y="1762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0" name="Google Shape;1406;p51">
            <a:extLst>
              <a:ext uri="{FF2B5EF4-FFF2-40B4-BE49-F238E27FC236}">
                <a16:creationId xmlns:a16="http://schemas.microsoft.com/office/drawing/2014/main" id="{97F7FB1A-7A80-4427-F03E-689883E880BD}"/>
              </a:ext>
            </a:extLst>
          </p:cNvPr>
          <p:cNvSpPr/>
          <p:nvPr/>
        </p:nvSpPr>
        <p:spPr>
          <a:xfrm rot="5400000" flipH="1">
            <a:off x="8923176" y="1915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1406;p51">
            <a:extLst>
              <a:ext uri="{FF2B5EF4-FFF2-40B4-BE49-F238E27FC236}">
                <a16:creationId xmlns:a16="http://schemas.microsoft.com/office/drawing/2014/main" id="{5858071B-64A9-FA1C-0F41-232BCA7DA224}"/>
              </a:ext>
            </a:extLst>
          </p:cNvPr>
          <p:cNvSpPr/>
          <p:nvPr/>
        </p:nvSpPr>
        <p:spPr>
          <a:xfrm rot="5400000" flipH="1">
            <a:off x="8923176" y="2067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1406;p51">
            <a:extLst>
              <a:ext uri="{FF2B5EF4-FFF2-40B4-BE49-F238E27FC236}">
                <a16:creationId xmlns:a16="http://schemas.microsoft.com/office/drawing/2014/main" id="{7880C061-FAAC-585C-4420-64D8AA06219A}"/>
              </a:ext>
            </a:extLst>
          </p:cNvPr>
          <p:cNvSpPr/>
          <p:nvPr/>
        </p:nvSpPr>
        <p:spPr>
          <a:xfrm rot="5400000" flipH="1">
            <a:off x="8923176" y="2219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1406;p51">
            <a:extLst>
              <a:ext uri="{FF2B5EF4-FFF2-40B4-BE49-F238E27FC236}">
                <a16:creationId xmlns:a16="http://schemas.microsoft.com/office/drawing/2014/main" id="{D28C3353-4280-5CDA-406F-FE63D885CE70}"/>
              </a:ext>
            </a:extLst>
          </p:cNvPr>
          <p:cNvSpPr/>
          <p:nvPr/>
        </p:nvSpPr>
        <p:spPr>
          <a:xfrm rot="5400000" flipH="1">
            <a:off x="8923176" y="2372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1406;p51">
            <a:extLst>
              <a:ext uri="{FF2B5EF4-FFF2-40B4-BE49-F238E27FC236}">
                <a16:creationId xmlns:a16="http://schemas.microsoft.com/office/drawing/2014/main" id="{9B8C751B-8B47-5782-4FD5-509A26584B7F}"/>
              </a:ext>
            </a:extLst>
          </p:cNvPr>
          <p:cNvSpPr/>
          <p:nvPr/>
        </p:nvSpPr>
        <p:spPr>
          <a:xfrm rot="5400000" flipH="1">
            <a:off x="8923176" y="2524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5" name="Google Shape;1406;p51">
            <a:extLst>
              <a:ext uri="{FF2B5EF4-FFF2-40B4-BE49-F238E27FC236}">
                <a16:creationId xmlns:a16="http://schemas.microsoft.com/office/drawing/2014/main" id="{57590347-20B7-A78C-2965-C76F6B4F63ED}"/>
              </a:ext>
            </a:extLst>
          </p:cNvPr>
          <p:cNvSpPr/>
          <p:nvPr/>
        </p:nvSpPr>
        <p:spPr>
          <a:xfrm rot="5400000" flipH="1">
            <a:off x="8923176" y="2677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6" name="Google Shape;1406;p51">
            <a:extLst>
              <a:ext uri="{FF2B5EF4-FFF2-40B4-BE49-F238E27FC236}">
                <a16:creationId xmlns:a16="http://schemas.microsoft.com/office/drawing/2014/main" id="{19F367EC-A768-56EC-E4E0-97ED8C3611F3}"/>
              </a:ext>
            </a:extLst>
          </p:cNvPr>
          <p:cNvSpPr/>
          <p:nvPr/>
        </p:nvSpPr>
        <p:spPr>
          <a:xfrm rot="5400000" flipH="1">
            <a:off x="8923176" y="2829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7" name="Google Shape;1406;p51">
            <a:extLst>
              <a:ext uri="{FF2B5EF4-FFF2-40B4-BE49-F238E27FC236}">
                <a16:creationId xmlns:a16="http://schemas.microsoft.com/office/drawing/2014/main" id="{D99B1A63-A0F8-F521-8C73-5402BCE9A0A2}"/>
              </a:ext>
            </a:extLst>
          </p:cNvPr>
          <p:cNvSpPr/>
          <p:nvPr/>
        </p:nvSpPr>
        <p:spPr>
          <a:xfrm rot="5400000" flipH="1">
            <a:off x="8923176" y="2981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" name="Google Shape;1406;p51">
            <a:extLst>
              <a:ext uri="{FF2B5EF4-FFF2-40B4-BE49-F238E27FC236}">
                <a16:creationId xmlns:a16="http://schemas.microsoft.com/office/drawing/2014/main" id="{6D8273F5-19E8-3C90-9A10-2B178DB1C126}"/>
              </a:ext>
            </a:extLst>
          </p:cNvPr>
          <p:cNvSpPr/>
          <p:nvPr/>
        </p:nvSpPr>
        <p:spPr>
          <a:xfrm rot="5400000" flipH="1">
            <a:off x="8923176" y="3134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1406;p51">
            <a:extLst>
              <a:ext uri="{FF2B5EF4-FFF2-40B4-BE49-F238E27FC236}">
                <a16:creationId xmlns:a16="http://schemas.microsoft.com/office/drawing/2014/main" id="{A1BEB3E9-8163-5382-7A54-3E0344CD6F11}"/>
              </a:ext>
            </a:extLst>
          </p:cNvPr>
          <p:cNvSpPr/>
          <p:nvPr/>
        </p:nvSpPr>
        <p:spPr>
          <a:xfrm rot="5400000" flipH="1">
            <a:off x="8923176" y="3286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1406;p51">
            <a:extLst>
              <a:ext uri="{FF2B5EF4-FFF2-40B4-BE49-F238E27FC236}">
                <a16:creationId xmlns:a16="http://schemas.microsoft.com/office/drawing/2014/main" id="{9FB6DCA4-DF55-519F-B64C-4F39B13A148E}"/>
              </a:ext>
            </a:extLst>
          </p:cNvPr>
          <p:cNvSpPr/>
          <p:nvPr/>
        </p:nvSpPr>
        <p:spPr>
          <a:xfrm rot="5400000" flipH="1">
            <a:off x="8923176" y="3439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1" name="Google Shape;1406;p51">
            <a:extLst>
              <a:ext uri="{FF2B5EF4-FFF2-40B4-BE49-F238E27FC236}">
                <a16:creationId xmlns:a16="http://schemas.microsoft.com/office/drawing/2014/main" id="{B1AB64B4-92EC-FD40-68AC-FD973E337575}"/>
              </a:ext>
            </a:extLst>
          </p:cNvPr>
          <p:cNvSpPr/>
          <p:nvPr/>
        </p:nvSpPr>
        <p:spPr>
          <a:xfrm rot="5400000" flipH="1">
            <a:off x="8923176" y="3591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1406;p51">
            <a:extLst>
              <a:ext uri="{FF2B5EF4-FFF2-40B4-BE49-F238E27FC236}">
                <a16:creationId xmlns:a16="http://schemas.microsoft.com/office/drawing/2014/main" id="{90CF769C-6975-BF09-9707-C8CCAA9FB386}"/>
              </a:ext>
            </a:extLst>
          </p:cNvPr>
          <p:cNvSpPr/>
          <p:nvPr/>
        </p:nvSpPr>
        <p:spPr>
          <a:xfrm rot="5400000" flipH="1">
            <a:off x="8923176" y="3743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3" name="Google Shape;1406;p51">
            <a:extLst>
              <a:ext uri="{FF2B5EF4-FFF2-40B4-BE49-F238E27FC236}">
                <a16:creationId xmlns:a16="http://schemas.microsoft.com/office/drawing/2014/main" id="{BE571CA0-B3AA-D042-C875-0DEC9FE8DE57}"/>
              </a:ext>
            </a:extLst>
          </p:cNvPr>
          <p:cNvSpPr/>
          <p:nvPr/>
        </p:nvSpPr>
        <p:spPr>
          <a:xfrm rot="5400000" flipH="1">
            <a:off x="8923176" y="3896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4" name="Google Shape;1406;p51">
            <a:extLst>
              <a:ext uri="{FF2B5EF4-FFF2-40B4-BE49-F238E27FC236}">
                <a16:creationId xmlns:a16="http://schemas.microsoft.com/office/drawing/2014/main" id="{D72C416F-CAFE-837F-0227-B1B057CFB5AE}"/>
              </a:ext>
            </a:extLst>
          </p:cNvPr>
          <p:cNvSpPr/>
          <p:nvPr/>
        </p:nvSpPr>
        <p:spPr>
          <a:xfrm rot="5400000" flipH="1">
            <a:off x="8923176" y="4048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5" name="Google Shape;1406;p51">
            <a:extLst>
              <a:ext uri="{FF2B5EF4-FFF2-40B4-BE49-F238E27FC236}">
                <a16:creationId xmlns:a16="http://schemas.microsoft.com/office/drawing/2014/main" id="{BF4795B8-863F-676B-D1A4-02F0BEB22C2E}"/>
              </a:ext>
            </a:extLst>
          </p:cNvPr>
          <p:cNvSpPr/>
          <p:nvPr/>
        </p:nvSpPr>
        <p:spPr>
          <a:xfrm rot="5400000" flipH="1">
            <a:off x="8923176" y="42010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6" name="Google Shape;1406;p51">
            <a:extLst>
              <a:ext uri="{FF2B5EF4-FFF2-40B4-BE49-F238E27FC236}">
                <a16:creationId xmlns:a16="http://schemas.microsoft.com/office/drawing/2014/main" id="{DC4778BA-F50B-3E4E-3405-78BF18DB952B}"/>
              </a:ext>
            </a:extLst>
          </p:cNvPr>
          <p:cNvSpPr/>
          <p:nvPr/>
        </p:nvSpPr>
        <p:spPr>
          <a:xfrm rot="5400000" flipH="1">
            <a:off x="8923176" y="43534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2" name="Google Shape;1406;p51">
            <a:extLst>
              <a:ext uri="{FF2B5EF4-FFF2-40B4-BE49-F238E27FC236}">
                <a16:creationId xmlns:a16="http://schemas.microsoft.com/office/drawing/2014/main" id="{4DCCECE1-78FE-6F58-C9BE-470179306600}"/>
              </a:ext>
            </a:extLst>
          </p:cNvPr>
          <p:cNvSpPr/>
          <p:nvPr/>
        </p:nvSpPr>
        <p:spPr>
          <a:xfrm rot="5400000" flipH="1">
            <a:off x="8923176" y="45058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3" name="Google Shape;1406;p51">
            <a:extLst>
              <a:ext uri="{FF2B5EF4-FFF2-40B4-BE49-F238E27FC236}">
                <a16:creationId xmlns:a16="http://schemas.microsoft.com/office/drawing/2014/main" id="{B9469888-1BF2-9508-11D5-AB078F39D01A}"/>
              </a:ext>
            </a:extLst>
          </p:cNvPr>
          <p:cNvSpPr/>
          <p:nvPr/>
        </p:nvSpPr>
        <p:spPr>
          <a:xfrm rot="5400000" flipH="1">
            <a:off x="8923176" y="46582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4" name="Google Shape;1406;p51">
            <a:extLst>
              <a:ext uri="{FF2B5EF4-FFF2-40B4-BE49-F238E27FC236}">
                <a16:creationId xmlns:a16="http://schemas.microsoft.com/office/drawing/2014/main" id="{DD16D8FF-154E-FCF0-9975-41A7DB442391}"/>
              </a:ext>
            </a:extLst>
          </p:cNvPr>
          <p:cNvSpPr/>
          <p:nvPr/>
        </p:nvSpPr>
        <p:spPr>
          <a:xfrm rot="5400000" flipH="1">
            <a:off x="8923176" y="481060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6" name="TextBox 2815">
            <a:extLst>
              <a:ext uri="{FF2B5EF4-FFF2-40B4-BE49-F238E27FC236}">
                <a16:creationId xmlns:a16="http://schemas.microsoft.com/office/drawing/2014/main" id="{3D92D414-E2D8-FEC4-C2A5-B2ED499DAF3C}"/>
              </a:ext>
            </a:extLst>
          </p:cNvPr>
          <p:cNvSpPr txBox="1"/>
          <p:nvPr/>
        </p:nvSpPr>
        <p:spPr>
          <a:xfrm>
            <a:off x="-5655728" y="3232457"/>
            <a:ext cx="3330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tkinson Hyperlegible" panose="020B0604020202020204" charset="0"/>
              </a:rPr>
              <a:t>User information on login: </a:t>
            </a:r>
            <a:r>
              <a:rPr lang="en-US" sz="1800" dirty="0">
                <a:latin typeface="Atkinson Hyperlegible" panose="020B0604020202020204" charset="0"/>
              </a:rPr>
              <a:t>retrieve data from a single table with specific filtering conditions</a:t>
            </a:r>
          </a:p>
        </p:txBody>
      </p:sp>
      <p:sp>
        <p:nvSpPr>
          <p:cNvPr id="2817" name="TextBox 2816">
            <a:extLst>
              <a:ext uri="{FF2B5EF4-FFF2-40B4-BE49-F238E27FC236}">
                <a16:creationId xmlns:a16="http://schemas.microsoft.com/office/drawing/2014/main" id="{0BAD2E67-96C3-8B0E-48FE-746FA6A99BB7}"/>
              </a:ext>
            </a:extLst>
          </p:cNvPr>
          <p:cNvSpPr txBox="1"/>
          <p:nvPr/>
        </p:nvSpPr>
        <p:spPr>
          <a:xfrm>
            <a:off x="-5655728" y="986990"/>
            <a:ext cx="31474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tkinson Hyperlegible" panose="020B0604020202020204" charset="0"/>
              </a:rPr>
              <a:t>Patient’s request history: </a:t>
            </a:r>
            <a:r>
              <a:rPr lang="en-US" sz="1800" dirty="0">
                <a:latin typeface="Atkinson Hyperlegible" panose="020B0604020202020204" charset="0"/>
              </a:rPr>
              <a:t>retrieve data from a single table with specific filtering access the blood request history of a specific patient, helping them track the status of the request.</a:t>
            </a:r>
          </a:p>
        </p:txBody>
      </p:sp>
      <p:grpSp>
        <p:nvGrpSpPr>
          <p:cNvPr id="2821" name="Google Shape;2807;p78">
            <a:extLst>
              <a:ext uri="{FF2B5EF4-FFF2-40B4-BE49-F238E27FC236}">
                <a16:creationId xmlns:a16="http://schemas.microsoft.com/office/drawing/2014/main" id="{2458D1DB-692C-8534-77C6-21DD9F0922BE}"/>
              </a:ext>
            </a:extLst>
          </p:cNvPr>
          <p:cNvGrpSpPr/>
          <p:nvPr/>
        </p:nvGrpSpPr>
        <p:grpSpPr>
          <a:xfrm rot="20929054">
            <a:off x="-7229851" y="2313165"/>
            <a:ext cx="5211606" cy="2937338"/>
            <a:chOff x="4713525" y="1695825"/>
            <a:chExt cx="2976300" cy="2059200"/>
          </a:xfrm>
        </p:grpSpPr>
        <p:sp>
          <p:nvSpPr>
            <p:cNvPr id="2822" name="Google Shape;2808;p78">
              <a:extLst>
                <a:ext uri="{FF2B5EF4-FFF2-40B4-BE49-F238E27FC236}">
                  <a16:creationId xmlns:a16="http://schemas.microsoft.com/office/drawing/2014/main" id="{482898E0-36C0-56DE-30C1-528E1C2C7911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043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09;p78">
              <a:extLst>
                <a:ext uri="{FF2B5EF4-FFF2-40B4-BE49-F238E27FC236}">
                  <a16:creationId xmlns:a16="http://schemas.microsoft.com/office/drawing/2014/main" id="{8B46475C-66F0-B113-8C63-57F64458D678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87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10;p78">
              <a:extLst>
                <a:ext uri="{FF2B5EF4-FFF2-40B4-BE49-F238E27FC236}">
                  <a16:creationId xmlns:a16="http://schemas.microsoft.com/office/drawing/2014/main" id="{10212FF6-C7D9-39F2-058F-928C7995B854}"/>
                </a:ext>
              </a:extLst>
            </p:cNvPr>
            <p:cNvSpPr/>
            <p:nvPr/>
          </p:nvSpPr>
          <p:spPr>
            <a:xfrm>
              <a:off x="6137475" y="3524150"/>
              <a:ext cx="128400" cy="12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5" name="Flowchart: Alternate Process 2824">
            <a:extLst>
              <a:ext uri="{FF2B5EF4-FFF2-40B4-BE49-F238E27FC236}">
                <a16:creationId xmlns:a16="http://schemas.microsoft.com/office/drawing/2014/main" id="{CD1CAD82-9373-C949-7B23-9CE6C5FB235D}"/>
              </a:ext>
            </a:extLst>
          </p:cNvPr>
          <p:cNvSpPr/>
          <p:nvPr/>
        </p:nvSpPr>
        <p:spPr>
          <a:xfrm rot="20929054">
            <a:off x="-7052315" y="2408735"/>
            <a:ext cx="4856533" cy="2396708"/>
          </a:xfrm>
          <a:prstGeom prst="flowChartAlternateProcess">
            <a:avLst/>
          </a:prstGeom>
          <a:blipFill>
            <a:blip r:embed="rId3"/>
            <a:stretch>
              <a:fillRect t="643" b="-643"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80" name="Picture 2879">
            <a:extLst>
              <a:ext uri="{FF2B5EF4-FFF2-40B4-BE49-F238E27FC236}">
                <a16:creationId xmlns:a16="http://schemas.microsoft.com/office/drawing/2014/main" id="{C44CEEF3-98D0-6513-15C8-74A8CE52E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001" y="-72209"/>
            <a:ext cx="4041998" cy="859611"/>
          </a:xfrm>
          <a:prstGeom prst="rect">
            <a:avLst/>
          </a:prstGeom>
        </p:spPr>
      </p:pic>
      <p:pic>
        <p:nvPicPr>
          <p:cNvPr id="2883" name="Picture 2882">
            <a:extLst>
              <a:ext uri="{FF2B5EF4-FFF2-40B4-BE49-F238E27FC236}">
                <a16:creationId xmlns:a16="http://schemas.microsoft.com/office/drawing/2014/main" id="{C7732BE0-8A7E-658C-46FB-FE47D3C98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425" y="194557"/>
            <a:ext cx="4255377" cy="944962"/>
          </a:xfrm>
          <a:prstGeom prst="rect">
            <a:avLst/>
          </a:prstGeom>
        </p:spPr>
      </p:pic>
      <p:sp>
        <p:nvSpPr>
          <p:cNvPr id="2884" name="TextBox 26">
            <a:extLst>
              <a:ext uri="{FF2B5EF4-FFF2-40B4-BE49-F238E27FC236}">
                <a16:creationId xmlns:a16="http://schemas.microsoft.com/office/drawing/2014/main" id="{2FBA3FB6-728D-A6D8-0716-731EAC43072C}"/>
              </a:ext>
            </a:extLst>
          </p:cNvPr>
          <p:cNvSpPr txBox="1"/>
          <p:nvPr/>
        </p:nvSpPr>
        <p:spPr>
          <a:xfrm>
            <a:off x="-5859280" y="529815"/>
            <a:ext cx="4268684" cy="164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buClr>
                <a:schemeClr val="accent3"/>
              </a:buClr>
              <a:buSzPts val="3600"/>
            </a:pPr>
            <a:r>
              <a:rPr lang="en-US" sz="3200" b="1" dirty="0">
                <a:solidFill>
                  <a:schemeClr val="dk2"/>
                </a:solidFill>
                <a:latin typeface="Atkinson Hyperlegible"/>
                <a:sym typeface="Agrandir"/>
              </a:rPr>
              <a:t>List Recent Donations at a </a:t>
            </a:r>
            <a:r>
              <a:rPr lang="en-US" sz="3200" b="1" dirty="0">
                <a:solidFill>
                  <a:schemeClr val="accent5"/>
                </a:solidFill>
                <a:latin typeface="Atkinson Hyperlegible"/>
                <a:sym typeface="Agrandir"/>
              </a:rPr>
              <a:t>Specific Blood Bank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887" name="Flowchart: Alternate Process 2886">
            <a:extLst>
              <a:ext uri="{FF2B5EF4-FFF2-40B4-BE49-F238E27FC236}">
                <a16:creationId xmlns:a16="http://schemas.microsoft.com/office/drawing/2014/main" id="{11971B00-3D61-F5AE-8B9A-4504403E306F}"/>
              </a:ext>
            </a:extLst>
          </p:cNvPr>
          <p:cNvSpPr/>
          <p:nvPr/>
        </p:nvSpPr>
        <p:spPr>
          <a:xfrm>
            <a:off x="10345294" y="3626755"/>
            <a:ext cx="4758722" cy="1627774"/>
          </a:xfrm>
          <a:prstGeom prst="flowChartAlternateProcess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88" name="Flowchart: Alternate Process 2887">
            <a:extLst>
              <a:ext uri="{FF2B5EF4-FFF2-40B4-BE49-F238E27FC236}">
                <a16:creationId xmlns:a16="http://schemas.microsoft.com/office/drawing/2014/main" id="{1D15FB50-C4FE-2056-8E07-2E6EF849C19C}"/>
              </a:ext>
            </a:extLst>
          </p:cNvPr>
          <p:cNvSpPr/>
          <p:nvPr/>
        </p:nvSpPr>
        <p:spPr>
          <a:xfrm>
            <a:off x="13617053" y="1983228"/>
            <a:ext cx="5292209" cy="1546610"/>
          </a:xfrm>
          <a:prstGeom prst="flowChartAlternateProcess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07" name="Google Shape;2807;p78">
            <a:extLst>
              <a:ext uri="{FF2B5EF4-FFF2-40B4-BE49-F238E27FC236}">
                <a16:creationId xmlns:a16="http://schemas.microsoft.com/office/drawing/2014/main" id="{9A79567B-F1EE-012F-4C80-248FC0F2C035}"/>
              </a:ext>
            </a:extLst>
          </p:cNvPr>
          <p:cNvGrpSpPr/>
          <p:nvPr/>
        </p:nvGrpSpPr>
        <p:grpSpPr>
          <a:xfrm>
            <a:off x="1286932" y="687011"/>
            <a:ext cx="6248401" cy="4221523"/>
            <a:chOff x="4713525" y="1695825"/>
            <a:chExt cx="2976300" cy="2059200"/>
          </a:xfrm>
        </p:grpSpPr>
        <p:sp>
          <p:nvSpPr>
            <p:cNvPr id="2808" name="Google Shape;2808;p78">
              <a:extLst>
                <a:ext uri="{FF2B5EF4-FFF2-40B4-BE49-F238E27FC236}">
                  <a16:creationId xmlns:a16="http://schemas.microsoft.com/office/drawing/2014/main" id="{FB960E19-46BD-F2A3-231A-7D45FCE046A9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043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78">
              <a:extLst>
                <a:ext uri="{FF2B5EF4-FFF2-40B4-BE49-F238E27FC236}">
                  <a16:creationId xmlns:a16="http://schemas.microsoft.com/office/drawing/2014/main" id="{0E191F62-EB08-F00B-7F04-394D7BE4729B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87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78">
              <a:extLst>
                <a:ext uri="{FF2B5EF4-FFF2-40B4-BE49-F238E27FC236}">
                  <a16:creationId xmlns:a16="http://schemas.microsoft.com/office/drawing/2014/main" id="{FBCBB8FF-5AFC-2C80-DFFB-813B68FE4794}"/>
                </a:ext>
              </a:extLst>
            </p:cNvPr>
            <p:cNvSpPr/>
            <p:nvPr/>
          </p:nvSpPr>
          <p:spPr>
            <a:xfrm>
              <a:off x="6137475" y="3524150"/>
              <a:ext cx="128400" cy="12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13914B8D-D023-CC73-DF5E-0DA56F98D6CF}"/>
              </a:ext>
            </a:extLst>
          </p:cNvPr>
          <p:cNvSpPr/>
          <p:nvPr/>
        </p:nvSpPr>
        <p:spPr>
          <a:xfrm>
            <a:off x="1441830" y="836730"/>
            <a:ext cx="5907237" cy="3470039"/>
          </a:xfrm>
          <a:prstGeom prst="flowChartAlternateProcess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26" name="Google Shape;1183;p48">
            <a:extLst>
              <a:ext uri="{FF2B5EF4-FFF2-40B4-BE49-F238E27FC236}">
                <a16:creationId xmlns:a16="http://schemas.microsoft.com/office/drawing/2014/main" id="{B7195820-9944-5EC8-5FE8-4BAB7D638551}"/>
              </a:ext>
            </a:extLst>
          </p:cNvPr>
          <p:cNvGrpSpPr/>
          <p:nvPr/>
        </p:nvGrpSpPr>
        <p:grpSpPr>
          <a:xfrm rot="1183661">
            <a:off x="11614167" y="1566610"/>
            <a:ext cx="3251623" cy="3010398"/>
            <a:chOff x="5381125" y="2956500"/>
            <a:chExt cx="1866925" cy="1728425"/>
          </a:xfrm>
        </p:grpSpPr>
        <p:sp>
          <p:nvSpPr>
            <p:cNvPr id="2827" name="Google Shape;1184;p48">
              <a:extLst>
                <a:ext uri="{FF2B5EF4-FFF2-40B4-BE49-F238E27FC236}">
                  <a16:creationId xmlns:a16="http://schemas.microsoft.com/office/drawing/2014/main" id="{D4B38988-C831-F96B-FBE2-41E1FF31B148}"/>
                </a:ext>
              </a:extLst>
            </p:cNvPr>
            <p:cNvSpPr/>
            <p:nvPr/>
          </p:nvSpPr>
          <p:spPr>
            <a:xfrm>
              <a:off x="5381125" y="2956500"/>
              <a:ext cx="1866925" cy="1728425"/>
            </a:xfrm>
            <a:custGeom>
              <a:avLst/>
              <a:gdLst/>
              <a:ahLst/>
              <a:cxnLst/>
              <a:rect l="l" t="t" r="r" b="b"/>
              <a:pathLst>
                <a:path w="74677" h="69137" extrusionOk="0">
                  <a:moveTo>
                    <a:pt x="38249" y="1"/>
                  </a:moveTo>
                  <a:cubicBezTo>
                    <a:pt x="34475" y="1"/>
                    <a:pt x="30995" y="1339"/>
                    <a:pt x="28640" y="3641"/>
                  </a:cubicBezTo>
                  <a:cubicBezTo>
                    <a:pt x="23849" y="4712"/>
                    <a:pt x="19433" y="7120"/>
                    <a:pt x="15819" y="10600"/>
                  </a:cubicBezTo>
                  <a:cubicBezTo>
                    <a:pt x="12366" y="10841"/>
                    <a:pt x="9717" y="12581"/>
                    <a:pt x="9048" y="15070"/>
                  </a:cubicBezTo>
                  <a:cubicBezTo>
                    <a:pt x="8673" y="14749"/>
                    <a:pt x="8298" y="14454"/>
                    <a:pt x="7897" y="14160"/>
                  </a:cubicBezTo>
                  <a:cubicBezTo>
                    <a:pt x="7335" y="13785"/>
                    <a:pt x="6478" y="13277"/>
                    <a:pt x="5354" y="13277"/>
                  </a:cubicBezTo>
                  <a:lnTo>
                    <a:pt x="5300" y="13277"/>
                  </a:lnTo>
                  <a:cubicBezTo>
                    <a:pt x="3748" y="13303"/>
                    <a:pt x="2329" y="14267"/>
                    <a:pt x="1500" y="15900"/>
                  </a:cubicBezTo>
                  <a:cubicBezTo>
                    <a:pt x="1" y="18737"/>
                    <a:pt x="456" y="21761"/>
                    <a:pt x="991" y="24063"/>
                  </a:cubicBezTo>
                  <a:cubicBezTo>
                    <a:pt x="1607" y="26713"/>
                    <a:pt x="2463" y="29175"/>
                    <a:pt x="3561" y="31557"/>
                  </a:cubicBezTo>
                  <a:cubicBezTo>
                    <a:pt x="3346" y="31959"/>
                    <a:pt x="3159" y="32360"/>
                    <a:pt x="2945" y="32762"/>
                  </a:cubicBezTo>
                  <a:cubicBezTo>
                    <a:pt x="1687" y="35385"/>
                    <a:pt x="991" y="38168"/>
                    <a:pt x="884" y="41059"/>
                  </a:cubicBezTo>
                  <a:cubicBezTo>
                    <a:pt x="429" y="42076"/>
                    <a:pt x="483" y="43281"/>
                    <a:pt x="1018" y="44271"/>
                  </a:cubicBezTo>
                  <a:cubicBezTo>
                    <a:pt x="1098" y="44753"/>
                    <a:pt x="1152" y="45235"/>
                    <a:pt x="1232" y="45743"/>
                  </a:cubicBezTo>
                  <a:cubicBezTo>
                    <a:pt x="1741" y="48527"/>
                    <a:pt x="2677" y="51257"/>
                    <a:pt x="3507" y="53559"/>
                  </a:cubicBezTo>
                  <a:cubicBezTo>
                    <a:pt x="4658" y="56717"/>
                    <a:pt x="6478" y="59661"/>
                    <a:pt x="8780" y="62097"/>
                  </a:cubicBezTo>
                  <a:cubicBezTo>
                    <a:pt x="8807" y="62150"/>
                    <a:pt x="8860" y="62177"/>
                    <a:pt x="8887" y="62231"/>
                  </a:cubicBezTo>
                  <a:cubicBezTo>
                    <a:pt x="9422" y="63890"/>
                    <a:pt x="10439" y="65228"/>
                    <a:pt x="11911" y="66219"/>
                  </a:cubicBezTo>
                  <a:cubicBezTo>
                    <a:pt x="12688" y="66754"/>
                    <a:pt x="13598" y="67075"/>
                    <a:pt x="14615" y="67209"/>
                  </a:cubicBezTo>
                  <a:cubicBezTo>
                    <a:pt x="14882" y="67343"/>
                    <a:pt x="15177" y="67450"/>
                    <a:pt x="15498" y="67477"/>
                  </a:cubicBezTo>
                  <a:lnTo>
                    <a:pt x="16033" y="67477"/>
                  </a:lnTo>
                  <a:cubicBezTo>
                    <a:pt x="16863" y="67477"/>
                    <a:pt x="17746" y="67370"/>
                    <a:pt x="18630" y="67155"/>
                  </a:cubicBezTo>
                  <a:cubicBezTo>
                    <a:pt x="23367" y="68226"/>
                    <a:pt x="28479" y="68842"/>
                    <a:pt x="34635" y="69083"/>
                  </a:cubicBezTo>
                  <a:cubicBezTo>
                    <a:pt x="35546" y="69109"/>
                    <a:pt x="36375" y="69136"/>
                    <a:pt x="37151" y="69136"/>
                  </a:cubicBezTo>
                  <a:cubicBezTo>
                    <a:pt x="37847" y="69136"/>
                    <a:pt x="38463" y="69109"/>
                    <a:pt x="39105" y="69083"/>
                  </a:cubicBezTo>
                  <a:lnTo>
                    <a:pt x="39266" y="69083"/>
                  </a:lnTo>
                  <a:cubicBezTo>
                    <a:pt x="44566" y="68815"/>
                    <a:pt x="48634" y="67557"/>
                    <a:pt x="52060" y="65041"/>
                  </a:cubicBezTo>
                  <a:cubicBezTo>
                    <a:pt x="52113" y="65014"/>
                    <a:pt x="52167" y="64961"/>
                    <a:pt x="52221" y="64934"/>
                  </a:cubicBezTo>
                  <a:cubicBezTo>
                    <a:pt x="52247" y="64907"/>
                    <a:pt x="52247" y="64907"/>
                    <a:pt x="52274" y="64880"/>
                  </a:cubicBezTo>
                  <a:cubicBezTo>
                    <a:pt x="56423" y="61776"/>
                    <a:pt x="59742" y="57038"/>
                    <a:pt x="61615" y="51551"/>
                  </a:cubicBezTo>
                  <a:cubicBezTo>
                    <a:pt x="61642" y="51524"/>
                    <a:pt x="61642" y="51498"/>
                    <a:pt x="61642" y="51471"/>
                  </a:cubicBezTo>
                  <a:cubicBezTo>
                    <a:pt x="63676" y="50374"/>
                    <a:pt x="65282" y="48072"/>
                    <a:pt x="65978" y="45208"/>
                  </a:cubicBezTo>
                  <a:cubicBezTo>
                    <a:pt x="66058" y="44887"/>
                    <a:pt x="66112" y="44565"/>
                    <a:pt x="66139" y="44351"/>
                  </a:cubicBezTo>
                  <a:cubicBezTo>
                    <a:pt x="66647" y="41461"/>
                    <a:pt x="66058" y="38864"/>
                    <a:pt x="64720" y="37205"/>
                  </a:cubicBezTo>
                  <a:cubicBezTo>
                    <a:pt x="67878" y="34341"/>
                    <a:pt x="70475" y="31504"/>
                    <a:pt x="72562" y="28560"/>
                  </a:cubicBezTo>
                  <a:cubicBezTo>
                    <a:pt x="73124" y="27757"/>
                    <a:pt x="74677" y="25562"/>
                    <a:pt x="73954" y="23207"/>
                  </a:cubicBezTo>
                  <a:cubicBezTo>
                    <a:pt x="73339" y="21119"/>
                    <a:pt x="71197" y="19781"/>
                    <a:pt x="68521" y="19781"/>
                  </a:cubicBezTo>
                  <a:cubicBezTo>
                    <a:pt x="68280" y="19781"/>
                    <a:pt x="68039" y="19781"/>
                    <a:pt x="67798" y="19807"/>
                  </a:cubicBezTo>
                  <a:cubicBezTo>
                    <a:pt x="65014" y="20075"/>
                    <a:pt x="62659" y="21386"/>
                    <a:pt x="60625" y="23046"/>
                  </a:cubicBezTo>
                  <a:cubicBezTo>
                    <a:pt x="60518" y="22457"/>
                    <a:pt x="60411" y="21841"/>
                    <a:pt x="60277" y="21279"/>
                  </a:cubicBezTo>
                  <a:cubicBezTo>
                    <a:pt x="61160" y="20155"/>
                    <a:pt x="61642" y="18763"/>
                    <a:pt x="61615" y="17291"/>
                  </a:cubicBezTo>
                  <a:cubicBezTo>
                    <a:pt x="61562" y="16221"/>
                    <a:pt x="61267" y="15177"/>
                    <a:pt x="60678" y="14240"/>
                  </a:cubicBezTo>
                  <a:cubicBezTo>
                    <a:pt x="60625" y="14106"/>
                    <a:pt x="60518" y="13972"/>
                    <a:pt x="60464" y="13865"/>
                  </a:cubicBezTo>
                  <a:cubicBezTo>
                    <a:pt x="60411" y="13839"/>
                    <a:pt x="60384" y="13785"/>
                    <a:pt x="60331" y="13732"/>
                  </a:cubicBezTo>
                  <a:cubicBezTo>
                    <a:pt x="59180" y="12233"/>
                    <a:pt x="57386" y="11349"/>
                    <a:pt x="55513" y="11349"/>
                  </a:cubicBezTo>
                  <a:lnTo>
                    <a:pt x="55406" y="11349"/>
                  </a:lnTo>
                  <a:cubicBezTo>
                    <a:pt x="55299" y="11242"/>
                    <a:pt x="55191" y="11108"/>
                    <a:pt x="55084" y="10975"/>
                  </a:cubicBezTo>
                  <a:cubicBezTo>
                    <a:pt x="54710" y="10573"/>
                    <a:pt x="54335" y="10198"/>
                    <a:pt x="53934" y="9824"/>
                  </a:cubicBezTo>
                  <a:cubicBezTo>
                    <a:pt x="54442" y="9128"/>
                    <a:pt x="54736" y="8298"/>
                    <a:pt x="54736" y="7415"/>
                  </a:cubicBezTo>
                  <a:cubicBezTo>
                    <a:pt x="54736" y="5140"/>
                    <a:pt x="52863" y="3266"/>
                    <a:pt x="50588" y="3266"/>
                  </a:cubicBezTo>
                  <a:cubicBezTo>
                    <a:pt x="49758" y="3266"/>
                    <a:pt x="48982" y="3507"/>
                    <a:pt x="48339" y="3935"/>
                  </a:cubicBezTo>
                  <a:cubicBezTo>
                    <a:pt x="46118" y="1767"/>
                    <a:pt x="43147" y="429"/>
                    <a:pt x="39801" y="81"/>
                  </a:cubicBezTo>
                  <a:cubicBezTo>
                    <a:pt x="39266" y="28"/>
                    <a:pt x="38757" y="1"/>
                    <a:pt x="38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1185;p48">
              <a:extLst>
                <a:ext uri="{FF2B5EF4-FFF2-40B4-BE49-F238E27FC236}">
                  <a16:creationId xmlns:a16="http://schemas.microsoft.com/office/drawing/2014/main" id="{B372A061-F71B-9FCC-B8EC-98697153EF27}"/>
                </a:ext>
              </a:extLst>
            </p:cNvPr>
            <p:cNvSpPr/>
            <p:nvPr/>
          </p:nvSpPr>
          <p:spPr>
            <a:xfrm>
              <a:off x="5451400" y="3080525"/>
              <a:ext cx="1452725" cy="1555600"/>
            </a:xfrm>
            <a:custGeom>
              <a:avLst/>
              <a:gdLst/>
              <a:ahLst/>
              <a:cxnLst/>
              <a:rect l="l" t="t" r="r" b="b"/>
              <a:pathLst>
                <a:path w="58109" h="62224" extrusionOk="0">
                  <a:moveTo>
                    <a:pt x="31914" y="1"/>
                  </a:moveTo>
                  <a:cubicBezTo>
                    <a:pt x="31352" y="1"/>
                    <a:pt x="30794" y="14"/>
                    <a:pt x="30245" y="45"/>
                  </a:cubicBezTo>
                  <a:cubicBezTo>
                    <a:pt x="29228" y="98"/>
                    <a:pt x="28184" y="206"/>
                    <a:pt x="27194" y="393"/>
                  </a:cubicBezTo>
                  <a:cubicBezTo>
                    <a:pt x="27060" y="420"/>
                    <a:pt x="26926" y="446"/>
                    <a:pt x="26793" y="473"/>
                  </a:cubicBezTo>
                  <a:cubicBezTo>
                    <a:pt x="21868" y="1464"/>
                    <a:pt x="17344" y="3979"/>
                    <a:pt x="13838" y="7539"/>
                  </a:cubicBezTo>
                  <a:cubicBezTo>
                    <a:pt x="13570" y="7807"/>
                    <a:pt x="13329" y="8075"/>
                    <a:pt x="13089" y="8342"/>
                  </a:cubicBezTo>
                  <a:cubicBezTo>
                    <a:pt x="11590" y="10028"/>
                    <a:pt x="10278" y="11902"/>
                    <a:pt x="9261" y="13909"/>
                  </a:cubicBezTo>
                  <a:cubicBezTo>
                    <a:pt x="9154" y="14124"/>
                    <a:pt x="9047" y="14338"/>
                    <a:pt x="8940" y="14579"/>
                  </a:cubicBezTo>
                  <a:cubicBezTo>
                    <a:pt x="8726" y="15034"/>
                    <a:pt x="8538" y="15515"/>
                    <a:pt x="8351" y="15970"/>
                  </a:cubicBezTo>
                  <a:cubicBezTo>
                    <a:pt x="8271" y="16131"/>
                    <a:pt x="8217" y="16292"/>
                    <a:pt x="8164" y="16452"/>
                  </a:cubicBezTo>
                  <a:cubicBezTo>
                    <a:pt x="6825" y="20119"/>
                    <a:pt x="4764" y="23277"/>
                    <a:pt x="2918" y="26650"/>
                  </a:cubicBezTo>
                  <a:cubicBezTo>
                    <a:pt x="2570" y="27319"/>
                    <a:pt x="2222" y="27988"/>
                    <a:pt x="1900" y="28657"/>
                  </a:cubicBezTo>
                  <a:cubicBezTo>
                    <a:pt x="643" y="31200"/>
                    <a:pt x="54" y="33877"/>
                    <a:pt x="27" y="36607"/>
                  </a:cubicBezTo>
                  <a:cubicBezTo>
                    <a:pt x="0" y="37303"/>
                    <a:pt x="27" y="37972"/>
                    <a:pt x="107" y="38668"/>
                  </a:cubicBezTo>
                  <a:cubicBezTo>
                    <a:pt x="161" y="39256"/>
                    <a:pt x="241" y="39845"/>
                    <a:pt x="348" y="40434"/>
                  </a:cubicBezTo>
                  <a:cubicBezTo>
                    <a:pt x="803" y="42923"/>
                    <a:pt x="1606" y="45413"/>
                    <a:pt x="2516" y="47928"/>
                  </a:cubicBezTo>
                  <a:cubicBezTo>
                    <a:pt x="3587" y="50846"/>
                    <a:pt x="5273" y="53549"/>
                    <a:pt x="7387" y="55798"/>
                  </a:cubicBezTo>
                  <a:cubicBezTo>
                    <a:pt x="7521" y="55958"/>
                    <a:pt x="7655" y="56092"/>
                    <a:pt x="7816" y="56253"/>
                  </a:cubicBezTo>
                  <a:cubicBezTo>
                    <a:pt x="7869" y="56333"/>
                    <a:pt x="7950" y="56386"/>
                    <a:pt x="8030" y="56467"/>
                  </a:cubicBezTo>
                  <a:cubicBezTo>
                    <a:pt x="8833" y="57296"/>
                    <a:pt x="9716" y="58099"/>
                    <a:pt x="10680" y="58661"/>
                  </a:cubicBezTo>
                  <a:cubicBezTo>
                    <a:pt x="11964" y="59411"/>
                    <a:pt x="13597" y="59679"/>
                    <a:pt x="15069" y="60053"/>
                  </a:cubicBezTo>
                  <a:cubicBezTo>
                    <a:pt x="15203" y="60080"/>
                    <a:pt x="15337" y="60107"/>
                    <a:pt x="15444" y="60134"/>
                  </a:cubicBezTo>
                  <a:cubicBezTo>
                    <a:pt x="15551" y="60160"/>
                    <a:pt x="15658" y="60187"/>
                    <a:pt x="15792" y="60214"/>
                  </a:cubicBezTo>
                  <a:cubicBezTo>
                    <a:pt x="21091" y="61418"/>
                    <a:pt x="26445" y="61954"/>
                    <a:pt x="31878" y="62168"/>
                  </a:cubicBezTo>
                  <a:cubicBezTo>
                    <a:pt x="32771" y="62201"/>
                    <a:pt x="33665" y="62224"/>
                    <a:pt x="34552" y="62224"/>
                  </a:cubicBezTo>
                  <a:cubicBezTo>
                    <a:pt x="35100" y="62224"/>
                    <a:pt x="35645" y="62215"/>
                    <a:pt x="36187" y="62194"/>
                  </a:cubicBezTo>
                  <a:cubicBezTo>
                    <a:pt x="36241" y="62194"/>
                    <a:pt x="36321" y="62168"/>
                    <a:pt x="36375" y="62168"/>
                  </a:cubicBezTo>
                  <a:cubicBezTo>
                    <a:pt x="40550" y="61980"/>
                    <a:pt x="44592" y="61097"/>
                    <a:pt x="48125" y="58501"/>
                  </a:cubicBezTo>
                  <a:cubicBezTo>
                    <a:pt x="48178" y="58447"/>
                    <a:pt x="48232" y="58421"/>
                    <a:pt x="48285" y="58367"/>
                  </a:cubicBezTo>
                  <a:cubicBezTo>
                    <a:pt x="52407" y="55289"/>
                    <a:pt x="55325" y="50766"/>
                    <a:pt x="56984" y="45948"/>
                  </a:cubicBezTo>
                  <a:cubicBezTo>
                    <a:pt x="57064" y="45653"/>
                    <a:pt x="57172" y="45386"/>
                    <a:pt x="57252" y="45091"/>
                  </a:cubicBezTo>
                  <a:cubicBezTo>
                    <a:pt x="57332" y="44850"/>
                    <a:pt x="57412" y="44583"/>
                    <a:pt x="57493" y="44315"/>
                  </a:cubicBezTo>
                  <a:cubicBezTo>
                    <a:pt x="57867" y="42870"/>
                    <a:pt x="58108" y="41344"/>
                    <a:pt x="58055" y="39845"/>
                  </a:cubicBezTo>
                  <a:cubicBezTo>
                    <a:pt x="58028" y="39524"/>
                    <a:pt x="58001" y="39203"/>
                    <a:pt x="57975" y="38882"/>
                  </a:cubicBezTo>
                  <a:cubicBezTo>
                    <a:pt x="57760" y="37195"/>
                    <a:pt x="57225" y="35590"/>
                    <a:pt x="56824" y="33957"/>
                  </a:cubicBezTo>
                  <a:cubicBezTo>
                    <a:pt x="56717" y="33555"/>
                    <a:pt x="56609" y="33127"/>
                    <a:pt x="56529" y="32699"/>
                  </a:cubicBezTo>
                  <a:cubicBezTo>
                    <a:pt x="56502" y="32512"/>
                    <a:pt x="56449" y="32324"/>
                    <a:pt x="56422" y="32137"/>
                  </a:cubicBezTo>
                  <a:cubicBezTo>
                    <a:pt x="56395" y="31949"/>
                    <a:pt x="56369" y="31762"/>
                    <a:pt x="56369" y="31548"/>
                  </a:cubicBezTo>
                  <a:cubicBezTo>
                    <a:pt x="56074" y="28764"/>
                    <a:pt x="56369" y="25927"/>
                    <a:pt x="56342" y="23117"/>
                  </a:cubicBezTo>
                  <a:cubicBezTo>
                    <a:pt x="56315" y="22796"/>
                    <a:pt x="56315" y="22474"/>
                    <a:pt x="56288" y="22127"/>
                  </a:cubicBezTo>
                  <a:cubicBezTo>
                    <a:pt x="56208" y="19985"/>
                    <a:pt x="55887" y="17844"/>
                    <a:pt x="55325" y="15783"/>
                  </a:cubicBezTo>
                  <a:cubicBezTo>
                    <a:pt x="55325" y="15756"/>
                    <a:pt x="55325" y="15756"/>
                    <a:pt x="55298" y="15730"/>
                  </a:cubicBezTo>
                  <a:cubicBezTo>
                    <a:pt x="54950" y="14445"/>
                    <a:pt x="54495" y="13160"/>
                    <a:pt x="53906" y="11956"/>
                  </a:cubicBezTo>
                  <a:cubicBezTo>
                    <a:pt x="53906" y="11929"/>
                    <a:pt x="53879" y="11902"/>
                    <a:pt x="53879" y="11875"/>
                  </a:cubicBezTo>
                  <a:cubicBezTo>
                    <a:pt x="53853" y="11849"/>
                    <a:pt x="53853" y="11822"/>
                    <a:pt x="53826" y="11795"/>
                  </a:cubicBezTo>
                  <a:cubicBezTo>
                    <a:pt x="53317" y="10751"/>
                    <a:pt x="52702" y="9734"/>
                    <a:pt x="52006" y="8771"/>
                  </a:cubicBezTo>
                  <a:cubicBezTo>
                    <a:pt x="51925" y="8663"/>
                    <a:pt x="51845" y="8556"/>
                    <a:pt x="51765" y="8449"/>
                  </a:cubicBezTo>
                  <a:cubicBezTo>
                    <a:pt x="51470" y="8048"/>
                    <a:pt x="51149" y="7673"/>
                    <a:pt x="50828" y="7298"/>
                  </a:cubicBezTo>
                  <a:cubicBezTo>
                    <a:pt x="49918" y="6308"/>
                    <a:pt x="48901" y="5425"/>
                    <a:pt x="47830" y="4649"/>
                  </a:cubicBezTo>
                  <a:cubicBezTo>
                    <a:pt x="47402" y="4354"/>
                    <a:pt x="46974" y="4060"/>
                    <a:pt x="46546" y="3792"/>
                  </a:cubicBezTo>
                  <a:cubicBezTo>
                    <a:pt x="46305" y="3632"/>
                    <a:pt x="46037" y="3498"/>
                    <a:pt x="45769" y="3337"/>
                  </a:cubicBezTo>
                  <a:cubicBezTo>
                    <a:pt x="45475" y="3177"/>
                    <a:pt x="45181" y="3016"/>
                    <a:pt x="44886" y="2882"/>
                  </a:cubicBezTo>
                  <a:cubicBezTo>
                    <a:pt x="43227" y="2052"/>
                    <a:pt x="41487" y="1410"/>
                    <a:pt x="39667" y="955"/>
                  </a:cubicBezTo>
                  <a:cubicBezTo>
                    <a:pt x="38462" y="661"/>
                    <a:pt x="37258" y="420"/>
                    <a:pt x="36027" y="259"/>
                  </a:cubicBezTo>
                  <a:lnTo>
                    <a:pt x="36000" y="259"/>
                  </a:lnTo>
                  <a:cubicBezTo>
                    <a:pt x="35036" y="152"/>
                    <a:pt x="34073" y="72"/>
                    <a:pt x="33109" y="18"/>
                  </a:cubicBezTo>
                  <a:cubicBezTo>
                    <a:pt x="32710" y="7"/>
                    <a:pt x="32311" y="1"/>
                    <a:pt x="319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1186;p48">
              <a:extLst>
                <a:ext uri="{FF2B5EF4-FFF2-40B4-BE49-F238E27FC236}">
                  <a16:creationId xmlns:a16="http://schemas.microsoft.com/office/drawing/2014/main" id="{BE2BFC77-D4FA-57F5-CAB7-FBFB2D33AC67}"/>
                </a:ext>
              </a:extLst>
            </p:cNvPr>
            <p:cNvSpPr/>
            <p:nvPr/>
          </p:nvSpPr>
          <p:spPr>
            <a:xfrm>
              <a:off x="6396875" y="3499225"/>
              <a:ext cx="796325" cy="770150"/>
            </a:xfrm>
            <a:custGeom>
              <a:avLst/>
              <a:gdLst/>
              <a:ahLst/>
              <a:cxnLst/>
              <a:rect l="l" t="t" r="r" b="b"/>
              <a:pathLst>
                <a:path w="31853" h="30806" extrusionOk="0">
                  <a:moveTo>
                    <a:pt x="27872" y="1"/>
                  </a:moveTo>
                  <a:cubicBezTo>
                    <a:pt x="27698" y="1"/>
                    <a:pt x="27525" y="9"/>
                    <a:pt x="27355" y="25"/>
                  </a:cubicBezTo>
                  <a:cubicBezTo>
                    <a:pt x="23501" y="400"/>
                    <a:pt x="20396" y="3318"/>
                    <a:pt x="17747" y="6155"/>
                  </a:cubicBezTo>
                  <a:cubicBezTo>
                    <a:pt x="18041" y="4977"/>
                    <a:pt x="18255" y="3478"/>
                    <a:pt x="17318" y="2702"/>
                  </a:cubicBezTo>
                  <a:cubicBezTo>
                    <a:pt x="16981" y="2409"/>
                    <a:pt x="16548" y="2284"/>
                    <a:pt x="16106" y="2284"/>
                  </a:cubicBezTo>
                  <a:cubicBezTo>
                    <a:pt x="15741" y="2284"/>
                    <a:pt x="15370" y="2369"/>
                    <a:pt x="15043" y="2515"/>
                  </a:cubicBezTo>
                  <a:cubicBezTo>
                    <a:pt x="14294" y="2836"/>
                    <a:pt x="13732" y="3425"/>
                    <a:pt x="13170" y="4013"/>
                  </a:cubicBezTo>
                  <a:cubicBezTo>
                    <a:pt x="7469" y="10143"/>
                    <a:pt x="3748" y="17878"/>
                    <a:pt x="670" y="25667"/>
                  </a:cubicBezTo>
                  <a:cubicBezTo>
                    <a:pt x="108" y="27059"/>
                    <a:pt x="242" y="29334"/>
                    <a:pt x="1" y="30806"/>
                  </a:cubicBezTo>
                  <a:cubicBezTo>
                    <a:pt x="5220" y="26791"/>
                    <a:pt x="10841" y="23285"/>
                    <a:pt x="16141" y="19377"/>
                  </a:cubicBezTo>
                  <a:cubicBezTo>
                    <a:pt x="21467" y="15469"/>
                    <a:pt x="26526" y="11106"/>
                    <a:pt x="30326" y="5726"/>
                  </a:cubicBezTo>
                  <a:cubicBezTo>
                    <a:pt x="31103" y="4656"/>
                    <a:pt x="31852" y="3318"/>
                    <a:pt x="31477" y="2060"/>
                  </a:cubicBezTo>
                  <a:cubicBezTo>
                    <a:pt x="31045" y="642"/>
                    <a:pt x="29404" y="1"/>
                    <a:pt x="27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1187;p48">
              <a:extLst>
                <a:ext uri="{FF2B5EF4-FFF2-40B4-BE49-F238E27FC236}">
                  <a16:creationId xmlns:a16="http://schemas.microsoft.com/office/drawing/2014/main" id="{5E88E808-C1CA-5FC0-995D-CE05B1FBE60B}"/>
                </a:ext>
              </a:extLst>
            </p:cNvPr>
            <p:cNvSpPr/>
            <p:nvPr/>
          </p:nvSpPr>
          <p:spPr>
            <a:xfrm>
              <a:off x="5432650" y="3336575"/>
              <a:ext cx="460400" cy="1061275"/>
            </a:xfrm>
            <a:custGeom>
              <a:avLst/>
              <a:gdLst/>
              <a:ahLst/>
              <a:cxnLst/>
              <a:rect l="l" t="t" r="r" b="b"/>
              <a:pathLst>
                <a:path w="18416" h="42451" extrusionOk="0">
                  <a:moveTo>
                    <a:pt x="3266" y="1"/>
                  </a:moveTo>
                  <a:cubicBezTo>
                    <a:pt x="2303" y="27"/>
                    <a:pt x="1553" y="830"/>
                    <a:pt x="1152" y="1580"/>
                  </a:cubicBezTo>
                  <a:cubicBezTo>
                    <a:pt x="1" y="3801"/>
                    <a:pt x="295" y="6183"/>
                    <a:pt x="830" y="8405"/>
                  </a:cubicBezTo>
                  <a:cubicBezTo>
                    <a:pt x="1955" y="13250"/>
                    <a:pt x="3908" y="17559"/>
                    <a:pt x="6879" y="21734"/>
                  </a:cubicBezTo>
                  <a:cubicBezTo>
                    <a:pt x="6184" y="21600"/>
                    <a:pt x="5675" y="21145"/>
                    <a:pt x="5086" y="20851"/>
                  </a:cubicBezTo>
                  <a:cubicBezTo>
                    <a:pt x="4703" y="20642"/>
                    <a:pt x="4217" y="20478"/>
                    <a:pt x="3740" y="20478"/>
                  </a:cubicBezTo>
                  <a:cubicBezTo>
                    <a:pt x="3485" y="20478"/>
                    <a:pt x="3232" y="20525"/>
                    <a:pt x="2998" y="20637"/>
                  </a:cubicBezTo>
                  <a:cubicBezTo>
                    <a:pt x="2383" y="20958"/>
                    <a:pt x="2195" y="21600"/>
                    <a:pt x="2142" y="22162"/>
                  </a:cubicBezTo>
                  <a:cubicBezTo>
                    <a:pt x="2035" y="23822"/>
                    <a:pt x="2891" y="25321"/>
                    <a:pt x="3882" y="26713"/>
                  </a:cubicBezTo>
                  <a:cubicBezTo>
                    <a:pt x="7950" y="32414"/>
                    <a:pt x="14481" y="36669"/>
                    <a:pt x="18415" y="42451"/>
                  </a:cubicBezTo>
                  <a:cubicBezTo>
                    <a:pt x="18067" y="30085"/>
                    <a:pt x="15391" y="18201"/>
                    <a:pt x="9797" y="7093"/>
                  </a:cubicBezTo>
                  <a:cubicBezTo>
                    <a:pt x="8592" y="4658"/>
                    <a:pt x="7147" y="2249"/>
                    <a:pt x="4711" y="563"/>
                  </a:cubicBezTo>
                  <a:cubicBezTo>
                    <a:pt x="4310" y="268"/>
                    <a:pt x="3828" y="1"/>
                    <a:pt x="3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1188;p48">
              <a:extLst>
                <a:ext uri="{FF2B5EF4-FFF2-40B4-BE49-F238E27FC236}">
                  <a16:creationId xmlns:a16="http://schemas.microsoft.com/office/drawing/2014/main" id="{94FAC18F-854B-6207-97CD-7AEDEB356FCF}"/>
                </a:ext>
              </a:extLst>
            </p:cNvPr>
            <p:cNvSpPr/>
            <p:nvPr/>
          </p:nvSpPr>
          <p:spPr>
            <a:xfrm>
              <a:off x="5902400" y="3004950"/>
              <a:ext cx="829075" cy="840050"/>
            </a:xfrm>
            <a:custGeom>
              <a:avLst/>
              <a:gdLst/>
              <a:ahLst/>
              <a:cxnLst/>
              <a:rect l="l" t="t" r="r" b="b"/>
              <a:pathLst>
                <a:path w="33163" h="33602" extrusionOk="0">
                  <a:moveTo>
                    <a:pt x="17376" y="1"/>
                  </a:moveTo>
                  <a:cubicBezTo>
                    <a:pt x="12562" y="1"/>
                    <a:pt x="7692" y="2583"/>
                    <a:pt x="6665" y="7645"/>
                  </a:cubicBezTo>
                  <a:cubicBezTo>
                    <a:pt x="6397" y="8956"/>
                    <a:pt x="6397" y="10402"/>
                    <a:pt x="5674" y="11526"/>
                  </a:cubicBezTo>
                  <a:cubicBezTo>
                    <a:pt x="4898" y="12730"/>
                    <a:pt x="3426" y="13319"/>
                    <a:pt x="2356" y="14309"/>
                  </a:cubicBezTo>
                  <a:cubicBezTo>
                    <a:pt x="214" y="16290"/>
                    <a:pt x="0" y="19770"/>
                    <a:pt x="1205" y="22393"/>
                  </a:cubicBezTo>
                  <a:cubicBezTo>
                    <a:pt x="2436" y="25042"/>
                    <a:pt x="4791" y="26996"/>
                    <a:pt x="7280" y="28522"/>
                  </a:cubicBezTo>
                  <a:cubicBezTo>
                    <a:pt x="11081" y="30851"/>
                    <a:pt x="15310" y="32456"/>
                    <a:pt x="19700" y="33233"/>
                  </a:cubicBezTo>
                  <a:cubicBezTo>
                    <a:pt x="21036" y="33453"/>
                    <a:pt x="22401" y="33601"/>
                    <a:pt x="23753" y="33601"/>
                  </a:cubicBezTo>
                  <a:cubicBezTo>
                    <a:pt x="25351" y="33601"/>
                    <a:pt x="26932" y="33395"/>
                    <a:pt x="28425" y="32858"/>
                  </a:cubicBezTo>
                  <a:cubicBezTo>
                    <a:pt x="29201" y="32564"/>
                    <a:pt x="29978" y="32189"/>
                    <a:pt x="30620" y="31627"/>
                  </a:cubicBezTo>
                  <a:cubicBezTo>
                    <a:pt x="31637" y="30744"/>
                    <a:pt x="32253" y="29486"/>
                    <a:pt x="32627" y="28174"/>
                  </a:cubicBezTo>
                  <a:cubicBezTo>
                    <a:pt x="33056" y="26729"/>
                    <a:pt x="33163" y="25096"/>
                    <a:pt x="32440" y="23758"/>
                  </a:cubicBezTo>
                  <a:cubicBezTo>
                    <a:pt x="31557" y="22152"/>
                    <a:pt x="29576" y="21322"/>
                    <a:pt x="28773" y="19663"/>
                  </a:cubicBezTo>
                  <a:cubicBezTo>
                    <a:pt x="27810" y="17628"/>
                    <a:pt x="28907" y="15273"/>
                    <a:pt x="29282" y="13051"/>
                  </a:cubicBezTo>
                  <a:cubicBezTo>
                    <a:pt x="29790" y="10295"/>
                    <a:pt x="29094" y="7404"/>
                    <a:pt x="27569" y="5102"/>
                  </a:cubicBezTo>
                  <a:cubicBezTo>
                    <a:pt x="27355" y="4781"/>
                    <a:pt x="27114" y="4460"/>
                    <a:pt x="26846" y="4165"/>
                  </a:cubicBezTo>
                  <a:cubicBezTo>
                    <a:pt x="24839" y="1756"/>
                    <a:pt x="21841" y="391"/>
                    <a:pt x="18736" y="70"/>
                  </a:cubicBezTo>
                  <a:cubicBezTo>
                    <a:pt x="18285" y="24"/>
                    <a:pt x="17831" y="1"/>
                    <a:pt x="17376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1189;p48">
              <a:extLst>
                <a:ext uri="{FF2B5EF4-FFF2-40B4-BE49-F238E27FC236}">
                  <a16:creationId xmlns:a16="http://schemas.microsoft.com/office/drawing/2014/main" id="{B7EC3DE3-51E8-7811-D179-9D921B99AE7F}"/>
                </a:ext>
              </a:extLst>
            </p:cNvPr>
            <p:cNvSpPr/>
            <p:nvPr/>
          </p:nvSpPr>
          <p:spPr>
            <a:xfrm>
              <a:off x="5652125" y="3646400"/>
              <a:ext cx="1090075" cy="989725"/>
            </a:xfrm>
            <a:custGeom>
              <a:avLst/>
              <a:gdLst/>
              <a:ahLst/>
              <a:cxnLst/>
              <a:rect l="l" t="t" r="r" b="b"/>
              <a:pathLst>
                <a:path w="43603" h="39589" extrusionOk="0">
                  <a:moveTo>
                    <a:pt x="21735" y="0"/>
                  </a:moveTo>
                  <a:cubicBezTo>
                    <a:pt x="21735" y="0"/>
                    <a:pt x="21601" y="54"/>
                    <a:pt x="21387" y="107"/>
                  </a:cubicBezTo>
                  <a:cubicBezTo>
                    <a:pt x="21360" y="134"/>
                    <a:pt x="21333" y="134"/>
                    <a:pt x="21306" y="134"/>
                  </a:cubicBezTo>
                  <a:cubicBezTo>
                    <a:pt x="21280" y="134"/>
                    <a:pt x="21253" y="161"/>
                    <a:pt x="21226" y="161"/>
                  </a:cubicBezTo>
                  <a:cubicBezTo>
                    <a:pt x="20343" y="455"/>
                    <a:pt x="18416" y="1097"/>
                    <a:pt x="16194" y="2061"/>
                  </a:cubicBezTo>
                  <a:cubicBezTo>
                    <a:pt x="16167" y="2088"/>
                    <a:pt x="16141" y="2088"/>
                    <a:pt x="16141" y="2115"/>
                  </a:cubicBezTo>
                  <a:cubicBezTo>
                    <a:pt x="16087" y="2115"/>
                    <a:pt x="16060" y="2141"/>
                    <a:pt x="16007" y="2141"/>
                  </a:cubicBezTo>
                  <a:cubicBezTo>
                    <a:pt x="13330" y="3346"/>
                    <a:pt x="10225" y="5005"/>
                    <a:pt x="8057" y="7066"/>
                  </a:cubicBezTo>
                  <a:cubicBezTo>
                    <a:pt x="7575" y="7521"/>
                    <a:pt x="7147" y="7976"/>
                    <a:pt x="6799" y="8458"/>
                  </a:cubicBezTo>
                  <a:cubicBezTo>
                    <a:pt x="6692" y="8592"/>
                    <a:pt x="6612" y="8726"/>
                    <a:pt x="6532" y="8833"/>
                  </a:cubicBezTo>
                  <a:lnTo>
                    <a:pt x="6532" y="8859"/>
                  </a:lnTo>
                  <a:lnTo>
                    <a:pt x="6505" y="8859"/>
                  </a:lnTo>
                  <a:cubicBezTo>
                    <a:pt x="6398" y="9020"/>
                    <a:pt x="6291" y="9181"/>
                    <a:pt x="6210" y="9341"/>
                  </a:cubicBezTo>
                  <a:cubicBezTo>
                    <a:pt x="5060" y="11322"/>
                    <a:pt x="3935" y="14293"/>
                    <a:pt x="2972" y="17558"/>
                  </a:cubicBezTo>
                  <a:cubicBezTo>
                    <a:pt x="2972" y="17558"/>
                    <a:pt x="2972" y="17585"/>
                    <a:pt x="2945" y="17585"/>
                  </a:cubicBezTo>
                  <a:cubicBezTo>
                    <a:pt x="2758" y="18308"/>
                    <a:pt x="2544" y="19030"/>
                    <a:pt x="2356" y="19753"/>
                  </a:cubicBezTo>
                  <a:cubicBezTo>
                    <a:pt x="2329" y="19833"/>
                    <a:pt x="2303" y="19914"/>
                    <a:pt x="2303" y="19967"/>
                  </a:cubicBezTo>
                  <a:cubicBezTo>
                    <a:pt x="2249" y="20154"/>
                    <a:pt x="2196" y="20342"/>
                    <a:pt x="2169" y="20529"/>
                  </a:cubicBezTo>
                  <a:cubicBezTo>
                    <a:pt x="2062" y="20904"/>
                    <a:pt x="1981" y="21252"/>
                    <a:pt x="1874" y="21627"/>
                  </a:cubicBezTo>
                  <a:cubicBezTo>
                    <a:pt x="1526" y="23045"/>
                    <a:pt x="1232" y="24464"/>
                    <a:pt x="964" y="25829"/>
                  </a:cubicBezTo>
                  <a:cubicBezTo>
                    <a:pt x="964" y="25909"/>
                    <a:pt x="938" y="25963"/>
                    <a:pt x="938" y="26043"/>
                  </a:cubicBezTo>
                  <a:cubicBezTo>
                    <a:pt x="349" y="29148"/>
                    <a:pt x="1" y="31985"/>
                    <a:pt x="1" y="33832"/>
                  </a:cubicBezTo>
                  <a:cubicBezTo>
                    <a:pt x="804" y="34661"/>
                    <a:pt x="1687" y="35464"/>
                    <a:pt x="2651" y="36026"/>
                  </a:cubicBezTo>
                  <a:cubicBezTo>
                    <a:pt x="3935" y="36776"/>
                    <a:pt x="5568" y="37044"/>
                    <a:pt x="7040" y="37418"/>
                  </a:cubicBezTo>
                  <a:cubicBezTo>
                    <a:pt x="7174" y="37445"/>
                    <a:pt x="7308" y="37472"/>
                    <a:pt x="7415" y="37499"/>
                  </a:cubicBezTo>
                  <a:cubicBezTo>
                    <a:pt x="7549" y="37525"/>
                    <a:pt x="7629" y="37552"/>
                    <a:pt x="7763" y="37579"/>
                  </a:cubicBezTo>
                  <a:cubicBezTo>
                    <a:pt x="13062" y="38810"/>
                    <a:pt x="18416" y="39319"/>
                    <a:pt x="23876" y="39533"/>
                  </a:cubicBezTo>
                  <a:cubicBezTo>
                    <a:pt x="24753" y="39566"/>
                    <a:pt x="25639" y="39589"/>
                    <a:pt x="26524" y="39589"/>
                  </a:cubicBezTo>
                  <a:cubicBezTo>
                    <a:pt x="27071" y="39589"/>
                    <a:pt x="27616" y="39580"/>
                    <a:pt x="28158" y="39559"/>
                  </a:cubicBezTo>
                  <a:cubicBezTo>
                    <a:pt x="28212" y="39559"/>
                    <a:pt x="28292" y="39533"/>
                    <a:pt x="28346" y="39533"/>
                  </a:cubicBezTo>
                  <a:cubicBezTo>
                    <a:pt x="32521" y="39345"/>
                    <a:pt x="36563" y="38462"/>
                    <a:pt x="40096" y="35866"/>
                  </a:cubicBezTo>
                  <a:cubicBezTo>
                    <a:pt x="40765" y="34661"/>
                    <a:pt x="41621" y="32868"/>
                    <a:pt x="42344" y="30754"/>
                  </a:cubicBezTo>
                  <a:cubicBezTo>
                    <a:pt x="42746" y="29549"/>
                    <a:pt x="43094" y="28211"/>
                    <a:pt x="43308" y="26846"/>
                  </a:cubicBezTo>
                  <a:cubicBezTo>
                    <a:pt x="43522" y="25481"/>
                    <a:pt x="43602" y="24062"/>
                    <a:pt x="43468" y="22644"/>
                  </a:cubicBezTo>
                  <a:cubicBezTo>
                    <a:pt x="43254" y="20154"/>
                    <a:pt x="42960" y="17933"/>
                    <a:pt x="42531" y="15926"/>
                  </a:cubicBezTo>
                  <a:cubicBezTo>
                    <a:pt x="41755" y="12232"/>
                    <a:pt x="40497" y="9368"/>
                    <a:pt x="38195" y="7280"/>
                  </a:cubicBezTo>
                  <a:cubicBezTo>
                    <a:pt x="38088" y="7173"/>
                    <a:pt x="37981" y="7066"/>
                    <a:pt x="37847" y="6959"/>
                  </a:cubicBezTo>
                  <a:cubicBezTo>
                    <a:pt x="37553" y="6691"/>
                    <a:pt x="37259" y="6451"/>
                    <a:pt x="36937" y="6210"/>
                  </a:cubicBezTo>
                  <a:cubicBezTo>
                    <a:pt x="36215" y="5648"/>
                    <a:pt x="35465" y="5086"/>
                    <a:pt x="34689" y="4550"/>
                  </a:cubicBezTo>
                  <a:cubicBezTo>
                    <a:pt x="34636" y="4523"/>
                    <a:pt x="34609" y="4497"/>
                    <a:pt x="34555" y="4443"/>
                  </a:cubicBezTo>
                  <a:cubicBezTo>
                    <a:pt x="31798" y="2570"/>
                    <a:pt x="29175" y="1097"/>
                    <a:pt x="28720" y="857"/>
                  </a:cubicBezTo>
                  <a:cubicBezTo>
                    <a:pt x="28694" y="830"/>
                    <a:pt x="28667" y="830"/>
                    <a:pt x="28667" y="830"/>
                  </a:cubicBezTo>
                  <a:lnTo>
                    <a:pt x="28587" y="803"/>
                  </a:lnTo>
                  <a:lnTo>
                    <a:pt x="27248" y="642"/>
                  </a:lnTo>
                  <a:lnTo>
                    <a:pt x="23180" y="187"/>
                  </a:lnTo>
                  <a:lnTo>
                    <a:pt x="21735" y="0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1190;p48">
              <a:extLst>
                <a:ext uri="{FF2B5EF4-FFF2-40B4-BE49-F238E27FC236}">
                  <a16:creationId xmlns:a16="http://schemas.microsoft.com/office/drawing/2014/main" id="{FE5659CC-D794-CCC8-474D-66B27A23B2B8}"/>
                </a:ext>
              </a:extLst>
            </p:cNvPr>
            <p:cNvSpPr/>
            <p:nvPr/>
          </p:nvSpPr>
          <p:spPr>
            <a:xfrm>
              <a:off x="6224925" y="3556725"/>
              <a:ext cx="123800" cy="130775"/>
            </a:xfrm>
            <a:custGeom>
              <a:avLst/>
              <a:gdLst/>
              <a:ahLst/>
              <a:cxnLst/>
              <a:rect l="l" t="t" r="r" b="b"/>
              <a:pathLst>
                <a:path w="4952" h="5231" extrusionOk="0">
                  <a:moveTo>
                    <a:pt x="776" y="0"/>
                  </a:moveTo>
                  <a:lnTo>
                    <a:pt x="776" y="27"/>
                  </a:lnTo>
                  <a:lnTo>
                    <a:pt x="509" y="1339"/>
                  </a:lnTo>
                  <a:lnTo>
                    <a:pt x="0" y="3132"/>
                  </a:lnTo>
                  <a:cubicBezTo>
                    <a:pt x="0" y="3132"/>
                    <a:pt x="509" y="5059"/>
                    <a:pt x="2302" y="5220"/>
                  </a:cubicBezTo>
                  <a:cubicBezTo>
                    <a:pt x="2380" y="5227"/>
                    <a:pt x="2456" y="5230"/>
                    <a:pt x="2529" y="5230"/>
                  </a:cubicBezTo>
                  <a:cubicBezTo>
                    <a:pt x="4143" y="5230"/>
                    <a:pt x="4657" y="3614"/>
                    <a:pt x="4657" y="3614"/>
                  </a:cubicBezTo>
                  <a:lnTo>
                    <a:pt x="4845" y="1553"/>
                  </a:lnTo>
                  <a:lnTo>
                    <a:pt x="4952" y="429"/>
                  </a:lnTo>
                  <a:lnTo>
                    <a:pt x="883" y="2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1191;p48">
              <a:extLst>
                <a:ext uri="{FF2B5EF4-FFF2-40B4-BE49-F238E27FC236}">
                  <a16:creationId xmlns:a16="http://schemas.microsoft.com/office/drawing/2014/main" id="{D3416B44-9225-E028-E61A-9DF51302C8D7}"/>
                </a:ext>
              </a:extLst>
            </p:cNvPr>
            <p:cNvSpPr/>
            <p:nvPr/>
          </p:nvSpPr>
          <p:spPr>
            <a:xfrm>
              <a:off x="6237625" y="3557400"/>
              <a:ext cx="111100" cy="68325"/>
            </a:xfrm>
            <a:custGeom>
              <a:avLst/>
              <a:gdLst/>
              <a:ahLst/>
              <a:cxnLst/>
              <a:rect l="l" t="t" r="r" b="b"/>
              <a:pathLst>
                <a:path w="4444" h="2733" extrusionOk="0">
                  <a:moveTo>
                    <a:pt x="268" y="0"/>
                  </a:moveTo>
                  <a:lnTo>
                    <a:pt x="1" y="1312"/>
                  </a:lnTo>
                  <a:cubicBezTo>
                    <a:pt x="349" y="1847"/>
                    <a:pt x="857" y="2302"/>
                    <a:pt x="1446" y="2543"/>
                  </a:cubicBezTo>
                  <a:cubicBezTo>
                    <a:pt x="1687" y="2650"/>
                    <a:pt x="1928" y="2730"/>
                    <a:pt x="2196" y="2730"/>
                  </a:cubicBezTo>
                  <a:cubicBezTo>
                    <a:pt x="2223" y="2732"/>
                    <a:pt x="2250" y="2732"/>
                    <a:pt x="2277" y="2732"/>
                  </a:cubicBezTo>
                  <a:cubicBezTo>
                    <a:pt x="2838" y="2732"/>
                    <a:pt x="3393" y="2472"/>
                    <a:pt x="3801" y="2115"/>
                  </a:cubicBezTo>
                  <a:cubicBezTo>
                    <a:pt x="4016" y="1927"/>
                    <a:pt x="4176" y="1740"/>
                    <a:pt x="4337" y="1526"/>
                  </a:cubicBezTo>
                  <a:lnTo>
                    <a:pt x="4444" y="402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1192;p48">
              <a:extLst>
                <a:ext uri="{FF2B5EF4-FFF2-40B4-BE49-F238E27FC236}">
                  <a16:creationId xmlns:a16="http://schemas.microsoft.com/office/drawing/2014/main" id="{7F0E3865-CC59-31B9-2816-E55CCC45E2E4}"/>
                </a:ext>
              </a:extLst>
            </p:cNvPr>
            <p:cNvSpPr/>
            <p:nvPr/>
          </p:nvSpPr>
          <p:spPr>
            <a:xfrm>
              <a:off x="6071025" y="3076625"/>
              <a:ext cx="527300" cy="508500"/>
            </a:xfrm>
            <a:custGeom>
              <a:avLst/>
              <a:gdLst/>
              <a:ahLst/>
              <a:cxnLst/>
              <a:rect l="l" t="t" r="r" b="b"/>
              <a:pathLst>
                <a:path w="21092" h="20340" extrusionOk="0">
                  <a:moveTo>
                    <a:pt x="10256" y="0"/>
                  </a:moveTo>
                  <a:cubicBezTo>
                    <a:pt x="5377" y="0"/>
                    <a:pt x="1072" y="3592"/>
                    <a:pt x="321" y="8632"/>
                  </a:cubicBezTo>
                  <a:cubicBezTo>
                    <a:pt x="0" y="10720"/>
                    <a:pt x="348" y="12781"/>
                    <a:pt x="1178" y="14547"/>
                  </a:cubicBezTo>
                  <a:cubicBezTo>
                    <a:pt x="2570" y="17491"/>
                    <a:pt x="5326" y="19686"/>
                    <a:pt x="8752" y="20222"/>
                  </a:cubicBezTo>
                  <a:cubicBezTo>
                    <a:pt x="9269" y="20301"/>
                    <a:pt x="9782" y="20339"/>
                    <a:pt x="10289" y="20339"/>
                  </a:cubicBezTo>
                  <a:cubicBezTo>
                    <a:pt x="13884" y="20339"/>
                    <a:pt x="17167" y="18403"/>
                    <a:pt x="18950" y="15377"/>
                  </a:cubicBezTo>
                  <a:cubicBezTo>
                    <a:pt x="19593" y="14280"/>
                    <a:pt x="20048" y="13048"/>
                    <a:pt x="20235" y="11710"/>
                  </a:cubicBezTo>
                  <a:cubicBezTo>
                    <a:pt x="21091" y="6143"/>
                    <a:pt x="17317" y="950"/>
                    <a:pt x="11804" y="121"/>
                  </a:cubicBezTo>
                  <a:cubicBezTo>
                    <a:pt x="11284" y="40"/>
                    <a:pt x="10767" y="0"/>
                    <a:pt x="10256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1193;p48">
              <a:extLst>
                <a:ext uri="{FF2B5EF4-FFF2-40B4-BE49-F238E27FC236}">
                  <a16:creationId xmlns:a16="http://schemas.microsoft.com/office/drawing/2014/main" id="{7BA9B4D4-7CDC-6F13-A434-89EF5A5E63F3}"/>
                </a:ext>
              </a:extLst>
            </p:cNvPr>
            <p:cNvSpPr/>
            <p:nvPr/>
          </p:nvSpPr>
          <p:spPr>
            <a:xfrm>
              <a:off x="6004775" y="3266825"/>
              <a:ext cx="110425" cy="148725"/>
            </a:xfrm>
            <a:custGeom>
              <a:avLst/>
              <a:gdLst/>
              <a:ahLst/>
              <a:cxnLst/>
              <a:rect l="l" t="t" r="r" b="b"/>
              <a:pathLst>
                <a:path w="4417" h="5949" extrusionOk="0">
                  <a:moveTo>
                    <a:pt x="1930" y="0"/>
                  </a:moveTo>
                  <a:cubicBezTo>
                    <a:pt x="1768" y="0"/>
                    <a:pt x="1597" y="28"/>
                    <a:pt x="1419" y="87"/>
                  </a:cubicBezTo>
                  <a:cubicBezTo>
                    <a:pt x="750" y="328"/>
                    <a:pt x="268" y="997"/>
                    <a:pt x="134" y="1693"/>
                  </a:cubicBezTo>
                  <a:cubicBezTo>
                    <a:pt x="0" y="2389"/>
                    <a:pt x="188" y="3139"/>
                    <a:pt x="482" y="3781"/>
                  </a:cubicBezTo>
                  <a:cubicBezTo>
                    <a:pt x="1044" y="4932"/>
                    <a:pt x="2142" y="5922"/>
                    <a:pt x="3426" y="5949"/>
                  </a:cubicBezTo>
                  <a:cubicBezTo>
                    <a:pt x="3533" y="5949"/>
                    <a:pt x="3694" y="5949"/>
                    <a:pt x="3801" y="5895"/>
                  </a:cubicBezTo>
                  <a:cubicBezTo>
                    <a:pt x="4042" y="5762"/>
                    <a:pt x="4149" y="5467"/>
                    <a:pt x="4203" y="5173"/>
                  </a:cubicBezTo>
                  <a:cubicBezTo>
                    <a:pt x="4417" y="3861"/>
                    <a:pt x="3908" y="2630"/>
                    <a:pt x="3533" y="1399"/>
                  </a:cubicBezTo>
                  <a:cubicBezTo>
                    <a:pt x="3289" y="644"/>
                    <a:pt x="2714" y="0"/>
                    <a:pt x="1930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1194;p48">
              <a:extLst>
                <a:ext uri="{FF2B5EF4-FFF2-40B4-BE49-F238E27FC236}">
                  <a16:creationId xmlns:a16="http://schemas.microsoft.com/office/drawing/2014/main" id="{889AF09A-6976-4429-7194-253633F0D6C5}"/>
                </a:ext>
              </a:extLst>
            </p:cNvPr>
            <p:cNvSpPr/>
            <p:nvPr/>
          </p:nvSpPr>
          <p:spPr>
            <a:xfrm>
              <a:off x="6511300" y="3346750"/>
              <a:ext cx="125825" cy="135175"/>
            </a:xfrm>
            <a:custGeom>
              <a:avLst/>
              <a:gdLst/>
              <a:ahLst/>
              <a:cxnLst/>
              <a:rect l="l" t="t" r="r" b="b"/>
              <a:pathLst>
                <a:path w="5033" h="5407" extrusionOk="0">
                  <a:moveTo>
                    <a:pt x="3321" y="0"/>
                  </a:moveTo>
                  <a:cubicBezTo>
                    <a:pt x="2731" y="0"/>
                    <a:pt x="2180" y="394"/>
                    <a:pt x="1821" y="932"/>
                  </a:cubicBezTo>
                  <a:cubicBezTo>
                    <a:pt x="1072" y="1976"/>
                    <a:pt x="215" y="2993"/>
                    <a:pt x="28" y="4331"/>
                  </a:cubicBezTo>
                  <a:cubicBezTo>
                    <a:pt x="1" y="4626"/>
                    <a:pt x="1" y="4947"/>
                    <a:pt x="215" y="5134"/>
                  </a:cubicBezTo>
                  <a:cubicBezTo>
                    <a:pt x="322" y="5214"/>
                    <a:pt x="429" y="5268"/>
                    <a:pt x="563" y="5295"/>
                  </a:cubicBezTo>
                  <a:cubicBezTo>
                    <a:pt x="813" y="5371"/>
                    <a:pt x="1068" y="5406"/>
                    <a:pt x="1322" y="5406"/>
                  </a:cubicBezTo>
                  <a:cubicBezTo>
                    <a:pt x="2318" y="5406"/>
                    <a:pt x="3306" y="4863"/>
                    <a:pt x="3989" y="4117"/>
                  </a:cubicBezTo>
                  <a:cubicBezTo>
                    <a:pt x="4471" y="3582"/>
                    <a:pt x="4872" y="2939"/>
                    <a:pt x="4953" y="2217"/>
                  </a:cubicBezTo>
                  <a:cubicBezTo>
                    <a:pt x="5033" y="1521"/>
                    <a:pt x="4792" y="745"/>
                    <a:pt x="4203" y="316"/>
                  </a:cubicBezTo>
                  <a:cubicBezTo>
                    <a:pt x="3912" y="96"/>
                    <a:pt x="3612" y="0"/>
                    <a:pt x="332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1195;p48">
              <a:extLst>
                <a:ext uri="{FF2B5EF4-FFF2-40B4-BE49-F238E27FC236}">
                  <a16:creationId xmlns:a16="http://schemas.microsoft.com/office/drawing/2014/main" id="{2356E170-1E49-9742-08F6-6730BA3CBDDF}"/>
                </a:ext>
              </a:extLst>
            </p:cNvPr>
            <p:cNvSpPr/>
            <p:nvPr/>
          </p:nvSpPr>
          <p:spPr>
            <a:xfrm>
              <a:off x="6226250" y="3283550"/>
              <a:ext cx="41525" cy="39325"/>
            </a:xfrm>
            <a:custGeom>
              <a:avLst/>
              <a:gdLst/>
              <a:ahLst/>
              <a:cxnLst/>
              <a:rect l="l" t="t" r="r" b="b"/>
              <a:pathLst>
                <a:path w="1661" h="1573" extrusionOk="0">
                  <a:moveTo>
                    <a:pt x="864" y="1"/>
                  </a:moveTo>
                  <a:cubicBezTo>
                    <a:pt x="475" y="1"/>
                    <a:pt x="130" y="282"/>
                    <a:pt x="81" y="676"/>
                  </a:cubicBezTo>
                  <a:cubicBezTo>
                    <a:pt x="1" y="1105"/>
                    <a:pt x="295" y="1506"/>
                    <a:pt x="723" y="1560"/>
                  </a:cubicBezTo>
                  <a:cubicBezTo>
                    <a:pt x="771" y="1568"/>
                    <a:pt x="818" y="1573"/>
                    <a:pt x="865" y="1573"/>
                  </a:cubicBezTo>
                  <a:cubicBezTo>
                    <a:pt x="1237" y="1573"/>
                    <a:pt x="1559" y="1298"/>
                    <a:pt x="1607" y="917"/>
                  </a:cubicBezTo>
                  <a:cubicBezTo>
                    <a:pt x="1660" y="489"/>
                    <a:pt x="1393" y="87"/>
                    <a:pt x="964" y="7"/>
                  </a:cubicBezTo>
                  <a:cubicBezTo>
                    <a:pt x="931" y="3"/>
                    <a:pt x="897" y="1"/>
                    <a:pt x="8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1196;p48">
              <a:extLst>
                <a:ext uri="{FF2B5EF4-FFF2-40B4-BE49-F238E27FC236}">
                  <a16:creationId xmlns:a16="http://schemas.microsoft.com/office/drawing/2014/main" id="{84B34AD2-71A5-D1CB-31C2-6507DDEA1261}"/>
                </a:ext>
              </a:extLst>
            </p:cNvPr>
            <p:cNvSpPr/>
            <p:nvPr/>
          </p:nvSpPr>
          <p:spPr>
            <a:xfrm>
              <a:off x="6392200" y="3309475"/>
              <a:ext cx="42175" cy="39325"/>
            </a:xfrm>
            <a:custGeom>
              <a:avLst/>
              <a:gdLst/>
              <a:ahLst/>
              <a:cxnLst/>
              <a:rect l="l" t="t" r="r" b="b"/>
              <a:pathLst>
                <a:path w="1687" h="1573" extrusionOk="0">
                  <a:moveTo>
                    <a:pt x="823" y="1"/>
                  </a:moveTo>
                  <a:cubicBezTo>
                    <a:pt x="451" y="1"/>
                    <a:pt x="129" y="276"/>
                    <a:pt x="81" y="656"/>
                  </a:cubicBezTo>
                  <a:cubicBezTo>
                    <a:pt x="1" y="1085"/>
                    <a:pt x="295" y="1486"/>
                    <a:pt x="723" y="1566"/>
                  </a:cubicBezTo>
                  <a:cubicBezTo>
                    <a:pt x="757" y="1571"/>
                    <a:pt x="791" y="1573"/>
                    <a:pt x="824" y="1573"/>
                  </a:cubicBezTo>
                  <a:cubicBezTo>
                    <a:pt x="1213" y="1573"/>
                    <a:pt x="1557" y="1292"/>
                    <a:pt x="1607" y="897"/>
                  </a:cubicBezTo>
                  <a:cubicBezTo>
                    <a:pt x="1687" y="469"/>
                    <a:pt x="1392" y="68"/>
                    <a:pt x="964" y="14"/>
                  </a:cubicBezTo>
                  <a:cubicBezTo>
                    <a:pt x="917" y="5"/>
                    <a:pt x="869" y="1"/>
                    <a:pt x="82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1197;p48">
              <a:extLst>
                <a:ext uri="{FF2B5EF4-FFF2-40B4-BE49-F238E27FC236}">
                  <a16:creationId xmlns:a16="http://schemas.microsoft.com/office/drawing/2014/main" id="{3F5A2E57-865B-2631-513D-83CD41AC3B3C}"/>
                </a:ext>
              </a:extLst>
            </p:cNvPr>
            <p:cNvSpPr/>
            <p:nvPr/>
          </p:nvSpPr>
          <p:spPr>
            <a:xfrm>
              <a:off x="6285150" y="3308375"/>
              <a:ext cx="63575" cy="79950"/>
            </a:xfrm>
            <a:custGeom>
              <a:avLst/>
              <a:gdLst/>
              <a:ahLst/>
              <a:cxnLst/>
              <a:rect l="l" t="t" r="r" b="b"/>
              <a:pathLst>
                <a:path w="2543" h="3198" extrusionOk="0">
                  <a:moveTo>
                    <a:pt x="1604" y="1"/>
                  </a:moveTo>
                  <a:cubicBezTo>
                    <a:pt x="1284" y="1"/>
                    <a:pt x="938" y="243"/>
                    <a:pt x="776" y="486"/>
                  </a:cubicBezTo>
                  <a:cubicBezTo>
                    <a:pt x="428" y="1022"/>
                    <a:pt x="187" y="1610"/>
                    <a:pt x="27" y="2253"/>
                  </a:cubicBezTo>
                  <a:cubicBezTo>
                    <a:pt x="0" y="2440"/>
                    <a:pt x="0" y="2681"/>
                    <a:pt x="187" y="2761"/>
                  </a:cubicBezTo>
                  <a:cubicBezTo>
                    <a:pt x="228" y="2775"/>
                    <a:pt x="274" y="2775"/>
                    <a:pt x="321" y="2775"/>
                  </a:cubicBezTo>
                  <a:cubicBezTo>
                    <a:pt x="368" y="2775"/>
                    <a:pt x="415" y="2775"/>
                    <a:pt x="455" y="2788"/>
                  </a:cubicBezTo>
                  <a:cubicBezTo>
                    <a:pt x="589" y="2815"/>
                    <a:pt x="669" y="2922"/>
                    <a:pt x="750" y="3002"/>
                  </a:cubicBezTo>
                  <a:cubicBezTo>
                    <a:pt x="874" y="3127"/>
                    <a:pt x="1062" y="3197"/>
                    <a:pt x="1250" y="3197"/>
                  </a:cubicBezTo>
                  <a:cubicBezTo>
                    <a:pt x="1386" y="3197"/>
                    <a:pt x="1521" y="3161"/>
                    <a:pt x="1633" y="3083"/>
                  </a:cubicBezTo>
                  <a:cubicBezTo>
                    <a:pt x="1740" y="3002"/>
                    <a:pt x="1820" y="2895"/>
                    <a:pt x="1981" y="2868"/>
                  </a:cubicBezTo>
                  <a:cubicBezTo>
                    <a:pt x="2021" y="2855"/>
                    <a:pt x="2068" y="2855"/>
                    <a:pt x="2115" y="2855"/>
                  </a:cubicBezTo>
                  <a:cubicBezTo>
                    <a:pt x="2161" y="2855"/>
                    <a:pt x="2208" y="2855"/>
                    <a:pt x="2248" y="2842"/>
                  </a:cubicBezTo>
                  <a:cubicBezTo>
                    <a:pt x="2382" y="2815"/>
                    <a:pt x="2463" y="2681"/>
                    <a:pt x="2489" y="2574"/>
                  </a:cubicBezTo>
                  <a:cubicBezTo>
                    <a:pt x="2543" y="2440"/>
                    <a:pt x="2516" y="2306"/>
                    <a:pt x="2516" y="2199"/>
                  </a:cubicBezTo>
                  <a:cubicBezTo>
                    <a:pt x="2489" y="1610"/>
                    <a:pt x="2436" y="995"/>
                    <a:pt x="2195" y="486"/>
                  </a:cubicBezTo>
                  <a:cubicBezTo>
                    <a:pt x="2115" y="326"/>
                    <a:pt x="2034" y="192"/>
                    <a:pt x="1900" y="85"/>
                  </a:cubicBezTo>
                  <a:cubicBezTo>
                    <a:pt x="1809" y="26"/>
                    <a:pt x="1708" y="1"/>
                    <a:pt x="1604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1198;p48">
              <a:extLst>
                <a:ext uri="{FF2B5EF4-FFF2-40B4-BE49-F238E27FC236}">
                  <a16:creationId xmlns:a16="http://schemas.microsoft.com/office/drawing/2014/main" id="{65253A41-6F7A-6790-8BC2-B55F8DE7A08C}"/>
                </a:ext>
              </a:extLst>
            </p:cNvPr>
            <p:cNvSpPr/>
            <p:nvPr/>
          </p:nvSpPr>
          <p:spPr>
            <a:xfrm>
              <a:off x="6211525" y="3236800"/>
              <a:ext cx="55575" cy="24200"/>
            </a:xfrm>
            <a:custGeom>
              <a:avLst/>
              <a:gdLst/>
              <a:ahLst/>
              <a:cxnLst/>
              <a:rect l="l" t="t" r="r" b="b"/>
              <a:pathLst>
                <a:path w="2223" h="968" extrusionOk="0">
                  <a:moveTo>
                    <a:pt x="1433" y="0"/>
                  </a:moveTo>
                  <a:cubicBezTo>
                    <a:pt x="1408" y="0"/>
                    <a:pt x="1386" y="1"/>
                    <a:pt x="1366" y="4"/>
                  </a:cubicBezTo>
                  <a:cubicBezTo>
                    <a:pt x="991" y="4"/>
                    <a:pt x="563" y="191"/>
                    <a:pt x="269" y="405"/>
                  </a:cubicBezTo>
                  <a:cubicBezTo>
                    <a:pt x="135" y="485"/>
                    <a:pt x="1" y="619"/>
                    <a:pt x="54" y="780"/>
                  </a:cubicBezTo>
                  <a:cubicBezTo>
                    <a:pt x="108" y="940"/>
                    <a:pt x="295" y="967"/>
                    <a:pt x="483" y="967"/>
                  </a:cubicBezTo>
                  <a:cubicBezTo>
                    <a:pt x="938" y="967"/>
                    <a:pt x="1393" y="887"/>
                    <a:pt x="1848" y="753"/>
                  </a:cubicBezTo>
                  <a:cubicBezTo>
                    <a:pt x="2008" y="699"/>
                    <a:pt x="2196" y="592"/>
                    <a:pt x="2222" y="432"/>
                  </a:cubicBezTo>
                  <a:cubicBezTo>
                    <a:pt x="2222" y="137"/>
                    <a:pt x="1705" y="0"/>
                    <a:pt x="143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1199;p48">
              <a:extLst>
                <a:ext uri="{FF2B5EF4-FFF2-40B4-BE49-F238E27FC236}">
                  <a16:creationId xmlns:a16="http://schemas.microsoft.com/office/drawing/2014/main" id="{746A62E4-E5DB-7DE3-1195-AD52240F993C}"/>
                </a:ext>
              </a:extLst>
            </p:cNvPr>
            <p:cNvSpPr/>
            <p:nvPr/>
          </p:nvSpPr>
          <p:spPr>
            <a:xfrm>
              <a:off x="6406925" y="3258500"/>
              <a:ext cx="54225" cy="27250"/>
            </a:xfrm>
            <a:custGeom>
              <a:avLst/>
              <a:gdLst/>
              <a:ahLst/>
              <a:cxnLst/>
              <a:rect l="l" t="t" r="r" b="b"/>
              <a:pathLst>
                <a:path w="2169" h="1090" extrusionOk="0">
                  <a:moveTo>
                    <a:pt x="712" y="1"/>
                  </a:moveTo>
                  <a:cubicBezTo>
                    <a:pt x="431" y="1"/>
                    <a:pt x="42" y="88"/>
                    <a:pt x="0" y="340"/>
                  </a:cubicBezTo>
                  <a:cubicBezTo>
                    <a:pt x="0" y="527"/>
                    <a:pt x="161" y="634"/>
                    <a:pt x="322" y="715"/>
                  </a:cubicBezTo>
                  <a:cubicBezTo>
                    <a:pt x="750" y="902"/>
                    <a:pt x="1205" y="1009"/>
                    <a:pt x="1687" y="1089"/>
                  </a:cubicBezTo>
                  <a:cubicBezTo>
                    <a:pt x="1847" y="1089"/>
                    <a:pt x="2035" y="1089"/>
                    <a:pt x="2115" y="956"/>
                  </a:cubicBezTo>
                  <a:cubicBezTo>
                    <a:pt x="2168" y="795"/>
                    <a:pt x="2061" y="661"/>
                    <a:pt x="1928" y="554"/>
                  </a:cubicBezTo>
                  <a:cubicBezTo>
                    <a:pt x="1660" y="313"/>
                    <a:pt x="1285" y="72"/>
                    <a:pt x="910" y="19"/>
                  </a:cubicBezTo>
                  <a:cubicBezTo>
                    <a:pt x="859" y="7"/>
                    <a:pt x="789" y="1"/>
                    <a:pt x="71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1200;p48">
              <a:extLst>
                <a:ext uri="{FF2B5EF4-FFF2-40B4-BE49-F238E27FC236}">
                  <a16:creationId xmlns:a16="http://schemas.microsoft.com/office/drawing/2014/main" id="{20158AC2-88C4-68DB-9A5A-7F9DC7022662}"/>
                </a:ext>
              </a:extLst>
            </p:cNvPr>
            <p:cNvSpPr/>
            <p:nvPr/>
          </p:nvSpPr>
          <p:spPr>
            <a:xfrm>
              <a:off x="6283125" y="3399650"/>
              <a:ext cx="61600" cy="19250"/>
            </a:xfrm>
            <a:custGeom>
              <a:avLst/>
              <a:gdLst/>
              <a:ahLst/>
              <a:cxnLst/>
              <a:rect l="l" t="t" r="r" b="b"/>
              <a:pathLst>
                <a:path w="2464" h="770" extrusionOk="0">
                  <a:moveTo>
                    <a:pt x="108" y="0"/>
                  </a:moveTo>
                  <a:cubicBezTo>
                    <a:pt x="88" y="0"/>
                    <a:pt x="68" y="7"/>
                    <a:pt x="54" y="20"/>
                  </a:cubicBezTo>
                  <a:cubicBezTo>
                    <a:pt x="28" y="47"/>
                    <a:pt x="1" y="101"/>
                    <a:pt x="28" y="127"/>
                  </a:cubicBezTo>
                  <a:cubicBezTo>
                    <a:pt x="295" y="502"/>
                    <a:pt x="750" y="743"/>
                    <a:pt x="1205" y="770"/>
                  </a:cubicBezTo>
                  <a:lnTo>
                    <a:pt x="1259" y="770"/>
                  </a:lnTo>
                  <a:cubicBezTo>
                    <a:pt x="1714" y="770"/>
                    <a:pt x="2169" y="556"/>
                    <a:pt x="2436" y="208"/>
                  </a:cubicBezTo>
                  <a:cubicBezTo>
                    <a:pt x="2463" y="181"/>
                    <a:pt x="2463" y="127"/>
                    <a:pt x="2436" y="101"/>
                  </a:cubicBezTo>
                  <a:cubicBezTo>
                    <a:pt x="2425" y="90"/>
                    <a:pt x="2410" y="83"/>
                    <a:pt x="2393" y="83"/>
                  </a:cubicBezTo>
                  <a:cubicBezTo>
                    <a:pt x="2370" y="83"/>
                    <a:pt x="2345" y="96"/>
                    <a:pt x="2329" y="127"/>
                  </a:cubicBezTo>
                  <a:cubicBezTo>
                    <a:pt x="2062" y="422"/>
                    <a:pt x="1634" y="609"/>
                    <a:pt x="1232" y="609"/>
                  </a:cubicBezTo>
                  <a:cubicBezTo>
                    <a:pt x="804" y="582"/>
                    <a:pt x="402" y="368"/>
                    <a:pt x="161" y="20"/>
                  </a:cubicBezTo>
                  <a:cubicBezTo>
                    <a:pt x="148" y="7"/>
                    <a:pt x="128" y="0"/>
                    <a:pt x="108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1201;p48">
              <a:extLst>
                <a:ext uri="{FF2B5EF4-FFF2-40B4-BE49-F238E27FC236}">
                  <a16:creationId xmlns:a16="http://schemas.microsoft.com/office/drawing/2014/main" id="{8DC16A41-4E56-C2C8-51DA-12BABDDD591C}"/>
                </a:ext>
              </a:extLst>
            </p:cNvPr>
            <p:cNvSpPr/>
            <p:nvPr/>
          </p:nvSpPr>
          <p:spPr>
            <a:xfrm>
              <a:off x="6184775" y="3622300"/>
              <a:ext cx="184025" cy="293100"/>
            </a:xfrm>
            <a:custGeom>
              <a:avLst/>
              <a:gdLst/>
              <a:ahLst/>
              <a:cxnLst/>
              <a:rect l="l" t="t" r="r" b="b"/>
              <a:pathLst>
                <a:path w="7361" h="11724" extrusionOk="0">
                  <a:moveTo>
                    <a:pt x="1794" y="0"/>
                  </a:moveTo>
                  <a:lnTo>
                    <a:pt x="0" y="1018"/>
                  </a:lnTo>
                  <a:lnTo>
                    <a:pt x="375" y="4122"/>
                  </a:lnTo>
                  <a:lnTo>
                    <a:pt x="1339" y="11724"/>
                  </a:lnTo>
                  <a:lnTo>
                    <a:pt x="5460" y="4899"/>
                  </a:lnTo>
                  <a:lnTo>
                    <a:pt x="7361" y="1794"/>
                  </a:lnTo>
                  <a:cubicBezTo>
                    <a:pt x="7361" y="1794"/>
                    <a:pt x="6879" y="1178"/>
                    <a:pt x="6317" y="375"/>
                  </a:cubicBezTo>
                  <a:lnTo>
                    <a:pt x="1794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1202;p48">
              <a:extLst>
                <a:ext uri="{FF2B5EF4-FFF2-40B4-BE49-F238E27FC236}">
                  <a16:creationId xmlns:a16="http://schemas.microsoft.com/office/drawing/2014/main" id="{66CD78E1-5DE3-05D5-357D-0774E0AD75EE}"/>
                </a:ext>
              </a:extLst>
            </p:cNvPr>
            <p:cNvSpPr/>
            <p:nvPr/>
          </p:nvSpPr>
          <p:spPr>
            <a:xfrm>
              <a:off x="6194125" y="3725350"/>
              <a:ext cx="127175" cy="190050"/>
            </a:xfrm>
            <a:custGeom>
              <a:avLst/>
              <a:gdLst/>
              <a:ahLst/>
              <a:cxnLst/>
              <a:rect l="l" t="t" r="r" b="b"/>
              <a:pathLst>
                <a:path w="5087" h="7602" extrusionOk="0">
                  <a:moveTo>
                    <a:pt x="1" y="0"/>
                  </a:moveTo>
                  <a:lnTo>
                    <a:pt x="965" y="7602"/>
                  </a:lnTo>
                  <a:lnTo>
                    <a:pt x="5086" y="777"/>
                  </a:lnTo>
                  <a:lnTo>
                    <a:pt x="5086" y="777"/>
                  </a:lnTo>
                  <a:cubicBezTo>
                    <a:pt x="4629" y="862"/>
                    <a:pt x="4164" y="904"/>
                    <a:pt x="3698" y="904"/>
                  </a:cubicBezTo>
                  <a:cubicBezTo>
                    <a:pt x="2420" y="904"/>
                    <a:pt x="1139" y="589"/>
                    <a:pt x="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1203;p48">
              <a:extLst>
                <a:ext uri="{FF2B5EF4-FFF2-40B4-BE49-F238E27FC236}">
                  <a16:creationId xmlns:a16="http://schemas.microsoft.com/office/drawing/2014/main" id="{E725C462-59DD-238F-984A-8F87B8A19B2E}"/>
                </a:ext>
              </a:extLst>
            </p:cNvPr>
            <p:cNvSpPr/>
            <p:nvPr/>
          </p:nvSpPr>
          <p:spPr>
            <a:xfrm>
              <a:off x="6344025" y="3025425"/>
              <a:ext cx="265000" cy="319200"/>
            </a:xfrm>
            <a:custGeom>
              <a:avLst/>
              <a:gdLst/>
              <a:ahLst/>
              <a:cxnLst/>
              <a:rect l="l" t="t" r="r" b="b"/>
              <a:pathLst>
                <a:path w="10600" h="12768" extrusionOk="0">
                  <a:moveTo>
                    <a:pt x="295" y="1"/>
                  </a:moveTo>
                  <a:lnTo>
                    <a:pt x="295" y="1"/>
                  </a:lnTo>
                  <a:cubicBezTo>
                    <a:pt x="0" y="1446"/>
                    <a:pt x="268" y="2972"/>
                    <a:pt x="857" y="4337"/>
                  </a:cubicBezTo>
                  <a:cubicBezTo>
                    <a:pt x="1446" y="5675"/>
                    <a:pt x="2329" y="6879"/>
                    <a:pt x="3266" y="8030"/>
                  </a:cubicBezTo>
                  <a:cubicBezTo>
                    <a:pt x="4952" y="10064"/>
                    <a:pt x="6960" y="11965"/>
                    <a:pt x="9529" y="12768"/>
                  </a:cubicBezTo>
                  <a:cubicBezTo>
                    <a:pt x="10600" y="9877"/>
                    <a:pt x="10252" y="6371"/>
                    <a:pt x="8458" y="3882"/>
                  </a:cubicBezTo>
                  <a:cubicBezTo>
                    <a:pt x="6692" y="1392"/>
                    <a:pt x="3453" y="54"/>
                    <a:pt x="29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1204;p48">
              <a:extLst>
                <a:ext uri="{FF2B5EF4-FFF2-40B4-BE49-F238E27FC236}">
                  <a16:creationId xmlns:a16="http://schemas.microsoft.com/office/drawing/2014/main" id="{4719F452-EABD-9A59-18B4-CAFB673AFA04}"/>
                </a:ext>
              </a:extLst>
            </p:cNvPr>
            <p:cNvSpPr/>
            <p:nvPr/>
          </p:nvSpPr>
          <p:spPr>
            <a:xfrm>
              <a:off x="6065650" y="3018000"/>
              <a:ext cx="300475" cy="263725"/>
            </a:xfrm>
            <a:custGeom>
              <a:avLst/>
              <a:gdLst/>
              <a:ahLst/>
              <a:cxnLst/>
              <a:rect l="l" t="t" r="r" b="b"/>
              <a:pathLst>
                <a:path w="12019" h="10549" extrusionOk="0">
                  <a:moveTo>
                    <a:pt x="9718" y="1"/>
                  </a:moveTo>
                  <a:cubicBezTo>
                    <a:pt x="7318" y="1"/>
                    <a:pt x="4947" y="712"/>
                    <a:pt x="3266" y="2252"/>
                  </a:cubicBezTo>
                  <a:cubicBezTo>
                    <a:pt x="1018" y="4259"/>
                    <a:pt x="1" y="7578"/>
                    <a:pt x="510" y="10549"/>
                  </a:cubicBezTo>
                  <a:cubicBezTo>
                    <a:pt x="3159" y="10308"/>
                    <a:pt x="5515" y="8889"/>
                    <a:pt x="7549" y="7283"/>
                  </a:cubicBezTo>
                  <a:cubicBezTo>
                    <a:pt x="8700" y="6400"/>
                    <a:pt x="9797" y="5410"/>
                    <a:pt x="10627" y="4232"/>
                  </a:cubicBezTo>
                  <a:cubicBezTo>
                    <a:pt x="11483" y="3054"/>
                    <a:pt x="12019" y="1663"/>
                    <a:pt x="12019" y="217"/>
                  </a:cubicBezTo>
                  <a:cubicBezTo>
                    <a:pt x="11263" y="74"/>
                    <a:pt x="10489" y="1"/>
                    <a:pt x="9718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1205;p48">
              <a:extLst>
                <a:ext uri="{FF2B5EF4-FFF2-40B4-BE49-F238E27FC236}">
                  <a16:creationId xmlns:a16="http://schemas.microsoft.com/office/drawing/2014/main" id="{84A78057-AE1A-702F-A633-1621D8CB3762}"/>
                </a:ext>
              </a:extLst>
            </p:cNvPr>
            <p:cNvSpPr/>
            <p:nvPr/>
          </p:nvSpPr>
          <p:spPr>
            <a:xfrm>
              <a:off x="6550125" y="3317800"/>
              <a:ext cx="42850" cy="65650"/>
            </a:xfrm>
            <a:custGeom>
              <a:avLst/>
              <a:gdLst/>
              <a:ahLst/>
              <a:cxnLst/>
              <a:rect l="l" t="t" r="r" b="b"/>
              <a:pathLst>
                <a:path w="1714" h="2626" extrusionOk="0">
                  <a:moveTo>
                    <a:pt x="1553" y="0"/>
                  </a:moveTo>
                  <a:cubicBezTo>
                    <a:pt x="1051" y="0"/>
                    <a:pt x="608" y="218"/>
                    <a:pt x="84" y="218"/>
                  </a:cubicBezTo>
                  <a:cubicBezTo>
                    <a:pt x="56" y="218"/>
                    <a:pt x="28" y="218"/>
                    <a:pt x="0" y="216"/>
                  </a:cubicBezTo>
                  <a:lnTo>
                    <a:pt x="0" y="216"/>
                  </a:lnTo>
                  <a:cubicBezTo>
                    <a:pt x="54" y="1019"/>
                    <a:pt x="107" y="1822"/>
                    <a:pt x="161" y="2625"/>
                  </a:cubicBezTo>
                  <a:cubicBezTo>
                    <a:pt x="643" y="2331"/>
                    <a:pt x="910" y="2036"/>
                    <a:pt x="1205" y="1635"/>
                  </a:cubicBezTo>
                  <a:cubicBezTo>
                    <a:pt x="1553" y="1180"/>
                    <a:pt x="1713" y="591"/>
                    <a:pt x="1633" y="2"/>
                  </a:cubicBezTo>
                  <a:cubicBezTo>
                    <a:pt x="1606" y="1"/>
                    <a:pt x="1580" y="0"/>
                    <a:pt x="155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1206;p48">
              <a:extLst>
                <a:ext uri="{FF2B5EF4-FFF2-40B4-BE49-F238E27FC236}">
                  <a16:creationId xmlns:a16="http://schemas.microsoft.com/office/drawing/2014/main" id="{0558B484-181B-D4B1-E15F-16AF92856951}"/>
                </a:ext>
              </a:extLst>
            </p:cNvPr>
            <p:cNvSpPr/>
            <p:nvPr/>
          </p:nvSpPr>
          <p:spPr>
            <a:xfrm>
              <a:off x="6068350" y="3258300"/>
              <a:ext cx="43500" cy="70950"/>
            </a:xfrm>
            <a:custGeom>
              <a:avLst/>
              <a:gdLst/>
              <a:ahLst/>
              <a:cxnLst/>
              <a:rect l="l" t="t" r="r" b="b"/>
              <a:pathLst>
                <a:path w="1740" h="2838" extrusionOk="0">
                  <a:moveTo>
                    <a:pt x="187" y="0"/>
                  </a:moveTo>
                  <a:cubicBezTo>
                    <a:pt x="0" y="535"/>
                    <a:pt x="27" y="1151"/>
                    <a:pt x="294" y="1686"/>
                  </a:cubicBezTo>
                  <a:cubicBezTo>
                    <a:pt x="535" y="2115"/>
                    <a:pt x="723" y="2462"/>
                    <a:pt x="1151" y="2837"/>
                  </a:cubicBezTo>
                  <a:cubicBezTo>
                    <a:pt x="1365" y="2034"/>
                    <a:pt x="1552" y="1258"/>
                    <a:pt x="1740" y="482"/>
                  </a:cubicBezTo>
                  <a:cubicBezTo>
                    <a:pt x="1178" y="428"/>
                    <a:pt x="723" y="80"/>
                    <a:pt x="18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1207;p48">
              <a:extLst>
                <a:ext uri="{FF2B5EF4-FFF2-40B4-BE49-F238E27FC236}">
                  <a16:creationId xmlns:a16="http://schemas.microsoft.com/office/drawing/2014/main" id="{D7F385DE-122B-0664-0754-0272DC1049B6}"/>
                </a:ext>
              </a:extLst>
            </p:cNvPr>
            <p:cNvSpPr/>
            <p:nvPr/>
          </p:nvSpPr>
          <p:spPr>
            <a:xfrm>
              <a:off x="6046925" y="3694125"/>
              <a:ext cx="473100" cy="401950"/>
            </a:xfrm>
            <a:custGeom>
              <a:avLst/>
              <a:gdLst/>
              <a:ahLst/>
              <a:cxnLst/>
              <a:rect l="l" t="t" r="r" b="b"/>
              <a:pathLst>
                <a:path w="18924" h="16078" extrusionOk="0">
                  <a:moveTo>
                    <a:pt x="91" y="1"/>
                  </a:moveTo>
                  <a:cubicBezTo>
                    <a:pt x="68" y="1"/>
                    <a:pt x="43" y="14"/>
                    <a:pt x="27" y="45"/>
                  </a:cubicBezTo>
                  <a:cubicBezTo>
                    <a:pt x="1" y="72"/>
                    <a:pt x="27" y="125"/>
                    <a:pt x="54" y="152"/>
                  </a:cubicBezTo>
                  <a:lnTo>
                    <a:pt x="2945" y="1811"/>
                  </a:lnTo>
                  <a:lnTo>
                    <a:pt x="536" y="3872"/>
                  </a:lnTo>
                  <a:cubicBezTo>
                    <a:pt x="509" y="3899"/>
                    <a:pt x="509" y="3926"/>
                    <a:pt x="536" y="3979"/>
                  </a:cubicBezTo>
                  <a:lnTo>
                    <a:pt x="5380" y="16024"/>
                  </a:lnTo>
                  <a:cubicBezTo>
                    <a:pt x="5380" y="16051"/>
                    <a:pt x="5407" y="16077"/>
                    <a:pt x="5434" y="16077"/>
                  </a:cubicBezTo>
                  <a:lnTo>
                    <a:pt x="5461" y="16077"/>
                  </a:lnTo>
                  <a:cubicBezTo>
                    <a:pt x="5461" y="16077"/>
                    <a:pt x="5488" y="16077"/>
                    <a:pt x="5514" y="16051"/>
                  </a:cubicBezTo>
                  <a:lnTo>
                    <a:pt x="13597" y="8744"/>
                  </a:lnTo>
                  <a:cubicBezTo>
                    <a:pt x="13624" y="8717"/>
                    <a:pt x="13624" y="8690"/>
                    <a:pt x="13624" y="8663"/>
                  </a:cubicBezTo>
                  <a:lnTo>
                    <a:pt x="13035" y="3391"/>
                  </a:lnTo>
                  <a:lnTo>
                    <a:pt x="18844" y="2695"/>
                  </a:lnTo>
                  <a:cubicBezTo>
                    <a:pt x="18897" y="2695"/>
                    <a:pt x="18924" y="2641"/>
                    <a:pt x="18924" y="2614"/>
                  </a:cubicBezTo>
                  <a:cubicBezTo>
                    <a:pt x="18897" y="2561"/>
                    <a:pt x="18870" y="2534"/>
                    <a:pt x="18817" y="2534"/>
                  </a:cubicBezTo>
                  <a:lnTo>
                    <a:pt x="12928" y="3257"/>
                  </a:lnTo>
                  <a:cubicBezTo>
                    <a:pt x="12875" y="3257"/>
                    <a:pt x="12848" y="3284"/>
                    <a:pt x="12848" y="3337"/>
                  </a:cubicBezTo>
                  <a:lnTo>
                    <a:pt x="13464" y="8637"/>
                  </a:lnTo>
                  <a:lnTo>
                    <a:pt x="5488" y="15863"/>
                  </a:lnTo>
                  <a:lnTo>
                    <a:pt x="696" y="3953"/>
                  </a:lnTo>
                  <a:lnTo>
                    <a:pt x="3132" y="1838"/>
                  </a:lnTo>
                  <a:cubicBezTo>
                    <a:pt x="3159" y="1838"/>
                    <a:pt x="3159" y="1811"/>
                    <a:pt x="3159" y="1785"/>
                  </a:cubicBezTo>
                  <a:cubicBezTo>
                    <a:pt x="3159" y="1758"/>
                    <a:pt x="3132" y="1731"/>
                    <a:pt x="3132" y="1731"/>
                  </a:cubicBezTo>
                  <a:lnTo>
                    <a:pt x="134" y="18"/>
                  </a:lnTo>
                  <a:cubicBezTo>
                    <a:pt x="123" y="7"/>
                    <a:pt x="108" y="1"/>
                    <a:pt x="9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1208;p48">
              <a:extLst>
                <a:ext uri="{FF2B5EF4-FFF2-40B4-BE49-F238E27FC236}">
                  <a16:creationId xmlns:a16="http://schemas.microsoft.com/office/drawing/2014/main" id="{82DA376A-149D-01F5-255F-272A61F1D67E}"/>
                </a:ext>
              </a:extLst>
            </p:cNvPr>
            <p:cNvSpPr/>
            <p:nvPr/>
          </p:nvSpPr>
          <p:spPr>
            <a:xfrm>
              <a:off x="6180750" y="3664850"/>
              <a:ext cx="190075" cy="431225"/>
            </a:xfrm>
            <a:custGeom>
              <a:avLst/>
              <a:gdLst/>
              <a:ahLst/>
              <a:cxnLst/>
              <a:rect l="l" t="t" r="r" b="b"/>
              <a:pathLst>
                <a:path w="7603" h="17249" extrusionOk="0">
                  <a:moveTo>
                    <a:pt x="7520" y="0"/>
                  </a:moveTo>
                  <a:cubicBezTo>
                    <a:pt x="7493" y="0"/>
                    <a:pt x="7460" y="19"/>
                    <a:pt x="7442" y="38"/>
                  </a:cubicBezTo>
                  <a:cubicBezTo>
                    <a:pt x="7415" y="92"/>
                    <a:pt x="3748" y="6007"/>
                    <a:pt x="1446" y="10129"/>
                  </a:cubicBezTo>
                  <a:cubicBezTo>
                    <a:pt x="295" y="12243"/>
                    <a:pt x="27" y="16954"/>
                    <a:pt x="1" y="17168"/>
                  </a:cubicBezTo>
                  <a:cubicBezTo>
                    <a:pt x="1" y="17222"/>
                    <a:pt x="54" y="17248"/>
                    <a:pt x="81" y="17248"/>
                  </a:cubicBezTo>
                  <a:lnTo>
                    <a:pt x="108" y="17248"/>
                  </a:lnTo>
                  <a:cubicBezTo>
                    <a:pt x="135" y="17248"/>
                    <a:pt x="161" y="17222"/>
                    <a:pt x="188" y="17168"/>
                  </a:cubicBezTo>
                  <a:cubicBezTo>
                    <a:pt x="188" y="17115"/>
                    <a:pt x="456" y="12297"/>
                    <a:pt x="1607" y="10209"/>
                  </a:cubicBezTo>
                  <a:cubicBezTo>
                    <a:pt x="3882" y="6087"/>
                    <a:pt x="7549" y="172"/>
                    <a:pt x="7575" y="119"/>
                  </a:cubicBezTo>
                  <a:cubicBezTo>
                    <a:pt x="7602" y="92"/>
                    <a:pt x="7602" y="38"/>
                    <a:pt x="7549" y="11"/>
                  </a:cubicBezTo>
                  <a:cubicBezTo>
                    <a:pt x="7541" y="4"/>
                    <a:pt x="7531" y="0"/>
                    <a:pt x="7520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1209;p48">
              <a:extLst>
                <a:ext uri="{FF2B5EF4-FFF2-40B4-BE49-F238E27FC236}">
                  <a16:creationId xmlns:a16="http://schemas.microsoft.com/office/drawing/2014/main" id="{B99348AA-4501-8CDE-88D9-60EF157365A7}"/>
                </a:ext>
              </a:extLst>
            </p:cNvPr>
            <p:cNvSpPr/>
            <p:nvPr/>
          </p:nvSpPr>
          <p:spPr>
            <a:xfrm>
              <a:off x="6182100" y="3645725"/>
              <a:ext cx="38825" cy="275700"/>
            </a:xfrm>
            <a:custGeom>
              <a:avLst/>
              <a:gdLst/>
              <a:ahLst/>
              <a:cxnLst/>
              <a:rect l="l" t="t" r="r" b="b"/>
              <a:pathLst>
                <a:path w="1553" h="11028" extrusionOk="0">
                  <a:moveTo>
                    <a:pt x="81" y="0"/>
                  </a:moveTo>
                  <a:cubicBezTo>
                    <a:pt x="54" y="27"/>
                    <a:pt x="0" y="54"/>
                    <a:pt x="27" y="107"/>
                  </a:cubicBezTo>
                  <a:lnTo>
                    <a:pt x="1392" y="10947"/>
                  </a:lnTo>
                  <a:cubicBezTo>
                    <a:pt x="1392" y="11001"/>
                    <a:pt x="1446" y="11028"/>
                    <a:pt x="1472" y="11028"/>
                  </a:cubicBezTo>
                  <a:cubicBezTo>
                    <a:pt x="1526" y="11028"/>
                    <a:pt x="1553" y="10974"/>
                    <a:pt x="1553" y="10921"/>
                  </a:cubicBezTo>
                  <a:lnTo>
                    <a:pt x="188" y="81"/>
                  </a:lnTo>
                  <a:cubicBezTo>
                    <a:pt x="161" y="27"/>
                    <a:pt x="134" y="0"/>
                    <a:pt x="8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1210;p48">
              <a:extLst>
                <a:ext uri="{FF2B5EF4-FFF2-40B4-BE49-F238E27FC236}">
                  <a16:creationId xmlns:a16="http://schemas.microsoft.com/office/drawing/2014/main" id="{377126E3-8F0A-E4FF-79F5-9D0A42428FD9}"/>
                </a:ext>
              </a:extLst>
            </p:cNvPr>
            <p:cNvSpPr/>
            <p:nvPr/>
          </p:nvSpPr>
          <p:spPr>
            <a:xfrm>
              <a:off x="5802700" y="3821000"/>
              <a:ext cx="227525" cy="69650"/>
            </a:xfrm>
            <a:custGeom>
              <a:avLst/>
              <a:gdLst/>
              <a:ahLst/>
              <a:cxnLst/>
              <a:rect l="l" t="t" r="r" b="b"/>
              <a:pathLst>
                <a:path w="9101" h="2786" extrusionOk="0">
                  <a:moveTo>
                    <a:pt x="3915" y="1"/>
                  </a:moveTo>
                  <a:cubicBezTo>
                    <a:pt x="2858" y="1"/>
                    <a:pt x="1919" y="58"/>
                    <a:pt x="1445" y="189"/>
                  </a:cubicBezTo>
                  <a:cubicBezTo>
                    <a:pt x="0" y="564"/>
                    <a:pt x="616" y="2598"/>
                    <a:pt x="616" y="2598"/>
                  </a:cubicBezTo>
                  <a:lnTo>
                    <a:pt x="9047" y="2785"/>
                  </a:lnTo>
                  <a:cubicBezTo>
                    <a:pt x="9047" y="2785"/>
                    <a:pt x="9100" y="1072"/>
                    <a:pt x="8886" y="564"/>
                  </a:cubicBezTo>
                  <a:cubicBezTo>
                    <a:pt x="8742" y="240"/>
                    <a:pt x="6082" y="1"/>
                    <a:pt x="391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1211;p48">
              <a:extLst>
                <a:ext uri="{FF2B5EF4-FFF2-40B4-BE49-F238E27FC236}">
                  <a16:creationId xmlns:a16="http://schemas.microsoft.com/office/drawing/2014/main" id="{0956997C-6A9D-63CB-ACB3-994C6E3F546F}"/>
                </a:ext>
              </a:extLst>
            </p:cNvPr>
            <p:cNvSpPr/>
            <p:nvPr/>
          </p:nvSpPr>
          <p:spPr>
            <a:xfrm>
              <a:off x="5674875" y="3849150"/>
              <a:ext cx="586875" cy="640375"/>
            </a:xfrm>
            <a:custGeom>
              <a:avLst/>
              <a:gdLst/>
              <a:ahLst/>
              <a:cxnLst/>
              <a:rect l="l" t="t" r="r" b="b"/>
              <a:pathLst>
                <a:path w="23475" h="25615" extrusionOk="0">
                  <a:moveTo>
                    <a:pt x="1" y="0"/>
                  </a:moveTo>
                  <a:lnTo>
                    <a:pt x="5381" y="24945"/>
                  </a:lnTo>
                  <a:lnTo>
                    <a:pt x="23474" y="25615"/>
                  </a:lnTo>
                  <a:lnTo>
                    <a:pt x="23474" y="25615"/>
                  </a:lnTo>
                  <a:lnTo>
                    <a:pt x="19834" y="12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1212;p48">
              <a:extLst>
                <a:ext uri="{FF2B5EF4-FFF2-40B4-BE49-F238E27FC236}">
                  <a16:creationId xmlns:a16="http://schemas.microsoft.com/office/drawing/2014/main" id="{D331EDC8-772A-67DF-2FF5-1C4FE193A4D3}"/>
                </a:ext>
              </a:extLst>
            </p:cNvPr>
            <p:cNvSpPr/>
            <p:nvPr/>
          </p:nvSpPr>
          <p:spPr>
            <a:xfrm>
              <a:off x="5885675" y="4097450"/>
              <a:ext cx="384100" cy="389400"/>
            </a:xfrm>
            <a:custGeom>
              <a:avLst/>
              <a:gdLst/>
              <a:ahLst/>
              <a:cxnLst/>
              <a:rect l="l" t="t" r="r" b="b"/>
              <a:pathLst>
                <a:path w="15364" h="15576" extrusionOk="0">
                  <a:moveTo>
                    <a:pt x="11452" y="0"/>
                  </a:moveTo>
                  <a:cubicBezTo>
                    <a:pt x="10543" y="0"/>
                    <a:pt x="7365" y="3731"/>
                    <a:pt x="5728" y="5164"/>
                  </a:cubicBezTo>
                  <a:cubicBezTo>
                    <a:pt x="4015" y="6636"/>
                    <a:pt x="0" y="9232"/>
                    <a:pt x="0" y="9232"/>
                  </a:cubicBezTo>
                  <a:lnTo>
                    <a:pt x="2917" y="15576"/>
                  </a:lnTo>
                  <a:cubicBezTo>
                    <a:pt x="2917" y="15576"/>
                    <a:pt x="11402" y="12043"/>
                    <a:pt x="12232" y="11427"/>
                  </a:cubicBezTo>
                  <a:cubicBezTo>
                    <a:pt x="13062" y="10838"/>
                    <a:pt x="15364" y="8028"/>
                    <a:pt x="15256" y="6984"/>
                  </a:cubicBezTo>
                  <a:cubicBezTo>
                    <a:pt x="15202" y="6435"/>
                    <a:pt x="15013" y="6301"/>
                    <a:pt x="14842" y="6301"/>
                  </a:cubicBezTo>
                  <a:cubicBezTo>
                    <a:pt x="14680" y="6301"/>
                    <a:pt x="14534" y="6422"/>
                    <a:pt x="14534" y="6422"/>
                  </a:cubicBezTo>
                  <a:cubicBezTo>
                    <a:pt x="14534" y="6422"/>
                    <a:pt x="15149" y="5431"/>
                    <a:pt x="15203" y="4495"/>
                  </a:cubicBezTo>
                  <a:cubicBezTo>
                    <a:pt x="15256" y="3558"/>
                    <a:pt x="14213" y="3344"/>
                    <a:pt x="14213" y="3344"/>
                  </a:cubicBezTo>
                  <a:cubicBezTo>
                    <a:pt x="14587" y="1898"/>
                    <a:pt x="13169" y="1524"/>
                    <a:pt x="13169" y="1524"/>
                  </a:cubicBezTo>
                  <a:lnTo>
                    <a:pt x="9850" y="4869"/>
                  </a:lnTo>
                  <a:cubicBezTo>
                    <a:pt x="9850" y="4869"/>
                    <a:pt x="12285" y="426"/>
                    <a:pt x="11563" y="25"/>
                  </a:cubicBezTo>
                  <a:cubicBezTo>
                    <a:pt x="11531" y="8"/>
                    <a:pt x="11494" y="0"/>
                    <a:pt x="11452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1213;p48">
              <a:extLst>
                <a:ext uri="{FF2B5EF4-FFF2-40B4-BE49-F238E27FC236}">
                  <a16:creationId xmlns:a16="http://schemas.microsoft.com/office/drawing/2014/main" id="{01DA3C78-8552-D3F0-5E80-58E30EBA8613}"/>
                </a:ext>
              </a:extLst>
            </p:cNvPr>
            <p:cNvSpPr/>
            <p:nvPr/>
          </p:nvSpPr>
          <p:spPr>
            <a:xfrm>
              <a:off x="6192125" y="4179850"/>
              <a:ext cx="51550" cy="68125"/>
            </a:xfrm>
            <a:custGeom>
              <a:avLst/>
              <a:gdLst/>
              <a:ahLst/>
              <a:cxnLst/>
              <a:rect l="l" t="t" r="r" b="b"/>
              <a:pathLst>
                <a:path w="2062" h="2725" extrusionOk="0">
                  <a:moveTo>
                    <a:pt x="1955" y="1"/>
                  </a:moveTo>
                  <a:cubicBezTo>
                    <a:pt x="1935" y="1"/>
                    <a:pt x="1914" y="8"/>
                    <a:pt x="1901" y="21"/>
                  </a:cubicBezTo>
                  <a:lnTo>
                    <a:pt x="27" y="2590"/>
                  </a:lnTo>
                  <a:cubicBezTo>
                    <a:pt x="1" y="2617"/>
                    <a:pt x="1" y="2671"/>
                    <a:pt x="54" y="2697"/>
                  </a:cubicBezTo>
                  <a:cubicBezTo>
                    <a:pt x="54" y="2697"/>
                    <a:pt x="81" y="2724"/>
                    <a:pt x="108" y="2724"/>
                  </a:cubicBezTo>
                  <a:cubicBezTo>
                    <a:pt x="135" y="2724"/>
                    <a:pt x="135" y="2697"/>
                    <a:pt x="161" y="2671"/>
                  </a:cubicBezTo>
                  <a:lnTo>
                    <a:pt x="2035" y="128"/>
                  </a:lnTo>
                  <a:cubicBezTo>
                    <a:pt x="2062" y="101"/>
                    <a:pt x="2062" y="48"/>
                    <a:pt x="2008" y="21"/>
                  </a:cubicBezTo>
                  <a:cubicBezTo>
                    <a:pt x="1995" y="8"/>
                    <a:pt x="1975" y="1"/>
                    <a:pt x="19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1214;p48">
              <a:extLst>
                <a:ext uri="{FF2B5EF4-FFF2-40B4-BE49-F238E27FC236}">
                  <a16:creationId xmlns:a16="http://schemas.microsoft.com/office/drawing/2014/main" id="{36AA38D9-6388-7F5D-F41A-6BAEA67E309C}"/>
                </a:ext>
              </a:extLst>
            </p:cNvPr>
            <p:cNvSpPr/>
            <p:nvPr/>
          </p:nvSpPr>
          <p:spPr>
            <a:xfrm>
              <a:off x="6215550" y="4199100"/>
              <a:ext cx="52225" cy="102400"/>
            </a:xfrm>
            <a:custGeom>
              <a:avLst/>
              <a:gdLst/>
              <a:ahLst/>
              <a:cxnLst/>
              <a:rect l="l" t="t" r="r" b="b"/>
              <a:pathLst>
                <a:path w="2089" h="4096" extrusionOk="0">
                  <a:moveTo>
                    <a:pt x="1981" y="0"/>
                  </a:moveTo>
                  <a:cubicBezTo>
                    <a:pt x="1954" y="0"/>
                    <a:pt x="1901" y="27"/>
                    <a:pt x="1901" y="81"/>
                  </a:cubicBezTo>
                  <a:cubicBezTo>
                    <a:pt x="1928" y="750"/>
                    <a:pt x="1713" y="1472"/>
                    <a:pt x="1339" y="2168"/>
                  </a:cubicBezTo>
                  <a:cubicBezTo>
                    <a:pt x="1044" y="2730"/>
                    <a:pt x="643" y="3293"/>
                    <a:pt x="27" y="3935"/>
                  </a:cubicBezTo>
                  <a:cubicBezTo>
                    <a:pt x="0" y="3988"/>
                    <a:pt x="0" y="4042"/>
                    <a:pt x="27" y="4069"/>
                  </a:cubicBezTo>
                  <a:cubicBezTo>
                    <a:pt x="54" y="4069"/>
                    <a:pt x="81" y="4096"/>
                    <a:pt x="81" y="4096"/>
                  </a:cubicBezTo>
                  <a:cubicBezTo>
                    <a:pt x="108" y="4096"/>
                    <a:pt x="134" y="4069"/>
                    <a:pt x="161" y="4069"/>
                  </a:cubicBezTo>
                  <a:cubicBezTo>
                    <a:pt x="750" y="3400"/>
                    <a:pt x="1178" y="2838"/>
                    <a:pt x="1499" y="2249"/>
                  </a:cubicBezTo>
                  <a:cubicBezTo>
                    <a:pt x="1874" y="1526"/>
                    <a:pt x="2088" y="777"/>
                    <a:pt x="2061" y="81"/>
                  </a:cubicBezTo>
                  <a:cubicBezTo>
                    <a:pt x="2061" y="27"/>
                    <a:pt x="2035" y="0"/>
                    <a:pt x="198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1215;p48">
              <a:extLst>
                <a:ext uri="{FF2B5EF4-FFF2-40B4-BE49-F238E27FC236}">
                  <a16:creationId xmlns:a16="http://schemas.microsoft.com/office/drawing/2014/main" id="{2CC238BF-81FA-67AE-AA97-0794DD0D6D95}"/>
                </a:ext>
              </a:extLst>
            </p:cNvPr>
            <p:cNvSpPr/>
            <p:nvPr/>
          </p:nvSpPr>
          <p:spPr>
            <a:xfrm>
              <a:off x="5608650" y="4077975"/>
              <a:ext cx="404850" cy="511425"/>
            </a:xfrm>
            <a:custGeom>
              <a:avLst/>
              <a:gdLst/>
              <a:ahLst/>
              <a:cxnLst/>
              <a:rect l="l" t="t" r="r" b="b"/>
              <a:pathLst>
                <a:path w="16194" h="20457" extrusionOk="0">
                  <a:moveTo>
                    <a:pt x="4631" y="1"/>
                  </a:moveTo>
                  <a:cubicBezTo>
                    <a:pt x="4631" y="1"/>
                    <a:pt x="3158" y="2651"/>
                    <a:pt x="2248" y="7361"/>
                  </a:cubicBezTo>
                  <a:cubicBezTo>
                    <a:pt x="1338" y="12072"/>
                    <a:pt x="0" y="17104"/>
                    <a:pt x="3881" y="19754"/>
                  </a:cubicBezTo>
                  <a:cubicBezTo>
                    <a:pt x="4613" y="20253"/>
                    <a:pt x="5507" y="20456"/>
                    <a:pt x="6475" y="20456"/>
                  </a:cubicBezTo>
                  <a:cubicBezTo>
                    <a:pt x="10642" y="20456"/>
                    <a:pt x="16193" y="16703"/>
                    <a:pt x="16193" y="16703"/>
                  </a:cubicBezTo>
                  <a:lnTo>
                    <a:pt x="11911" y="6799"/>
                  </a:lnTo>
                  <a:lnTo>
                    <a:pt x="7066" y="9021"/>
                  </a:lnTo>
                  <a:lnTo>
                    <a:pt x="4631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1216;p48">
              <a:extLst>
                <a:ext uri="{FF2B5EF4-FFF2-40B4-BE49-F238E27FC236}">
                  <a16:creationId xmlns:a16="http://schemas.microsoft.com/office/drawing/2014/main" id="{67ADF8DE-9384-0F66-62FE-A0572DD5D896}"/>
                </a:ext>
              </a:extLst>
            </p:cNvPr>
            <p:cNvSpPr/>
            <p:nvPr/>
          </p:nvSpPr>
          <p:spPr>
            <a:xfrm>
              <a:off x="5726400" y="4245650"/>
              <a:ext cx="289775" cy="349600"/>
            </a:xfrm>
            <a:custGeom>
              <a:avLst/>
              <a:gdLst/>
              <a:ahLst/>
              <a:cxnLst/>
              <a:rect l="l" t="t" r="r" b="b"/>
              <a:pathLst>
                <a:path w="11591" h="13984" extrusionOk="0">
                  <a:moveTo>
                    <a:pt x="7203" y="1"/>
                  </a:moveTo>
                  <a:cubicBezTo>
                    <a:pt x="7192" y="1"/>
                    <a:pt x="7182" y="4"/>
                    <a:pt x="7174" y="12"/>
                  </a:cubicBezTo>
                  <a:lnTo>
                    <a:pt x="54" y="3117"/>
                  </a:lnTo>
                  <a:cubicBezTo>
                    <a:pt x="28" y="3144"/>
                    <a:pt x="1" y="3197"/>
                    <a:pt x="28" y="3224"/>
                  </a:cubicBezTo>
                  <a:cubicBezTo>
                    <a:pt x="28" y="3277"/>
                    <a:pt x="81" y="3277"/>
                    <a:pt x="135" y="3277"/>
                  </a:cubicBezTo>
                  <a:lnTo>
                    <a:pt x="7147" y="199"/>
                  </a:lnTo>
                  <a:lnTo>
                    <a:pt x="11403" y="9781"/>
                  </a:lnTo>
                  <a:cubicBezTo>
                    <a:pt x="10911" y="10195"/>
                    <a:pt x="6570" y="13810"/>
                    <a:pt x="2244" y="13810"/>
                  </a:cubicBezTo>
                  <a:cubicBezTo>
                    <a:pt x="2094" y="13810"/>
                    <a:pt x="1944" y="13805"/>
                    <a:pt x="1794" y="13796"/>
                  </a:cubicBezTo>
                  <a:cubicBezTo>
                    <a:pt x="1767" y="13796"/>
                    <a:pt x="1714" y="13823"/>
                    <a:pt x="1714" y="13877"/>
                  </a:cubicBezTo>
                  <a:cubicBezTo>
                    <a:pt x="1714" y="13930"/>
                    <a:pt x="1741" y="13957"/>
                    <a:pt x="1794" y="13957"/>
                  </a:cubicBezTo>
                  <a:cubicBezTo>
                    <a:pt x="1928" y="13957"/>
                    <a:pt x="2089" y="13984"/>
                    <a:pt x="2222" y="13984"/>
                  </a:cubicBezTo>
                  <a:cubicBezTo>
                    <a:pt x="6853" y="13984"/>
                    <a:pt x="11510" y="9915"/>
                    <a:pt x="11537" y="9862"/>
                  </a:cubicBezTo>
                  <a:cubicBezTo>
                    <a:pt x="11564" y="9835"/>
                    <a:pt x="11590" y="9808"/>
                    <a:pt x="11564" y="9781"/>
                  </a:cubicBezTo>
                  <a:lnTo>
                    <a:pt x="7281" y="39"/>
                  </a:lnTo>
                  <a:cubicBezTo>
                    <a:pt x="7262" y="20"/>
                    <a:pt x="7230" y="1"/>
                    <a:pt x="72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1217;p48">
              <a:extLst>
                <a:ext uri="{FF2B5EF4-FFF2-40B4-BE49-F238E27FC236}">
                  <a16:creationId xmlns:a16="http://schemas.microsoft.com/office/drawing/2014/main" id="{8AD07F87-394B-F635-4F03-51CC3D33F7C0}"/>
                </a:ext>
              </a:extLst>
            </p:cNvPr>
            <p:cNvSpPr/>
            <p:nvPr/>
          </p:nvSpPr>
          <p:spPr>
            <a:xfrm>
              <a:off x="6356075" y="4028875"/>
              <a:ext cx="183375" cy="606525"/>
            </a:xfrm>
            <a:custGeom>
              <a:avLst/>
              <a:gdLst/>
              <a:ahLst/>
              <a:cxnLst/>
              <a:rect l="l" t="t" r="r" b="b"/>
              <a:pathLst>
                <a:path w="7335" h="24261" extrusionOk="0">
                  <a:moveTo>
                    <a:pt x="7239" y="0"/>
                  </a:moveTo>
                  <a:cubicBezTo>
                    <a:pt x="7202" y="0"/>
                    <a:pt x="7173" y="25"/>
                    <a:pt x="7173" y="64"/>
                  </a:cubicBezTo>
                  <a:cubicBezTo>
                    <a:pt x="6611" y="2313"/>
                    <a:pt x="6049" y="4588"/>
                    <a:pt x="5434" y="6809"/>
                  </a:cubicBezTo>
                  <a:cubicBezTo>
                    <a:pt x="3828" y="12698"/>
                    <a:pt x="2008" y="18533"/>
                    <a:pt x="0" y="24260"/>
                  </a:cubicBezTo>
                  <a:cubicBezTo>
                    <a:pt x="54" y="24260"/>
                    <a:pt x="134" y="24234"/>
                    <a:pt x="188" y="24234"/>
                  </a:cubicBezTo>
                  <a:cubicBezTo>
                    <a:pt x="2222" y="18479"/>
                    <a:pt x="4042" y="12591"/>
                    <a:pt x="5648" y="6676"/>
                  </a:cubicBezTo>
                  <a:cubicBezTo>
                    <a:pt x="6237" y="4481"/>
                    <a:pt x="6799" y="2286"/>
                    <a:pt x="7334" y="91"/>
                  </a:cubicBezTo>
                  <a:cubicBezTo>
                    <a:pt x="7334" y="64"/>
                    <a:pt x="7307" y="11"/>
                    <a:pt x="7281" y="11"/>
                  </a:cubicBezTo>
                  <a:cubicBezTo>
                    <a:pt x="7266" y="4"/>
                    <a:pt x="7252" y="0"/>
                    <a:pt x="7239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1218;p48">
              <a:extLst>
                <a:ext uri="{FF2B5EF4-FFF2-40B4-BE49-F238E27FC236}">
                  <a16:creationId xmlns:a16="http://schemas.microsoft.com/office/drawing/2014/main" id="{6B01D86B-4427-161A-F502-E3E1CBA7EA73}"/>
                </a:ext>
              </a:extLst>
            </p:cNvPr>
            <p:cNvSpPr/>
            <p:nvPr/>
          </p:nvSpPr>
          <p:spPr>
            <a:xfrm>
              <a:off x="5640750" y="3288675"/>
              <a:ext cx="339275" cy="212825"/>
            </a:xfrm>
            <a:custGeom>
              <a:avLst/>
              <a:gdLst/>
              <a:ahLst/>
              <a:cxnLst/>
              <a:rect l="l" t="t" r="r" b="b"/>
              <a:pathLst>
                <a:path w="13571" h="8513" extrusionOk="0">
                  <a:moveTo>
                    <a:pt x="6135" y="0"/>
                  </a:moveTo>
                  <a:cubicBezTo>
                    <a:pt x="3388" y="0"/>
                    <a:pt x="1112" y="1113"/>
                    <a:pt x="456" y="2800"/>
                  </a:cubicBezTo>
                  <a:cubicBezTo>
                    <a:pt x="376" y="3014"/>
                    <a:pt x="295" y="3255"/>
                    <a:pt x="268" y="3469"/>
                  </a:cubicBezTo>
                  <a:cubicBezTo>
                    <a:pt x="1" y="5798"/>
                    <a:pt x="2704" y="8019"/>
                    <a:pt x="6317" y="8447"/>
                  </a:cubicBezTo>
                  <a:cubicBezTo>
                    <a:pt x="6585" y="8474"/>
                    <a:pt x="6826" y="8501"/>
                    <a:pt x="7067" y="8501"/>
                  </a:cubicBezTo>
                  <a:cubicBezTo>
                    <a:pt x="7231" y="8509"/>
                    <a:pt x="7394" y="8513"/>
                    <a:pt x="7556" y="8513"/>
                  </a:cubicBezTo>
                  <a:cubicBezTo>
                    <a:pt x="10628" y="8513"/>
                    <a:pt x="13129" y="7083"/>
                    <a:pt x="13384" y="5048"/>
                  </a:cubicBezTo>
                  <a:cubicBezTo>
                    <a:pt x="13384" y="5021"/>
                    <a:pt x="13384" y="4968"/>
                    <a:pt x="13384" y="4941"/>
                  </a:cubicBezTo>
                  <a:cubicBezTo>
                    <a:pt x="13571" y="2666"/>
                    <a:pt x="10921" y="525"/>
                    <a:pt x="7388" y="97"/>
                  </a:cubicBezTo>
                  <a:cubicBezTo>
                    <a:pt x="7375" y="83"/>
                    <a:pt x="7361" y="83"/>
                    <a:pt x="7351" y="83"/>
                  </a:cubicBezTo>
                  <a:cubicBezTo>
                    <a:pt x="7341" y="83"/>
                    <a:pt x="7335" y="83"/>
                    <a:pt x="7335" y="70"/>
                  </a:cubicBezTo>
                  <a:cubicBezTo>
                    <a:pt x="6927" y="23"/>
                    <a:pt x="6526" y="0"/>
                    <a:pt x="6135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1219;p48">
              <a:extLst>
                <a:ext uri="{FF2B5EF4-FFF2-40B4-BE49-F238E27FC236}">
                  <a16:creationId xmlns:a16="http://schemas.microsoft.com/office/drawing/2014/main" id="{D94B8CED-AB85-C834-1E82-CABC4DDDE226}"/>
                </a:ext>
              </a:extLst>
            </p:cNvPr>
            <p:cNvSpPr/>
            <p:nvPr/>
          </p:nvSpPr>
          <p:spPr>
            <a:xfrm>
              <a:off x="5647450" y="3269000"/>
              <a:ext cx="339275" cy="212925"/>
            </a:xfrm>
            <a:custGeom>
              <a:avLst/>
              <a:gdLst/>
              <a:ahLst/>
              <a:cxnLst/>
              <a:rect l="l" t="t" r="r" b="b"/>
              <a:pathLst>
                <a:path w="13571" h="8517" extrusionOk="0">
                  <a:moveTo>
                    <a:pt x="5978" y="0"/>
                  </a:moveTo>
                  <a:cubicBezTo>
                    <a:pt x="2903" y="0"/>
                    <a:pt x="424" y="1429"/>
                    <a:pt x="188" y="3480"/>
                  </a:cubicBezTo>
                  <a:cubicBezTo>
                    <a:pt x="188" y="3507"/>
                    <a:pt x="188" y="3560"/>
                    <a:pt x="188" y="3587"/>
                  </a:cubicBezTo>
                  <a:cubicBezTo>
                    <a:pt x="0" y="5862"/>
                    <a:pt x="2677" y="8030"/>
                    <a:pt x="6237" y="8458"/>
                  </a:cubicBezTo>
                  <a:cubicBezTo>
                    <a:pt x="6371" y="8458"/>
                    <a:pt x="6505" y="8485"/>
                    <a:pt x="6638" y="8485"/>
                  </a:cubicBezTo>
                  <a:cubicBezTo>
                    <a:pt x="6911" y="8506"/>
                    <a:pt x="7180" y="8517"/>
                    <a:pt x="7445" y="8517"/>
                  </a:cubicBezTo>
                  <a:cubicBezTo>
                    <a:pt x="10175" y="8517"/>
                    <a:pt x="12457" y="7412"/>
                    <a:pt x="13116" y="5728"/>
                  </a:cubicBezTo>
                  <a:cubicBezTo>
                    <a:pt x="13196" y="5514"/>
                    <a:pt x="13249" y="5273"/>
                    <a:pt x="13303" y="5032"/>
                  </a:cubicBezTo>
                  <a:cubicBezTo>
                    <a:pt x="13571" y="2757"/>
                    <a:pt x="10894" y="536"/>
                    <a:pt x="7307" y="81"/>
                  </a:cubicBezTo>
                  <a:lnTo>
                    <a:pt x="7254" y="81"/>
                  </a:lnTo>
                  <a:cubicBezTo>
                    <a:pt x="6820" y="26"/>
                    <a:pt x="6394" y="0"/>
                    <a:pt x="59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1220;p48">
              <a:extLst>
                <a:ext uri="{FF2B5EF4-FFF2-40B4-BE49-F238E27FC236}">
                  <a16:creationId xmlns:a16="http://schemas.microsoft.com/office/drawing/2014/main" id="{2CB2FB37-3476-A202-FE73-A476AF1E34D3}"/>
                </a:ext>
              </a:extLst>
            </p:cNvPr>
            <p:cNvSpPr/>
            <p:nvPr/>
          </p:nvSpPr>
          <p:spPr>
            <a:xfrm>
              <a:off x="5810725" y="3271000"/>
              <a:ext cx="176000" cy="210925"/>
            </a:xfrm>
            <a:custGeom>
              <a:avLst/>
              <a:gdLst/>
              <a:ahLst/>
              <a:cxnLst/>
              <a:rect l="l" t="t" r="r" b="b"/>
              <a:pathLst>
                <a:path w="7040" h="8437" extrusionOk="0">
                  <a:moveTo>
                    <a:pt x="776" y="1"/>
                  </a:moveTo>
                  <a:cubicBezTo>
                    <a:pt x="696" y="268"/>
                    <a:pt x="643" y="536"/>
                    <a:pt x="589" y="804"/>
                  </a:cubicBezTo>
                  <a:cubicBezTo>
                    <a:pt x="161" y="2543"/>
                    <a:pt x="54" y="4363"/>
                    <a:pt x="27" y="6157"/>
                  </a:cubicBezTo>
                  <a:cubicBezTo>
                    <a:pt x="0" y="6906"/>
                    <a:pt x="0" y="7656"/>
                    <a:pt x="107" y="8405"/>
                  </a:cubicBezTo>
                  <a:cubicBezTo>
                    <a:pt x="380" y="8426"/>
                    <a:pt x="649" y="8437"/>
                    <a:pt x="914" y="8437"/>
                  </a:cubicBezTo>
                  <a:cubicBezTo>
                    <a:pt x="3644" y="8437"/>
                    <a:pt x="5926" y="7332"/>
                    <a:pt x="6585" y="5648"/>
                  </a:cubicBezTo>
                  <a:cubicBezTo>
                    <a:pt x="6665" y="5434"/>
                    <a:pt x="6745" y="5193"/>
                    <a:pt x="6772" y="4952"/>
                  </a:cubicBezTo>
                  <a:cubicBezTo>
                    <a:pt x="7040" y="2677"/>
                    <a:pt x="4363" y="456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1221;p48">
              <a:extLst>
                <a:ext uri="{FF2B5EF4-FFF2-40B4-BE49-F238E27FC236}">
                  <a16:creationId xmlns:a16="http://schemas.microsoft.com/office/drawing/2014/main" id="{A96388A0-145D-156D-3B89-EEF480E1EC46}"/>
                </a:ext>
              </a:extLst>
            </p:cNvPr>
            <p:cNvSpPr/>
            <p:nvPr/>
          </p:nvSpPr>
          <p:spPr>
            <a:xfrm>
              <a:off x="6758900" y="3887900"/>
              <a:ext cx="242250" cy="324450"/>
            </a:xfrm>
            <a:custGeom>
              <a:avLst/>
              <a:gdLst/>
              <a:ahLst/>
              <a:cxnLst/>
              <a:rect l="l" t="t" r="r" b="b"/>
              <a:pathLst>
                <a:path w="9690" h="12978" extrusionOk="0">
                  <a:moveTo>
                    <a:pt x="5786" y="0"/>
                  </a:moveTo>
                  <a:cubicBezTo>
                    <a:pt x="3705" y="0"/>
                    <a:pt x="1589" y="2267"/>
                    <a:pt x="803" y="5436"/>
                  </a:cubicBezTo>
                  <a:cubicBezTo>
                    <a:pt x="803" y="5436"/>
                    <a:pt x="776" y="5463"/>
                    <a:pt x="776" y="5489"/>
                  </a:cubicBezTo>
                  <a:cubicBezTo>
                    <a:pt x="0" y="8674"/>
                    <a:pt x="830" y="11645"/>
                    <a:pt x="2650" y="12636"/>
                  </a:cubicBezTo>
                  <a:cubicBezTo>
                    <a:pt x="2864" y="12743"/>
                    <a:pt x="3078" y="12823"/>
                    <a:pt x="3319" y="12903"/>
                  </a:cubicBezTo>
                  <a:cubicBezTo>
                    <a:pt x="3530" y="12953"/>
                    <a:pt x="3742" y="12978"/>
                    <a:pt x="3956" y="12978"/>
                  </a:cubicBezTo>
                  <a:cubicBezTo>
                    <a:pt x="6029" y="12978"/>
                    <a:pt x="8190" y="10697"/>
                    <a:pt x="8967" y="7470"/>
                  </a:cubicBezTo>
                  <a:cubicBezTo>
                    <a:pt x="9047" y="7229"/>
                    <a:pt x="9074" y="6988"/>
                    <a:pt x="9127" y="6747"/>
                  </a:cubicBezTo>
                  <a:cubicBezTo>
                    <a:pt x="9689" y="3509"/>
                    <a:pt x="8538" y="591"/>
                    <a:pt x="6451" y="56"/>
                  </a:cubicBezTo>
                  <a:lnTo>
                    <a:pt x="6344" y="56"/>
                  </a:lnTo>
                  <a:cubicBezTo>
                    <a:pt x="6159" y="18"/>
                    <a:pt x="5972" y="0"/>
                    <a:pt x="5786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1222;p48">
              <a:extLst>
                <a:ext uri="{FF2B5EF4-FFF2-40B4-BE49-F238E27FC236}">
                  <a16:creationId xmlns:a16="http://schemas.microsoft.com/office/drawing/2014/main" id="{9A66B0A2-0328-66BE-85B3-8045DE3040A6}"/>
                </a:ext>
              </a:extLst>
            </p:cNvPr>
            <p:cNvSpPr/>
            <p:nvPr/>
          </p:nvSpPr>
          <p:spPr>
            <a:xfrm>
              <a:off x="6737475" y="3880725"/>
              <a:ext cx="244275" cy="324450"/>
            </a:xfrm>
            <a:custGeom>
              <a:avLst/>
              <a:gdLst/>
              <a:ahLst/>
              <a:cxnLst/>
              <a:rect l="l" t="t" r="r" b="b"/>
              <a:pathLst>
                <a:path w="9771" h="12978" extrusionOk="0">
                  <a:moveTo>
                    <a:pt x="5889" y="0"/>
                  </a:moveTo>
                  <a:cubicBezTo>
                    <a:pt x="3822" y="0"/>
                    <a:pt x="1684" y="2253"/>
                    <a:pt x="884" y="5428"/>
                  </a:cubicBezTo>
                  <a:cubicBezTo>
                    <a:pt x="884" y="5455"/>
                    <a:pt x="884" y="5482"/>
                    <a:pt x="884" y="5482"/>
                  </a:cubicBezTo>
                  <a:cubicBezTo>
                    <a:pt x="1" y="9042"/>
                    <a:pt x="1152" y="12361"/>
                    <a:pt x="3400" y="12896"/>
                  </a:cubicBezTo>
                  <a:cubicBezTo>
                    <a:pt x="3453" y="12923"/>
                    <a:pt x="3480" y="12923"/>
                    <a:pt x="3507" y="12923"/>
                  </a:cubicBezTo>
                  <a:cubicBezTo>
                    <a:pt x="3690" y="12960"/>
                    <a:pt x="3875" y="12978"/>
                    <a:pt x="4060" y="12978"/>
                  </a:cubicBezTo>
                  <a:cubicBezTo>
                    <a:pt x="6146" y="12978"/>
                    <a:pt x="8288" y="10685"/>
                    <a:pt x="9074" y="7489"/>
                  </a:cubicBezTo>
                  <a:cubicBezTo>
                    <a:pt x="9101" y="7356"/>
                    <a:pt x="9128" y="7222"/>
                    <a:pt x="9155" y="7088"/>
                  </a:cubicBezTo>
                  <a:cubicBezTo>
                    <a:pt x="9770" y="4063"/>
                    <a:pt x="8940" y="1280"/>
                    <a:pt x="7201" y="343"/>
                  </a:cubicBezTo>
                  <a:cubicBezTo>
                    <a:pt x="6987" y="209"/>
                    <a:pt x="6772" y="129"/>
                    <a:pt x="6532" y="75"/>
                  </a:cubicBezTo>
                  <a:cubicBezTo>
                    <a:pt x="6319" y="25"/>
                    <a:pt x="6104" y="0"/>
                    <a:pt x="588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1223;p48">
              <a:extLst>
                <a:ext uri="{FF2B5EF4-FFF2-40B4-BE49-F238E27FC236}">
                  <a16:creationId xmlns:a16="http://schemas.microsoft.com/office/drawing/2014/main" id="{213365AA-0FC3-BA8A-2487-32DC0241764C}"/>
                </a:ext>
              </a:extLst>
            </p:cNvPr>
            <p:cNvSpPr/>
            <p:nvPr/>
          </p:nvSpPr>
          <p:spPr>
            <a:xfrm>
              <a:off x="6759550" y="3880725"/>
              <a:ext cx="222200" cy="177350"/>
            </a:xfrm>
            <a:custGeom>
              <a:avLst/>
              <a:gdLst/>
              <a:ahLst/>
              <a:cxnLst/>
              <a:rect l="l" t="t" r="r" b="b"/>
              <a:pathLst>
                <a:path w="8888" h="7094" extrusionOk="0">
                  <a:moveTo>
                    <a:pt x="5006" y="0"/>
                  </a:moveTo>
                  <a:cubicBezTo>
                    <a:pt x="2939" y="0"/>
                    <a:pt x="801" y="2253"/>
                    <a:pt x="1" y="5428"/>
                  </a:cubicBezTo>
                  <a:cubicBezTo>
                    <a:pt x="269" y="5535"/>
                    <a:pt x="510" y="5643"/>
                    <a:pt x="777" y="5723"/>
                  </a:cubicBezTo>
                  <a:cubicBezTo>
                    <a:pt x="2463" y="6338"/>
                    <a:pt x="4257" y="6660"/>
                    <a:pt x="6023" y="6927"/>
                  </a:cubicBezTo>
                  <a:cubicBezTo>
                    <a:pt x="6674" y="7020"/>
                    <a:pt x="7325" y="7093"/>
                    <a:pt x="7976" y="7093"/>
                  </a:cubicBezTo>
                  <a:cubicBezTo>
                    <a:pt x="8074" y="7093"/>
                    <a:pt x="8173" y="7091"/>
                    <a:pt x="8272" y="7088"/>
                  </a:cubicBezTo>
                  <a:cubicBezTo>
                    <a:pt x="8887" y="4063"/>
                    <a:pt x="8057" y="1280"/>
                    <a:pt x="6318" y="343"/>
                  </a:cubicBezTo>
                  <a:cubicBezTo>
                    <a:pt x="6104" y="209"/>
                    <a:pt x="5889" y="129"/>
                    <a:pt x="5649" y="75"/>
                  </a:cubicBezTo>
                  <a:cubicBezTo>
                    <a:pt x="5436" y="25"/>
                    <a:pt x="5221" y="0"/>
                    <a:pt x="5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1224;p48">
              <a:extLst>
                <a:ext uri="{FF2B5EF4-FFF2-40B4-BE49-F238E27FC236}">
                  <a16:creationId xmlns:a16="http://schemas.microsoft.com/office/drawing/2014/main" id="{63A79EC8-F9E7-222B-2702-22DE12E7FDE1}"/>
                </a:ext>
              </a:extLst>
            </p:cNvPr>
            <p:cNvSpPr/>
            <p:nvPr/>
          </p:nvSpPr>
          <p:spPr>
            <a:xfrm>
              <a:off x="6652500" y="3299750"/>
              <a:ext cx="211475" cy="208225"/>
            </a:xfrm>
            <a:custGeom>
              <a:avLst/>
              <a:gdLst/>
              <a:ahLst/>
              <a:cxnLst/>
              <a:rect l="l" t="t" r="r" b="b"/>
              <a:pathLst>
                <a:path w="8459" h="8329" extrusionOk="0">
                  <a:moveTo>
                    <a:pt x="4221" y="0"/>
                  </a:moveTo>
                  <a:cubicBezTo>
                    <a:pt x="4188" y="0"/>
                    <a:pt x="4155" y="1"/>
                    <a:pt x="4122" y="2"/>
                  </a:cubicBezTo>
                  <a:cubicBezTo>
                    <a:pt x="1821" y="55"/>
                    <a:pt x="0" y="1982"/>
                    <a:pt x="81" y="4284"/>
                  </a:cubicBezTo>
                  <a:cubicBezTo>
                    <a:pt x="133" y="6537"/>
                    <a:pt x="1955" y="8328"/>
                    <a:pt x="4190" y="8328"/>
                  </a:cubicBezTo>
                  <a:cubicBezTo>
                    <a:pt x="4239" y="8328"/>
                    <a:pt x="4287" y="8327"/>
                    <a:pt x="4336" y="8326"/>
                  </a:cubicBezTo>
                  <a:cubicBezTo>
                    <a:pt x="6638" y="8272"/>
                    <a:pt x="8458" y="6372"/>
                    <a:pt x="8405" y="4070"/>
                  </a:cubicBezTo>
                  <a:cubicBezTo>
                    <a:pt x="8326" y="1801"/>
                    <a:pt x="6478" y="0"/>
                    <a:pt x="4221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1225;p48">
              <a:extLst>
                <a:ext uri="{FF2B5EF4-FFF2-40B4-BE49-F238E27FC236}">
                  <a16:creationId xmlns:a16="http://schemas.microsoft.com/office/drawing/2014/main" id="{638D5350-6A01-72C3-50A6-4F408B14BB69}"/>
                </a:ext>
              </a:extLst>
            </p:cNvPr>
            <p:cNvSpPr/>
            <p:nvPr/>
          </p:nvSpPr>
          <p:spPr>
            <a:xfrm>
              <a:off x="6662525" y="3289050"/>
              <a:ext cx="211475" cy="208200"/>
            </a:xfrm>
            <a:custGeom>
              <a:avLst/>
              <a:gdLst/>
              <a:ahLst/>
              <a:cxnLst/>
              <a:rect l="l" t="t" r="r" b="b"/>
              <a:pathLst>
                <a:path w="8459" h="8328" extrusionOk="0">
                  <a:moveTo>
                    <a:pt x="4223" y="0"/>
                  </a:moveTo>
                  <a:cubicBezTo>
                    <a:pt x="4190" y="0"/>
                    <a:pt x="4156" y="0"/>
                    <a:pt x="4123" y="1"/>
                  </a:cubicBezTo>
                  <a:cubicBezTo>
                    <a:pt x="1821" y="55"/>
                    <a:pt x="1" y="1982"/>
                    <a:pt x="81" y="4284"/>
                  </a:cubicBezTo>
                  <a:cubicBezTo>
                    <a:pt x="134" y="6537"/>
                    <a:pt x="1981" y="8328"/>
                    <a:pt x="4217" y="8328"/>
                  </a:cubicBezTo>
                  <a:cubicBezTo>
                    <a:pt x="4266" y="8328"/>
                    <a:pt x="4315" y="8327"/>
                    <a:pt x="4364" y="8325"/>
                  </a:cubicBezTo>
                  <a:cubicBezTo>
                    <a:pt x="6666" y="8272"/>
                    <a:pt x="8459" y="6345"/>
                    <a:pt x="8405" y="4043"/>
                  </a:cubicBezTo>
                  <a:cubicBezTo>
                    <a:pt x="8353" y="1775"/>
                    <a:pt x="6480" y="0"/>
                    <a:pt x="422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1226;p48">
              <a:extLst>
                <a:ext uri="{FF2B5EF4-FFF2-40B4-BE49-F238E27FC236}">
                  <a16:creationId xmlns:a16="http://schemas.microsoft.com/office/drawing/2014/main" id="{004C6BD3-3293-A013-0390-54386BBD74C3}"/>
                </a:ext>
              </a:extLst>
            </p:cNvPr>
            <p:cNvSpPr/>
            <p:nvPr/>
          </p:nvSpPr>
          <p:spPr>
            <a:xfrm>
              <a:off x="6687975" y="3332450"/>
              <a:ext cx="167300" cy="131950"/>
            </a:xfrm>
            <a:custGeom>
              <a:avLst/>
              <a:gdLst/>
              <a:ahLst/>
              <a:cxnLst/>
              <a:rect l="l" t="t" r="r" b="b"/>
              <a:pathLst>
                <a:path w="6692" h="5278" extrusionOk="0">
                  <a:moveTo>
                    <a:pt x="6577" y="1"/>
                  </a:moveTo>
                  <a:cubicBezTo>
                    <a:pt x="6558" y="1"/>
                    <a:pt x="6542" y="9"/>
                    <a:pt x="6531" y="32"/>
                  </a:cubicBezTo>
                  <a:lnTo>
                    <a:pt x="54" y="5117"/>
                  </a:lnTo>
                  <a:cubicBezTo>
                    <a:pt x="27" y="5144"/>
                    <a:pt x="0" y="5198"/>
                    <a:pt x="54" y="5251"/>
                  </a:cubicBezTo>
                  <a:cubicBezTo>
                    <a:pt x="54" y="5251"/>
                    <a:pt x="80" y="5278"/>
                    <a:pt x="107" y="5278"/>
                  </a:cubicBezTo>
                  <a:cubicBezTo>
                    <a:pt x="134" y="5278"/>
                    <a:pt x="161" y="5278"/>
                    <a:pt x="161" y="5251"/>
                  </a:cubicBezTo>
                  <a:lnTo>
                    <a:pt x="6638" y="166"/>
                  </a:lnTo>
                  <a:cubicBezTo>
                    <a:pt x="6665" y="139"/>
                    <a:pt x="6691" y="85"/>
                    <a:pt x="6665" y="32"/>
                  </a:cubicBezTo>
                  <a:cubicBezTo>
                    <a:pt x="6634" y="16"/>
                    <a:pt x="6603" y="1"/>
                    <a:pt x="6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1227;p48">
              <a:extLst>
                <a:ext uri="{FF2B5EF4-FFF2-40B4-BE49-F238E27FC236}">
                  <a16:creationId xmlns:a16="http://schemas.microsoft.com/office/drawing/2014/main" id="{FFC22219-AC34-3C2A-ED04-A7A8488717DC}"/>
                </a:ext>
              </a:extLst>
            </p:cNvPr>
            <p:cNvSpPr/>
            <p:nvPr/>
          </p:nvSpPr>
          <p:spPr>
            <a:xfrm>
              <a:off x="5510275" y="4107400"/>
              <a:ext cx="211475" cy="208225"/>
            </a:xfrm>
            <a:custGeom>
              <a:avLst/>
              <a:gdLst/>
              <a:ahLst/>
              <a:cxnLst/>
              <a:rect l="l" t="t" r="r" b="b"/>
              <a:pathLst>
                <a:path w="8459" h="8329" extrusionOk="0">
                  <a:moveTo>
                    <a:pt x="4221" y="0"/>
                  </a:moveTo>
                  <a:cubicBezTo>
                    <a:pt x="4188" y="0"/>
                    <a:pt x="4155" y="1"/>
                    <a:pt x="4122" y="2"/>
                  </a:cubicBezTo>
                  <a:cubicBezTo>
                    <a:pt x="1821" y="82"/>
                    <a:pt x="1" y="1982"/>
                    <a:pt x="54" y="4284"/>
                  </a:cubicBezTo>
                  <a:cubicBezTo>
                    <a:pt x="133" y="6537"/>
                    <a:pt x="1955" y="8328"/>
                    <a:pt x="4190" y="8328"/>
                  </a:cubicBezTo>
                  <a:cubicBezTo>
                    <a:pt x="4239" y="8328"/>
                    <a:pt x="4288" y="8327"/>
                    <a:pt x="4337" y="8326"/>
                  </a:cubicBezTo>
                  <a:cubicBezTo>
                    <a:pt x="6638" y="8272"/>
                    <a:pt x="8458" y="6372"/>
                    <a:pt x="8405" y="4070"/>
                  </a:cubicBezTo>
                  <a:cubicBezTo>
                    <a:pt x="8326" y="1801"/>
                    <a:pt x="6478" y="0"/>
                    <a:pt x="4221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1228;p48">
              <a:extLst>
                <a:ext uri="{FF2B5EF4-FFF2-40B4-BE49-F238E27FC236}">
                  <a16:creationId xmlns:a16="http://schemas.microsoft.com/office/drawing/2014/main" id="{8993D88A-72EA-DDDD-B54F-7E2E5C121D10}"/>
                </a:ext>
              </a:extLst>
            </p:cNvPr>
            <p:cNvSpPr/>
            <p:nvPr/>
          </p:nvSpPr>
          <p:spPr>
            <a:xfrm>
              <a:off x="5510950" y="4096775"/>
              <a:ext cx="230875" cy="208450"/>
            </a:xfrm>
            <a:custGeom>
              <a:avLst/>
              <a:gdLst/>
              <a:ahLst/>
              <a:cxnLst/>
              <a:rect l="l" t="t" r="r" b="b"/>
              <a:pathLst>
                <a:path w="9235" h="8338" extrusionOk="0">
                  <a:moveTo>
                    <a:pt x="4615" y="1"/>
                  </a:moveTo>
                  <a:cubicBezTo>
                    <a:pt x="3610" y="1"/>
                    <a:pt x="2601" y="364"/>
                    <a:pt x="1794" y="1096"/>
                  </a:cubicBezTo>
                  <a:cubicBezTo>
                    <a:pt x="107" y="2648"/>
                    <a:pt x="0" y="5298"/>
                    <a:pt x="1553" y="6984"/>
                  </a:cubicBezTo>
                  <a:cubicBezTo>
                    <a:pt x="2377" y="7879"/>
                    <a:pt x="3503" y="8337"/>
                    <a:pt x="4634" y="8337"/>
                  </a:cubicBezTo>
                  <a:cubicBezTo>
                    <a:pt x="5634" y="8337"/>
                    <a:pt x="6638" y="7980"/>
                    <a:pt x="7441" y="7252"/>
                  </a:cubicBezTo>
                  <a:cubicBezTo>
                    <a:pt x="9127" y="5673"/>
                    <a:pt x="9234" y="3050"/>
                    <a:pt x="7682" y="1363"/>
                  </a:cubicBezTo>
                  <a:cubicBezTo>
                    <a:pt x="6861" y="458"/>
                    <a:pt x="5741" y="1"/>
                    <a:pt x="4615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1229;p48">
              <a:extLst>
                <a:ext uri="{FF2B5EF4-FFF2-40B4-BE49-F238E27FC236}">
                  <a16:creationId xmlns:a16="http://schemas.microsoft.com/office/drawing/2014/main" id="{51CD4579-5DBE-89F4-A7AD-4531A202CE33}"/>
                </a:ext>
              </a:extLst>
            </p:cNvPr>
            <p:cNvSpPr/>
            <p:nvPr/>
          </p:nvSpPr>
          <p:spPr>
            <a:xfrm>
              <a:off x="5545750" y="4140100"/>
              <a:ext cx="167300" cy="131950"/>
            </a:xfrm>
            <a:custGeom>
              <a:avLst/>
              <a:gdLst/>
              <a:ahLst/>
              <a:cxnLst/>
              <a:rect l="l" t="t" r="r" b="b"/>
              <a:pathLst>
                <a:path w="6692" h="5278" extrusionOk="0">
                  <a:moveTo>
                    <a:pt x="6575" y="1"/>
                  </a:moveTo>
                  <a:cubicBezTo>
                    <a:pt x="6558" y="1"/>
                    <a:pt x="6542" y="9"/>
                    <a:pt x="6531" y="32"/>
                  </a:cubicBezTo>
                  <a:lnTo>
                    <a:pt x="54" y="5117"/>
                  </a:lnTo>
                  <a:cubicBezTo>
                    <a:pt x="0" y="5144"/>
                    <a:pt x="0" y="5198"/>
                    <a:pt x="27" y="5251"/>
                  </a:cubicBezTo>
                  <a:cubicBezTo>
                    <a:pt x="54" y="5278"/>
                    <a:pt x="80" y="5278"/>
                    <a:pt x="107" y="5278"/>
                  </a:cubicBezTo>
                  <a:cubicBezTo>
                    <a:pt x="134" y="5278"/>
                    <a:pt x="161" y="5278"/>
                    <a:pt x="161" y="5251"/>
                  </a:cubicBezTo>
                  <a:lnTo>
                    <a:pt x="6638" y="166"/>
                  </a:lnTo>
                  <a:cubicBezTo>
                    <a:pt x="6665" y="139"/>
                    <a:pt x="6691" y="85"/>
                    <a:pt x="6638" y="32"/>
                  </a:cubicBezTo>
                  <a:cubicBezTo>
                    <a:pt x="6623" y="16"/>
                    <a:pt x="6598" y="1"/>
                    <a:pt x="6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1230;p48">
              <a:extLst>
                <a:ext uri="{FF2B5EF4-FFF2-40B4-BE49-F238E27FC236}">
                  <a16:creationId xmlns:a16="http://schemas.microsoft.com/office/drawing/2014/main" id="{E5E90D6A-58B7-7375-7923-CB66B7F311FC}"/>
                </a:ext>
              </a:extLst>
            </p:cNvPr>
            <p:cNvSpPr/>
            <p:nvPr/>
          </p:nvSpPr>
          <p:spPr>
            <a:xfrm>
              <a:off x="5774575" y="363635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215"/>
                  </a:moveTo>
                  <a:cubicBezTo>
                    <a:pt x="3454" y="215"/>
                    <a:pt x="4390" y="1151"/>
                    <a:pt x="4390" y="2302"/>
                  </a:cubicBezTo>
                  <a:cubicBezTo>
                    <a:pt x="4390" y="3453"/>
                    <a:pt x="3454" y="4417"/>
                    <a:pt x="2303" y="4417"/>
                  </a:cubicBezTo>
                  <a:cubicBezTo>
                    <a:pt x="1152" y="4417"/>
                    <a:pt x="188" y="3453"/>
                    <a:pt x="188" y="2302"/>
                  </a:cubicBezTo>
                  <a:cubicBezTo>
                    <a:pt x="188" y="1151"/>
                    <a:pt x="1152" y="215"/>
                    <a:pt x="2303" y="215"/>
                  </a:cubicBezTo>
                  <a:close/>
                  <a:moveTo>
                    <a:pt x="2303" y="1"/>
                  </a:moveTo>
                  <a:cubicBezTo>
                    <a:pt x="1018" y="1"/>
                    <a:pt x="1" y="1044"/>
                    <a:pt x="1" y="2302"/>
                  </a:cubicBezTo>
                  <a:cubicBezTo>
                    <a:pt x="1" y="3587"/>
                    <a:pt x="1018" y="4604"/>
                    <a:pt x="2303" y="4604"/>
                  </a:cubicBezTo>
                  <a:cubicBezTo>
                    <a:pt x="3561" y="4604"/>
                    <a:pt x="4605" y="3587"/>
                    <a:pt x="4605" y="2302"/>
                  </a:cubicBezTo>
                  <a:cubicBezTo>
                    <a:pt x="4605" y="1044"/>
                    <a:pt x="3561" y="1"/>
                    <a:pt x="23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1231;p48">
              <a:extLst>
                <a:ext uri="{FF2B5EF4-FFF2-40B4-BE49-F238E27FC236}">
                  <a16:creationId xmlns:a16="http://schemas.microsoft.com/office/drawing/2014/main" id="{B5EEA418-98FF-6F5D-5719-1419EE56E4A7}"/>
                </a:ext>
              </a:extLst>
            </p:cNvPr>
            <p:cNvSpPr/>
            <p:nvPr/>
          </p:nvSpPr>
          <p:spPr>
            <a:xfrm>
              <a:off x="6590950" y="3087000"/>
              <a:ext cx="109750" cy="109750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5" y="0"/>
                  </a:moveTo>
                  <a:cubicBezTo>
                    <a:pt x="990" y="0"/>
                    <a:pt x="0" y="990"/>
                    <a:pt x="0" y="2195"/>
                  </a:cubicBezTo>
                  <a:cubicBezTo>
                    <a:pt x="0" y="3399"/>
                    <a:pt x="990" y="4390"/>
                    <a:pt x="2195" y="4390"/>
                  </a:cubicBezTo>
                  <a:cubicBezTo>
                    <a:pt x="3399" y="4390"/>
                    <a:pt x="4390" y="3399"/>
                    <a:pt x="4390" y="2195"/>
                  </a:cubicBezTo>
                  <a:cubicBezTo>
                    <a:pt x="4390" y="990"/>
                    <a:pt x="3399" y="0"/>
                    <a:pt x="21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1232;p48">
              <a:extLst>
                <a:ext uri="{FF2B5EF4-FFF2-40B4-BE49-F238E27FC236}">
                  <a16:creationId xmlns:a16="http://schemas.microsoft.com/office/drawing/2014/main" id="{8701F345-B6B6-36AA-8BDF-F7CBF930C744}"/>
                </a:ext>
              </a:extLst>
            </p:cNvPr>
            <p:cNvSpPr/>
            <p:nvPr/>
          </p:nvSpPr>
          <p:spPr>
            <a:xfrm>
              <a:off x="6599625" y="427470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215"/>
                  </a:moveTo>
                  <a:cubicBezTo>
                    <a:pt x="3400" y="215"/>
                    <a:pt x="4310" y="1072"/>
                    <a:pt x="4391" y="2169"/>
                  </a:cubicBezTo>
                  <a:cubicBezTo>
                    <a:pt x="4391" y="2222"/>
                    <a:pt x="4391" y="2249"/>
                    <a:pt x="4391" y="2303"/>
                  </a:cubicBezTo>
                  <a:cubicBezTo>
                    <a:pt x="4391" y="2999"/>
                    <a:pt x="4069" y="3587"/>
                    <a:pt x="3561" y="3962"/>
                  </a:cubicBezTo>
                  <a:cubicBezTo>
                    <a:pt x="3213" y="4257"/>
                    <a:pt x="2785" y="4390"/>
                    <a:pt x="2303" y="4390"/>
                  </a:cubicBezTo>
                  <a:cubicBezTo>
                    <a:pt x="1152" y="4390"/>
                    <a:pt x="188" y="3454"/>
                    <a:pt x="188" y="2303"/>
                  </a:cubicBezTo>
                  <a:cubicBezTo>
                    <a:pt x="188" y="1152"/>
                    <a:pt x="1152" y="215"/>
                    <a:pt x="2303" y="215"/>
                  </a:cubicBezTo>
                  <a:close/>
                  <a:moveTo>
                    <a:pt x="2303" y="1"/>
                  </a:moveTo>
                  <a:cubicBezTo>
                    <a:pt x="1018" y="1"/>
                    <a:pt x="1" y="1045"/>
                    <a:pt x="1" y="2303"/>
                  </a:cubicBezTo>
                  <a:cubicBezTo>
                    <a:pt x="1" y="3587"/>
                    <a:pt x="1018" y="4605"/>
                    <a:pt x="2303" y="4605"/>
                  </a:cubicBezTo>
                  <a:cubicBezTo>
                    <a:pt x="2785" y="4605"/>
                    <a:pt x="3213" y="4444"/>
                    <a:pt x="3588" y="4203"/>
                  </a:cubicBezTo>
                  <a:cubicBezTo>
                    <a:pt x="4203" y="3802"/>
                    <a:pt x="4605" y="3106"/>
                    <a:pt x="4605" y="2303"/>
                  </a:cubicBezTo>
                  <a:cubicBezTo>
                    <a:pt x="4605" y="2222"/>
                    <a:pt x="4578" y="2115"/>
                    <a:pt x="4578" y="2035"/>
                  </a:cubicBezTo>
                  <a:cubicBezTo>
                    <a:pt x="4444" y="884"/>
                    <a:pt x="3481" y="1"/>
                    <a:pt x="23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1233;p48">
              <a:extLst>
                <a:ext uri="{FF2B5EF4-FFF2-40B4-BE49-F238E27FC236}">
                  <a16:creationId xmlns:a16="http://schemas.microsoft.com/office/drawing/2014/main" id="{17B28C81-3092-088F-7A04-9CEF77FA80E7}"/>
                </a:ext>
              </a:extLst>
            </p:cNvPr>
            <p:cNvSpPr/>
            <p:nvPr/>
          </p:nvSpPr>
          <p:spPr>
            <a:xfrm>
              <a:off x="6688625" y="4316875"/>
              <a:ext cx="109775" cy="109750"/>
            </a:xfrm>
            <a:custGeom>
              <a:avLst/>
              <a:gdLst/>
              <a:ahLst/>
              <a:cxnLst/>
              <a:rect l="l" t="t" r="r" b="b"/>
              <a:pathLst>
                <a:path w="4391" h="4390" extrusionOk="0">
                  <a:moveTo>
                    <a:pt x="2196" y="0"/>
                  </a:moveTo>
                  <a:cubicBezTo>
                    <a:pt x="991" y="0"/>
                    <a:pt x="1" y="964"/>
                    <a:pt x="1" y="2195"/>
                  </a:cubicBezTo>
                  <a:cubicBezTo>
                    <a:pt x="1" y="3399"/>
                    <a:pt x="991" y="4390"/>
                    <a:pt x="2196" y="4390"/>
                  </a:cubicBezTo>
                  <a:cubicBezTo>
                    <a:pt x="3400" y="4390"/>
                    <a:pt x="4390" y="3399"/>
                    <a:pt x="4390" y="2195"/>
                  </a:cubicBezTo>
                  <a:cubicBezTo>
                    <a:pt x="4390" y="964"/>
                    <a:pt x="3400" y="0"/>
                    <a:pt x="2196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1234;p48">
              <a:extLst>
                <a:ext uri="{FF2B5EF4-FFF2-40B4-BE49-F238E27FC236}">
                  <a16:creationId xmlns:a16="http://schemas.microsoft.com/office/drawing/2014/main" id="{662A3821-C34E-CA87-A046-7880DC14C5B4}"/>
                </a:ext>
              </a:extLst>
            </p:cNvPr>
            <p:cNvSpPr/>
            <p:nvPr/>
          </p:nvSpPr>
          <p:spPr>
            <a:xfrm>
              <a:off x="5440025" y="3978175"/>
              <a:ext cx="95700" cy="86625"/>
            </a:xfrm>
            <a:custGeom>
              <a:avLst/>
              <a:gdLst/>
              <a:ahLst/>
              <a:cxnLst/>
              <a:rect l="l" t="t" r="r" b="b"/>
              <a:pathLst>
                <a:path w="3828" h="3465" extrusionOk="0">
                  <a:moveTo>
                    <a:pt x="1824" y="1"/>
                  </a:moveTo>
                  <a:cubicBezTo>
                    <a:pt x="1393" y="1"/>
                    <a:pt x="967" y="162"/>
                    <a:pt x="642" y="487"/>
                  </a:cubicBezTo>
                  <a:cubicBezTo>
                    <a:pt x="0" y="1156"/>
                    <a:pt x="0" y="2253"/>
                    <a:pt x="696" y="2949"/>
                  </a:cubicBezTo>
                  <a:cubicBezTo>
                    <a:pt x="1051" y="3290"/>
                    <a:pt x="1510" y="3464"/>
                    <a:pt x="1964" y="3464"/>
                  </a:cubicBezTo>
                  <a:cubicBezTo>
                    <a:pt x="2400" y="3464"/>
                    <a:pt x="2831" y="3304"/>
                    <a:pt x="3158" y="2976"/>
                  </a:cubicBezTo>
                  <a:cubicBezTo>
                    <a:pt x="3828" y="2333"/>
                    <a:pt x="3801" y="1209"/>
                    <a:pt x="3105" y="540"/>
                  </a:cubicBezTo>
                  <a:cubicBezTo>
                    <a:pt x="2747" y="182"/>
                    <a:pt x="2282" y="1"/>
                    <a:pt x="1824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1235;p48">
              <a:extLst>
                <a:ext uri="{FF2B5EF4-FFF2-40B4-BE49-F238E27FC236}">
                  <a16:creationId xmlns:a16="http://schemas.microsoft.com/office/drawing/2014/main" id="{3228C69D-6C22-5C38-2DF3-2976E4840EDF}"/>
                </a:ext>
              </a:extLst>
            </p:cNvPr>
            <p:cNvSpPr/>
            <p:nvPr/>
          </p:nvSpPr>
          <p:spPr>
            <a:xfrm>
              <a:off x="6704025" y="3754700"/>
              <a:ext cx="95700" cy="87200"/>
            </a:xfrm>
            <a:custGeom>
              <a:avLst/>
              <a:gdLst/>
              <a:ahLst/>
              <a:cxnLst/>
              <a:rect l="l" t="t" r="r" b="b"/>
              <a:pathLst>
                <a:path w="3828" h="3488" extrusionOk="0">
                  <a:moveTo>
                    <a:pt x="1852" y="0"/>
                  </a:moveTo>
                  <a:cubicBezTo>
                    <a:pt x="1420" y="0"/>
                    <a:pt x="994" y="161"/>
                    <a:pt x="670" y="486"/>
                  </a:cubicBezTo>
                  <a:cubicBezTo>
                    <a:pt x="0" y="1155"/>
                    <a:pt x="27" y="2252"/>
                    <a:pt x="723" y="2948"/>
                  </a:cubicBezTo>
                  <a:cubicBezTo>
                    <a:pt x="1068" y="3306"/>
                    <a:pt x="1532" y="3487"/>
                    <a:pt x="1990" y="3487"/>
                  </a:cubicBezTo>
                  <a:cubicBezTo>
                    <a:pt x="2422" y="3487"/>
                    <a:pt x="2847" y="3327"/>
                    <a:pt x="3159" y="3002"/>
                  </a:cubicBezTo>
                  <a:cubicBezTo>
                    <a:pt x="3828" y="2333"/>
                    <a:pt x="3828" y="1235"/>
                    <a:pt x="3132" y="539"/>
                  </a:cubicBezTo>
                  <a:cubicBezTo>
                    <a:pt x="2774" y="181"/>
                    <a:pt x="2309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77053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988C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EEF24F-4CF0-5420-13BE-0BBDB501F5A6}"/>
              </a:ext>
            </a:extLst>
          </p:cNvPr>
          <p:cNvSpPr/>
          <p:nvPr/>
        </p:nvSpPr>
        <p:spPr>
          <a:xfrm>
            <a:off x="-863601" y="-792809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6FF0A0B7-1B09-017A-9FCA-C2485C929516}"/>
              </a:ext>
            </a:extLst>
          </p:cNvPr>
          <p:cNvSpPr txBox="1"/>
          <p:nvPr/>
        </p:nvSpPr>
        <p:spPr>
          <a:xfrm>
            <a:off x="663655" y="173002"/>
            <a:ext cx="4268684" cy="164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buClr>
                <a:schemeClr val="accent3"/>
              </a:buClr>
              <a:buSzPts val="3600"/>
            </a:pPr>
            <a:r>
              <a:rPr lang="en-US" sz="3200" b="1" dirty="0">
                <a:solidFill>
                  <a:schemeClr val="dk2"/>
                </a:solidFill>
                <a:latin typeface="Atkinson Hyperlegible"/>
                <a:sym typeface="Agrandir"/>
              </a:rPr>
              <a:t>List Recent Donations at a </a:t>
            </a:r>
            <a:r>
              <a:rPr lang="en-US" sz="3200" b="1" dirty="0">
                <a:solidFill>
                  <a:schemeClr val="accent5"/>
                </a:solidFill>
                <a:latin typeface="Atkinson Hyperlegible"/>
                <a:sym typeface="Agrandir"/>
              </a:rPr>
              <a:t>Specific Blood Bank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0ED526A7-5A98-D7C9-A6D8-13A1E738D1AD}"/>
              </a:ext>
            </a:extLst>
          </p:cNvPr>
          <p:cNvSpPr/>
          <p:nvPr/>
        </p:nvSpPr>
        <p:spPr>
          <a:xfrm>
            <a:off x="451715" y="3321955"/>
            <a:ext cx="4758722" cy="1627774"/>
          </a:xfrm>
          <a:prstGeom prst="flowChartAlternateProcess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B53E99D5-5B2B-65C5-91EF-59C8F7B16A1E}"/>
              </a:ext>
            </a:extLst>
          </p:cNvPr>
          <p:cNvSpPr/>
          <p:nvPr/>
        </p:nvSpPr>
        <p:spPr>
          <a:xfrm>
            <a:off x="221517" y="1678428"/>
            <a:ext cx="5292209" cy="1546610"/>
          </a:xfrm>
          <a:prstGeom prst="flowChartAlternateProcess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Google Shape;1406;p51">
            <a:extLst>
              <a:ext uri="{FF2B5EF4-FFF2-40B4-BE49-F238E27FC236}">
                <a16:creationId xmlns:a16="http://schemas.microsoft.com/office/drawing/2014/main" id="{162DD2FC-9E0F-CED2-36C0-C46816067032}"/>
              </a:ext>
            </a:extLst>
          </p:cNvPr>
          <p:cNvSpPr/>
          <p:nvPr/>
        </p:nvSpPr>
        <p:spPr>
          <a:xfrm rot="16200000">
            <a:off x="-7504599" y="-69331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406;p51">
            <a:extLst>
              <a:ext uri="{FF2B5EF4-FFF2-40B4-BE49-F238E27FC236}">
                <a16:creationId xmlns:a16="http://schemas.microsoft.com/office/drawing/2014/main" id="{88C078D1-2559-8AD2-5EAD-F7607556126D}"/>
              </a:ext>
            </a:extLst>
          </p:cNvPr>
          <p:cNvSpPr/>
          <p:nvPr/>
        </p:nvSpPr>
        <p:spPr>
          <a:xfrm rot="16200000">
            <a:off x="-7504599" y="-54091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406;p51">
            <a:extLst>
              <a:ext uri="{FF2B5EF4-FFF2-40B4-BE49-F238E27FC236}">
                <a16:creationId xmlns:a16="http://schemas.microsoft.com/office/drawing/2014/main" id="{8A776C92-EB49-DACF-771E-B9DA857438B5}"/>
              </a:ext>
            </a:extLst>
          </p:cNvPr>
          <p:cNvSpPr/>
          <p:nvPr/>
        </p:nvSpPr>
        <p:spPr>
          <a:xfrm rot="16200000">
            <a:off x="-6732251" y="-38851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406;p51">
            <a:extLst>
              <a:ext uri="{FF2B5EF4-FFF2-40B4-BE49-F238E27FC236}">
                <a16:creationId xmlns:a16="http://schemas.microsoft.com/office/drawing/2014/main" id="{A73F9A91-86D5-2C51-6684-81063E576EB8}"/>
              </a:ext>
            </a:extLst>
          </p:cNvPr>
          <p:cNvSpPr/>
          <p:nvPr/>
        </p:nvSpPr>
        <p:spPr>
          <a:xfrm rot="16200000">
            <a:off x="-7504599" y="-23611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406;p51">
            <a:extLst>
              <a:ext uri="{FF2B5EF4-FFF2-40B4-BE49-F238E27FC236}">
                <a16:creationId xmlns:a16="http://schemas.microsoft.com/office/drawing/2014/main" id="{6760E5B8-A99B-75AC-F5E4-16914ECC2322}"/>
              </a:ext>
            </a:extLst>
          </p:cNvPr>
          <p:cNvSpPr/>
          <p:nvPr/>
        </p:nvSpPr>
        <p:spPr>
          <a:xfrm rot="16200000">
            <a:off x="-4505245" y="-8371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406;p51">
            <a:extLst>
              <a:ext uri="{FF2B5EF4-FFF2-40B4-BE49-F238E27FC236}">
                <a16:creationId xmlns:a16="http://schemas.microsoft.com/office/drawing/2014/main" id="{84E38B5F-5631-0FFA-6280-2F45F78347E8}"/>
              </a:ext>
            </a:extLst>
          </p:cNvPr>
          <p:cNvSpPr/>
          <p:nvPr/>
        </p:nvSpPr>
        <p:spPr>
          <a:xfrm rot="16200000">
            <a:off x="-5959022" y="686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406;p51">
            <a:extLst>
              <a:ext uri="{FF2B5EF4-FFF2-40B4-BE49-F238E27FC236}">
                <a16:creationId xmlns:a16="http://schemas.microsoft.com/office/drawing/2014/main" id="{DF309C76-B276-E002-0151-C767741C5BA6}"/>
              </a:ext>
            </a:extLst>
          </p:cNvPr>
          <p:cNvSpPr/>
          <p:nvPr/>
        </p:nvSpPr>
        <p:spPr>
          <a:xfrm rot="16200000">
            <a:off x="-6732251" y="2210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406;p51">
            <a:extLst>
              <a:ext uri="{FF2B5EF4-FFF2-40B4-BE49-F238E27FC236}">
                <a16:creationId xmlns:a16="http://schemas.microsoft.com/office/drawing/2014/main" id="{A78804CD-7E9D-4708-0D61-21F4B6F81DEC}"/>
              </a:ext>
            </a:extLst>
          </p:cNvPr>
          <p:cNvSpPr/>
          <p:nvPr/>
        </p:nvSpPr>
        <p:spPr>
          <a:xfrm rot="16200000">
            <a:off x="-7504599" y="3734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406;p51">
            <a:extLst>
              <a:ext uri="{FF2B5EF4-FFF2-40B4-BE49-F238E27FC236}">
                <a16:creationId xmlns:a16="http://schemas.microsoft.com/office/drawing/2014/main" id="{F1E38489-E8D8-AEA1-A720-773D6DB9797E}"/>
              </a:ext>
            </a:extLst>
          </p:cNvPr>
          <p:cNvSpPr/>
          <p:nvPr/>
        </p:nvSpPr>
        <p:spPr>
          <a:xfrm rot="16200000">
            <a:off x="-5959022" y="5258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406;p51">
            <a:extLst>
              <a:ext uri="{FF2B5EF4-FFF2-40B4-BE49-F238E27FC236}">
                <a16:creationId xmlns:a16="http://schemas.microsoft.com/office/drawing/2014/main" id="{ED0A1ECC-E009-95C6-CE15-DE8FA82C387B}"/>
              </a:ext>
            </a:extLst>
          </p:cNvPr>
          <p:cNvSpPr/>
          <p:nvPr/>
        </p:nvSpPr>
        <p:spPr>
          <a:xfrm rot="16200000">
            <a:off x="-5277593" y="6782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06;p51">
            <a:extLst>
              <a:ext uri="{FF2B5EF4-FFF2-40B4-BE49-F238E27FC236}">
                <a16:creationId xmlns:a16="http://schemas.microsoft.com/office/drawing/2014/main" id="{D7DDA15F-2475-B8C9-D3DB-65A204FCC8C2}"/>
              </a:ext>
            </a:extLst>
          </p:cNvPr>
          <p:cNvSpPr/>
          <p:nvPr/>
        </p:nvSpPr>
        <p:spPr>
          <a:xfrm rot="16200000">
            <a:off x="-3039809" y="8306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406;p51">
            <a:extLst>
              <a:ext uri="{FF2B5EF4-FFF2-40B4-BE49-F238E27FC236}">
                <a16:creationId xmlns:a16="http://schemas.microsoft.com/office/drawing/2014/main" id="{40919EE5-79AB-2FC1-C052-F067C2A0E3F7}"/>
              </a:ext>
            </a:extLst>
          </p:cNvPr>
          <p:cNvSpPr/>
          <p:nvPr/>
        </p:nvSpPr>
        <p:spPr>
          <a:xfrm rot="16200000">
            <a:off x="-2318750" y="9830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406;p51">
            <a:extLst>
              <a:ext uri="{FF2B5EF4-FFF2-40B4-BE49-F238E27FC236}">
                <a16:creationId xmlns:a16="http://schemas.microsoft.com/office/drawing/2014/main" id="{B0E1384D-603F-222C-2CBC-400067675B0B}"/>
              </a:ext>
            </a:extLst>
          </p:cNvPr>
          <p:cNvSpPr/>
          <p:nvPr/>
        </p:nvSpPr>
        <p:spPr>
          <a:xfrm rot="16200000">
            <a:off x="-7504599" y="11354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406;p51">
            <a:extLst>
              <a:ext uri="{FF2B5EF4-FFF2-40B4-BE49-F238E27FC236}">
                <a16:creationId xmlns:a16="http://schemas.microsoft.com/office/drawing/2014/main" id="{4EA03587-CE6F-BFED-F3A8-73EE18961A5F}"/>
              </a:ext>
            </a:extLst>
          </p:cNvPr>
          <p:cNvSpPr/>
          <p:nvPr/>
        </p:nvSpPr>
        <p:spPr>
          <a:xfrm rot="16200000">
            <a:off x="-4505245" y="12878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406;p51">
            <a:extLst>
              <a:ext uri="{FF2B5EF4-FFF2-40B4-BE49-F238E27FC236}">
                <a16:creationId xmlns:a16="http://schemas.microsoft.com/office/drawing/2014/main" id="{AC2B608A-E1AE-2FBD-4C2B-02F4EF3798EF}"/>
              </a:ext>
            </a:extLst>
          </p:cNvPr>
          <p:cNvSpPr/>
          <p:nvPr/>
        </p:nvSpPr>
        <p:spPr>
          <a:xfrm rot="16200000">
            <a:off x="-3532174" y="14402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406;p51">
            <a:extLst>
              <a:ext uri="{FF2B5EF4-FFF2-40B4-BE49-F238E27FC236}">
                <a16:creationId xmlns:a16="http://schemas.microsoft.com/office/drawing/2014/main" id="{989C98F7-D067-07AC-96D4-A667B474CCBF}"/>
              </a:ext>
            </a:extLst>
          </p:cNvPr>
          <p:cNvSpPr/>
          <p:nvPr/>
        </p:nvSpPr>
        <p:spPr>
          <a:xfrm rot="16200000">
            <a:off x="-2318750" y="15926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406;p51">
            <a:extLst>
              <a:ext uri="{FF2B5EF4-FFF2-40B4-BE49-F238E27FC236}">
                <a16:creationId xmlns:a16="http://schemas.microsoft.com/office/drawing/2014/main" id="{35FDE77E-7051-8F70-B5F6-E3C0C6B6A6D2}"/>
              </a:ext>
            </a:extLst>
          </p:cNvPr>
          <p:cNvSpPr/>
          <p:nvPr/>
        </p:nvSpPr>
        <p:spPr>
          <a:xfrm rot="16200000">
            <a:off x="-5959022" y="17450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406;p51">
            <a:extLst>
              <a:ext uri="{FF2B5EF4-FFF2-40B4-BE49-F238E27FC236}">
                <a16:creationId xmlns:a16="http://schemas.microsoft.com/office/drawing/2014/main" id="{92E7D7C7-2AC6-9E96-70F5-DC1B17CA4608}"/>
              </a:ext>
            </a:extLst>
          </p:cNvPr>
          <p:cNvSpPr/>
          <p:nvPr/>
        </p:nvSpPr>
        <p:spPr>
          <a:xfrm rot="16200000">
            <a:off x="-3039809" y="18974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406;p51">
            <a:extLst>
              <a:ext uri="{FF2B5EF4-FFF2-40B4-BE49-F238E27FC236}">
                <a16:creationId xmlns:a16="http://schemas.microsoft.com/office/drawing/2014/main" id="{40BBDFCC-6797-1240-CDD6-015A84AAF5A0}"/>
              </a:ext>
            </a:extLst>
          </p:cNvPr>
          <p:cNvSpPr/>
          <p:nvPr/>
        </p:nvSpPr>
        <p:spPr>
          <a:xfrm rot="16200000">
            <a:off x="-4505245" y="20498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406;p51">
            <a:extLst>
              <a:ext uri="{FF2B5EF4-FFF2-40B4-BE49-F238E27FC236}">
                <a16:creationId xmlns:a16="http://schemas.microsoft.com/office/drawing/2014/main" id="{E4B17FDC-92A8-981D-E097-395D5B3139FE}"/>
              </a:ext>
            </a:extLst>
          </p:cNvPr>
          <p:cNvSpPr/>
          <p:nvPr/>
        </p:nvSpPr>
        <p:spPr>
          <a:xfrm rot="16200000">
            <a:off x="-5277593" y="22022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1406;p51">
            <a:extLst>
              <a:ext uri="{FF2B5EF4-FFF2-40B4-BE49-F238E27FC236}">
                <a16:creationId xmlns:a16="http://schemas.microsoft.com/office/drawing/2014/main" id="{43855DE0-7942-9295-03AB-56DC9B28CC70}"/>
              </a:ext>
            </a:extLst>
          </p:cNvPr>
          <p:cNvSpPr/>
          <p:nvPr/>
        </p:nvSpPr>
        <p:spPr>
          <a:xfrm rot="16200000">
            <a:off x="-2318750" y="23546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406;p51">
            <a:extLst>
              <a:ext uri="{FF2B5EF4-FFF2-40B4-BE49-F238E27FC236}">
                <a16:creationId xmlns:a16="http://schemas.microsoft.com/office/drawing/2014/main" id="{0D6D4212-806F-CB6E-9A48-27F51517E96D}"/>
              </a:ext>
            </a:extLst>
          </p:cNvPr>
          <p:cNvSpPr/>
          <p:nvPr/>
        </p:nvSpPr>
        <p:spPr>
          <a:xfrm rot="16200000">
            <a:off x="-5959022" y="25070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406;p51">
            <a:extLst>
              <a:ext uri="{FF2B5EF4-FFF2-40B4-BE49-F238E27FC236}">
                <a16:creationId xmlns:a16="http://schemas.microsoft.com/office/drawing/2014/main" id="{EF6168B5-692A-D0D5-9497-12229B4F7629}"/>
              </a:ext>
            </a:extLst>
          </p:cNvPr>
          <p:cNvSpPr/>
          <p:nvPr/>
        </p:nvSpPr>
        <p:spPr>
          <a:xfrm rot="16200000">
            <a:off x="-3039809" y="26594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406;p51">
            <a:extLst>
              <a:ext uri="{FF2B5EF4-FFF2-40B4-BE49-F238E27FC236}">
                <a16:creationId xmlns:a16="http://schemas.microsoft.com/office/drawing/2014/main" id="{88F2E767-6D6E-75A6-8EF1-6C1E5BA6F832}"/>
              </a:ext>
            </a:extLst>
          </p:cNvPr>
          <p:cNvSpPr/>
          <p:nvPr/>
        </p:nvSpPr>
        <p:spPr>
          <a:xfrm rot="16200000">
            <a:off x="-7504599" y="28118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406;p51">
            <a:extLst>
              <a:ext uri="{FF2B5EF4-FFF2-40B4-BE49-F238E27FC236}">
                <a16:creationId xmlns:a16="http://schemas.microsoft.com/office/drawing/2014/main" id="{BF3AE6B2-EEE5-5DC3-EDD3-EB907BD7399E}"/>
              </a:ext>
            </a:extLst>
          </p:cNvPr>
          <p:cNvSpPr/>
          <p:nvPr/>
        </p:nvSpPr>
        <p:spPr>
          <a:xfrm rot="16200000">
            <a:off x="-3039809" y="29642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406;p51">
            <a:extLst>
              <a:ext uri="{FF2B5EF4-FFF2-40B4-BE49-F238E27FC236}">
                <a16:creationId xmlns:a16="http://schemas.microsoft.com/office/drawing/2014/main" id="{F504336D-62B4-0DD1-DCBF-E46C192DAABF}"/>
              </a:ext>
            </a:extLst>
          </p:cNvPr>
          <p:cNvSpPr/>
          <p:nvPr/>
        </p:nvSpPr>
        <p:spPr>
          <a:xfrm rot="16200000">
            <a:off x="-5277593" y="31166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406;p51">
            <a:extLst>
              <a:ext uri="{FF2B5EF4-FFF2-40B4-BE49-F238E27FC236}">
                <a16:creationId xmlns:a16="http://schemas.microsoft.com/office/drawing/2014/main" id="{ECAE6417-F6FD-3FBC-F9D1-48A99AD7E490}"/>
              </a:ext>
            </a:extLst>
          </p:cNvPr>
          <p:cNvSpPr/>
          <p:nvPr/>
        </p:nvSpPr>
        <p:spPr>
          <a:xfrm rot="16200000">
            <a:off x="-3532174" y="32690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406;p51">
            <a:extLst>
              <a:ext uri="{FF2B5EF4-FFF2-40B4-BE49-F238E27FC236}">
                <a16:creationId xmlns:a16="http://schemas.microsoft.com/office/drawing/2014/main" id="{8CA66AAF-5256-A463-B618-398BCEFDCB52}"/>
              </a:ext>
            </a:extLst>
          </p:cNvPr>
          <p:cNvSpPr/>
          <p:nvPr/>
        </p:nvSpPr>
        <p:spPr>
          <a:xfrm rot="16200000">
            <a:off x="-4505245" y="34214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406;p51">
            <a:extLst>
              <a:ext uri="{FF2B5EF4-FFF2-40B4-BE49-F238E27FC236}">
                <a16:creationId xmlns:a16="http://schemas.microsoft.com/office/drawing/2014/main" id="{A3240BF0-0E75-AA0E-79E7-5E70069BF393}"/>
              </a:ext>
            </a:extLst>
          </p:cNvPr>
          <p:cNvSpPr/>
          <p:nvPr/>
        </p:nvSpPr>
        <p:spPr>
          <a:xfrm rot="16200000">
            <a:off x="-6732251" y="35738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406;p51">
            <a:extLst>
              <a:ext uri="{FF2B5EF4-FFF2-40B4-BE49-F238E27FC236}">
                <a16:creationId xmlns:a16="http://schemas.microsoft.com/office/drawing/2014/main" id="{201DF71B-973C-BA6F-2BD6-620BFE245D5E}"/>
              </a:ext>
            </a:extLst>
          </p:cNvPr>
          <p:cNvSpPr/>
          <p:nvPr/>
        </p:nvSpPr>
        <p:spPr>
          <a:xfrm rot="16200000">
            <a:off x="-4505245" y="37262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406;p51">
            <a:extLst>
              <a:ext uri="{FF2B5EF4-FFF2-40B4-BE49-F238E27FC236}">
                <a16:creationId xmlns:a16="http://schemas.microsoft.com/office/drawing/2014/main" id="{9993A432-6653-2C3E-A3CA-5A7A5F7751C6}"/>
              </a:ext>
            </a:extLst>
          </p:cNvPr>
          <p:cNvSpPr/>
          <p:nvPr/>
        </p:nvSpPr>
        <p:spPr>
          <a:xfrm rot="16200000">
            <a:off x="-3532174" y="38786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406;p51">
            <a:extLst>
              <a:ext uri="{FF2B5EF4-FFF2-40B4-BE49-F238E27FC236}">
                <a16:creationId xmlns:a16="http://schemas.microsoft.com/office/drawing/2014/main" id="{06DC7263-94DD-D81F-062E-4EDFA8FED707}"/>
              </a:ext>
            </a:extLst>
          </p:cNvPr>
          <p:cNvSpPr/>
          <p:nvPr/>
        </p:nvSpPr>
        <p:spPr>
          <a:xfrm rot="16200000">
            <a:off x="-7504599" y="40310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406;p51">
            <a:extLst>
              <a:ext uri="{FF2B5EF4-FFF2-40B4-BE49-F238E27FC236}">
                <a16:creationId xmlns:a16="http://schemas.microsoft.com/office/drawing/2014/main" id="{2C763FFC-ACE6-BDFD-5AFF-5A65F6A231FF}"/>
              </a:ext>
            </a:extLst>
          </p:cNvPr>
          <p:cNvSpPr/>
          <p:nvPr/>
        </p:nvSpPr>
        <p:spPr>
          <a:xfrm rot="16200000">
            <a:off x="-6732251" y="41834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406;p51">
            <a:extLst>
              <a:ext uri="{FF2B5EF4-FFF2-40B4-BE49-F238E27FC236}">
                <a16:creationId xmlns:a16="http://schemas.microsoft.com/office/drawing/2014/main" id="{22711B76-15B2-4822-CDE4-54983FF83491}"/>
              </a:ext>
            </a:extLst>
          </p:cNvPr>
          <p:cNvSpPr/>
          <p:nvPr/>
        </p:nvSpPr>
        <p:spPr>
          <a:xfrm rot="16200000">
            <a:off x="-7504599" y="433588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406;p51">
            <a:extLst>
              <a:ext uri="{FF2B5EF4-FFF2-40B4-BE49-F238E27FC236}">
                <a16:creationId xmlns:a16="http://schemas.microsoft.com/office/drawing/2014/main" id="{423FD72E-BF72-A5F5-D794-0F4AE84A0B83}"/>
              </a:ext>
            </a:extLst>
          </p:cNvPr>
          <p:cNvSpPr/>
          <p:nvPr/>
        </p:nvSpPr>
        <p:spPr>
          <a:xfrm rot="5400000" flipH="1">
            <a:off x="15308931" y="-71372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406;p51">
            <a:extLst>
              <a:ext uri="{FF2B5EF4-FFF2-40B4-BE49-F238E27FC236}">
                <a16:creationId xmlns:a16="http://schemas.microsoft.com/office/drawing/2014/main" id="{7642AC8A-8AFF-C4DE-4054-FF25161083A6}"/>
              </a:ext>
            </a:extLst>
          </p:cNvPr>
          <p:cNvSpPr/>
          <p:nvPr/>
        </p:nvSpPr>
        <p:spPr>
          <a:xfrm rot="5400000" flipH="1">
            <a:off x="17237963" y="-561323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406;p51">
            <a:extLst>
              <a:ext uri="{FF2B5EF4-FFF2-40B4-BE49-F238E27FC236}">
                <a16:creationId xmlns:a16="http://schemas.microsoft.com/office/drawing/2014/main" id="{230F07E5-88CF-C741-65E6-31012A9EA001}"/>
              </a:ext>
            </a:extLst>
          </p:cNvPr>
          <p:cNvSpPr/>
          <p:nvPr/>
        </p:nvSpPr>
        <p:spPr>
          <a:xfrm rot="5400000" flipH="1">
            <a:off x="11402590" y="-408923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406;p51">
            <a:extLst>
              <a:ext uri="{FF2B5EF4-FFF2-40B4-BE49-F238E27FC236}">
                <a16:creationId xmlns:a16="http://schemas.microsoft.com/office/drawing/2014/main" id="{5F6F3E50-ED56-DBD7-E7D9-5284BD464B1A}"/>
              </a:ext>
            </a:extLst>
          </p:cNvPr>
          <p:cNvSpPr/>
          <p:nvPr/>
        </p:nvSpPr>
        <p:spPr>
          <a:xfrm rot="5400000" flipH="1">
            <a:off x="16024539" y="-25652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406;p51">
            <a:extLst>
              <a:ext uri="{FF2B5EF4-FFF2-40B4-BE49-F238E27FC236}">
                <a16:creationId xmlns:a16="http://schemas.microsoft.com/office/drawing/2014/main" id="{198FAD16-E342-C95F-5631-8A14F11C10CD}"/>
              </a:ext>
            </a:extLst>
          </p:cNvPr>
          <p:cNvSpPr/>
          <p:nvPr/>
        </p:nvSpPr>
        <p:spPr>
          <a:xfrm rot="5400000" flipH="1">
            <a:off x="13149772" y="-104122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406;p51">
            <a:extLst>
              <a:ext uri="{FF2B5EF4-FFF2-40B4-BE49-F238E27FC236}">
                <a16:creationId xmlns:a16="http://schemas.microsoft.com/office/drawing/2014/main" id="{EA81B7CA-184F-0D0A-79D7-B68426A39B3E}"/>
              </a:ext>
            </a:extLst>
          </p:cNvPr>
          <p:cNvSpPr/>
          <p:nvPr/>
        </p:nvSpPr>
        <p:spPr>
          <a:xfrm rot="5400000" flipH="1">
            <a:off x="14436221" y="482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1406;p51">
            <a:extLst>
              <a:ext uri="{FF2B5EF4-FFF2-40B4-BE49-F238E27FC236}">
                <a16:creationId xmlns:a16="http://schemas.microsoft.com/office/drawing/2014/main" id="{A8998B0B-C6B5-41BF-C3AA-149CB28C7993}"/>
              </a:ext>
            </a:extLst>
          </p:cNvPr>
          <p:cNvSpPr/>
          <p:nvPr/>
        </p:nvSpPr>
        <p:spPr>
          <a:xfrm rot="5400000" flipH="1">
            <a:off x="16024539" y="2006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406;p51">
            <a:extLst>
              <a:ext uri="{FF2B5EF4-FFF2-40B4-BE49-F238E27FC236}">
                <a16:creationId xmlns:a16="http://schemas.microsoft.com/office/drawing/2014/main" id="{71ADB53D-BEEF-8B3F-0D8A-01AE5A56C874}"/>
              </a:ext>
            </a:extLst>
          </p:cNvPr>
          <p:cNvSpPr/>
          <p:nvPr/>
        </p:nvSpPr>
        <p:spPr>
          <a:xfrm rot="5400000" flipH="1">
            <a:off x="11402590" y="3530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406;p51">
            <a:extLst>
              <a:ext uri="{FF2B5EF4-FFF2-40B4-BE49-F238E27FC236}">
                <a16:creationId xmlns:a16="http://schemas.microsoft.com/office/drawing/2014/main" id="{C45B56C1-E181-031F-787C-C64F5BA239EE}"/>
              </a:ext>
            </a:extLst>
          </p:cNvPr>
          <p:cNvSpPr/>
          <p:nvPr/>
        </p:nvSpPr>
        <p:spPr>
          <a:xfrm rot="5400000" flipH="1">
            <a:off x="14436221" y="5054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406;p51">
            <a:extLst>
              <a:ext uri="{FF2B5EF4-FFF2-40B4-BE49-F238E27FC236}">
                <a16:creationId xmlns:a16="http://schemas.microsoft.com/office/drawing/2014/main" id="{0D21F125-4F2A-E0FC-1CD3-2C3AF18F1D5A}"/>
              </a:ext>
            </a:extLst>
          </p:cNvPr>
          <p:cNvSpPr/>
          <p:nvPr/>
        </p:nvSpPr>
        <p:spPr>
          <a:xfrm rot="5400000" flipH="1">
            <a:off x="12253524" y="6578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406;p51">
            <a:extLst>
              <a:ext uri="{FF2B5EF4-FFF2-40B4-BE49-F238E27FC236}">
                <a16:creationId xmlns:a16="http://schemas.microsoft.com/office/drawing/2014/main" id="{CB321965-7A9A-0B92-B1DF-28C6E68D71FF}"/>
              </a:ext>
            </a:extLst>
          </p:cNvPr>
          <p:cNvSpPr/>
          <p:nvPr/>
        </p:nvSpPr>
        <p:spPr>
          <a:xfrm rot="5400000" flipH="1">
            <a:off x="15308931" y="81027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406;p51">
            <a:extLst>
              <a:ext uri="{FF2B5EF4-FFF2-40B4-BE49-F238E27FC236}">
                <a16:creationId xmlns:a16="http://schemas.microsoft.com/office/drawing/2014/main" id="{7E1DE2B3-28F0-EBE4-2B6E-52FD88D89E31}"/>
              </a:ext>
            </a:extLst>
          </p:cNvPr>
          <p:cNvSpPr/>
          <p:nvPr/>
        </p:nvSpPr>
        <p:spPr>
          <a:xfrm rot="5400000" flipH="1">
            <a:off x="17237963" y="9626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406;p51">
            <a:extLst>
              <a:ext uri="{FF2B5EF4-FFF2-40B4-BE49-F238E27FC236}">
                <a16:creationId xmlns:a16="http://schemas.microsoft.com/office/drawing/2014/main" id="{8568CA08-09F8-AC27-91FA-2ADAF9BAB5E5}"/>
              </a:ext>
            </a:extLst>
          </p:cNvPr>
          <p:cNvSpPr/>
          <p:nvPr/>
        </p:nvSpPr>
        <p:spPr>
          <a:xfrm rot="5400000" flipH="1">
            <a:off x="13149772" y="11150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406;p51">
            <a:extLst>
              <a:ext uri="{FF2B5EF4-FFF2-40B4-BE49-F238E27FC236}">
                <a16:creationId xmlns:a16="http://schemas.microsoft.com/office/drawing/2014/main" id="{81EF557B-652A-ADE4-F39D-E3BDED0395B5}"/>
              </a:ext>
            </a:extLst>
          </p:cNvPr>
          <p:cNvSpPr/>
          <p:nvPr/>
        </p:nvSpPr>
        <p:spPr>
          <a:xfrm rot="5400000" flipH="1">
            <a:off x="16024539" y="12674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406;p51">
            <a:extLst>
              <a:ext uri="{FF2B5EF4-FFF2-40B4-BE49-F238E27FC236}">
                <a16:creationId xmlns:a16="http://schemas.microsoft.com/office/drawing/2014/main" id="{E64EC965-7778-E832-7D8E-02D61FEE97D7}"/>
              </a:ext>
            </a:extLst>
          </p:cNvPr>
          <p:cNvSpPr/>
          <p:nvPr/>
        </p:nvSpPr>
        <p:spPr>
          <a:xfrm rot="5400000" flipH="1">
            <a:off x="12253524" y="14198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406;p51">
            <a:extLst>
              <a:ext uri="{FF2B5EF4-FFF2-40B4-BE49-F238E27FC236}">
                <a16:creationId xmlns:a16="http://schemas.microsoft.com/office/drawing/2014/main" id="{BE721AD2-3091-8542-747E-82D6843A56C1}"/>
              </a:ext>
            </a:extLst>
          </p:cNvPr>
          <p:cNvSpPr/>
          <p:nvPr/>
        </p:nvSpPr>
        <p:spPr>
          <a:xfrm rot="5400000" flipH="1">
            <a:off x="14436221" y="15722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406;p51">
            <a:extLst>
              <a:ext uri="{FF2B5EF4-FFF2-40B4-BE49-F238E27FC236}">
                <a16:creationId xmlns:a16="http://schemas.microsoft.com/office/drawing/2014/main" id="{4EFEE660-5E37-430D-A169-241017335D87}"/>
              </a:ext>
            </a:extLst>
          </p:cNvPr>
          <p:cNvSpPr/>
          <p:nvPr/>
        </p:nvSpPr>
        <p:spPr>
          <a:xfrm rot="5400000" flipH="1">
            <a:off x="17237963" y="17246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406;p51">
            <a:extLst>
              <a:ext uri="{FF2B5EF4-FFF2-40B4-BE49-F238E27FC236}">
                <a16:creationId xmlns:a16="http://schemas.microsoft.com/office/drawing/2014/main" id="{281314E7-F399-969B-7DDC-867D8308F480}"/>
              </a:ext>
            </a:extLst>
          </p:cNvPr>
          <p:cNvSpPr/>
          <p:nvPr/>
        </p:nvSpPr>
        <p:spPr>
          <a:xfrm rot="5400000" flipH="1">
            <a:off x="13149772" y="18770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406;p51">
            <a:extLst>
              <a:ext uri="{FF2B5EF4-FFF2-40B4-BE49-F238E27FC236}">
                <a16:creationId xmlns:a16="http://schemas.microsoft.com/office/drawing/2014/main" id="{83E70125-A1BC-4A67-2B2B-A313587B0B73}"/>
              </a:ext>
            </a:extLst>
          </p:cNvPr>
          <p:cNvSpPr/>
          <p:nvPr/>
        </p:nvSpPr>
        <p:spPr>
          <a:xfrm rot="5400000" flipH="1">
            <a:off x="12253524" y="20294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406;p51">
            <a:extLst>
              <a:ext uri="{FF2B5EF4-FFF2-40B4-BE49-F238E27FC236}">
                <a16:creationId xmlns:a16="http://schemas.microsoft.com/office/drawing/2014/main" id="{EBD0155B-EE7A-1463-DD90-417C62866952}"/>
              </a:ext>
            </a:extLst>
          </p:cNvPr>
          <p:cNvSpPr/>
          <p:nvPr/>
        </p:nvSpPr>
        <p:spPr>
          <a:xfrm rot="5400000" flipH="1">
            <a:off x="15308931" y="218187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406;p51">
            <a:extLst>
              <a:ext uri="{FF2B5EF4-FFF2-40B4-BE49-F238E27FC236}">
                <a16:creationId xmlns:a16="http://schemas.microsoft.com/office/drawing/2014/main" id="{D0888C22-4D1E-D5D0-8D49-BD7829AE45F4}"/>
              </a:ext>
            </a:extLst>
          </p:cNvPr>
          <p:cNvSpPr/>
          <p:nvPr/>
        </p:nvSpPr>
        <p:spPr>
          <a:xfrm rot="5400000" flipH="1">
            <a:off x="11402590" y="23342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406;p51">
            <a:extLst>
              <a:ext uri="{FF2B5EF4-FFF2-40B4-BE49-F238E27FC236}">
                <a16:creationId xmlns:a16="http://schemas.microsoft.com/office/drawing/2014/main" id="{547F9EE3-6662-DACA-EF3B-53D4743430AB}"/>
              </a:ext>
            </a:extLst>
          </p:cNvPr>
          <p:cNvSpPr/>
          <p:nvPr/>
        </p:nvSpPr>
        <p:spPr>
          <a:xfrm rot="5400000" flipH="1">
            <a:off x="14436221" y="24866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406;p51">
            <a:extLst>
              <a:ext uri="{FF2B5EF4-FFF2-40B4-BE49-F238E27FC236}">
                <a16:creationId xmlns:a16="http://schemas.microsoft.com/office/drawing/2014/main" id="{B179E609-B583-3302-52DC-90D3EB7DFDBF}"/>
              </a:ext>
            </a:extLst>
          </p:cNvPr>
          <p:cNvSpPr/>
          <p:nvPr/>
        </p:nvSpPr>
        <p:spPr>
          <a:xfrm rot="5400000" flipH="1">
            <a:off x="17237963" y="26390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406;p51">
            <a:extLst>
              <a:ext uri="{FF2B5EF4-FFF2-40B4-BE49-F238E27FC236}">
                <a16:creationId xmlns:a16="http://schemas.microsoft.com/office/drawing/2014/main" id="{48F94C90-B424-9C37-E823-A3B2532FA4F5}"/>
              </a:ext>
            </a:extLst>
          </p:cNvPr>
          <p:cNvSpPr/>
          <p:nvPr/>
        </p:nvSpPr>
        <p:spPr>
          <a:xfrm rot="5400000" flipH="1">
            <a:off x="16024539" y="27914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406;p51">
            <a:extLst>
              <a:ext uri="{FF2B5EF4-FFF2-40B4-BE49-F238E27FC236}">
                <a16:creationId xmlns:a16="http://schemas.microsoft.com/office/drawing/2014/main" id="{B4ADE677-CBB9-4F88-B874-A2AC1420CF50}"/>
              </a:ext>
            </a:extLst>
          </p:cNvPr>
          <p:cNvSpPr/>
          <p:nvPr/>
        </p:nvSpPr>
        <p:spPr>
          <a:xfrm rot="5400000" flipH="1">
            <a:off x="13149772" y="29438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406;p51">
            <a:extLst>
              <a:ext uri="{FF2B5EF4-FFF2-40B4-BE49-F238E27FC236}">
                <a16:creationId xmlns:a16="http://schemas.microsoft.com/office/drawing/2014/main" id="{86852B8F-3E61-213D-75A4-368AE21E8472}"/>
              </a:ext>
            </a:extLst>
          </p:cNvPr>
          <p:cNvSpPr/>
          <p:nvPr/>
        </p:nvSpPr>
        <p:spPr>
          <a:xfrm rot="5400000" flipH="1">
            <a:off x="12253524" y="30962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406;p51">
            <a:extLst>
              <a:ext uri="{FF2B5EF4-FFF2-40B4-BE49-F238E27FC236}">
                <a16:creationId xmlns:a16="http://schemas.microsoft.com/office/drawing/2014/main" id="{5B6400F4-8FF7-3B34-6F5F-FBC106034DAB}"/>
              </a:ext>
            </a:extLst>
          </p:cNvPr>
          <p:cNvSpPr/>
          <p:nvPr/>
        </p:nvSpPr>
        <p:spPr>
          <a:xfrm rot="5400000" flipH="1">
            <a:off x="17237963" y="3248677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406;p51">
            <a:extLst>
              <a:ext uri="{FF2B5EF4-FFF2-40B4-BE49-F238E27FC236}">
                <a16:creationId xmlns:a16="http://schemas.microsoft.com/office/drawing/2014/main" id="{D46B5B71-61D8-D3B2-8688-F5E6CF851013}"/>
              </a:ext>
            </a:extLst>
          </p:cNvPr>
          <p:cNvSpPr/>
          <p:nvPr/>
        </p:nvSpPr>
        <p:spPr>
          <a:xfrm rot="5400000" flipH="1">
            <a:off x="15308931" y="340107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406;p51">
            <a:extLst>
              <a:ext uri="{FF2B5EF4-FFF2-40B4-BE49-F238E27FC236}">
                <a16:creationId xmlns:a16="http://schemas.microsoft.com/office/drawing/2014/main" id="{7B1DD196-FCD7-E24C-3EFE-28A5B9E51A4A}"/>
              </a:ext>
            </a:extLst>
          </p:cNvPr>
          <p:cNvSpPr/>
          <p:nvPr/>
        </p:nvSpPr>
        <p:spPr>
          <a:xfrm rot="5400000" flipH="1">
            <a:off x="14436221" y="35534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406;p51">
            <a:extLst>
              <a:ext uri="{FF2B5EF4-FFF2-40B4-BE49-F238E27FC236}">
                <a16:creationId xmlns:a16="http://schemas.microsoft.com/office/drawing/2014/main" id="{A3165DB6-3EF6-B9F2-762D-74EAD9C6CBAE}"/>
              </a:ext>
            </a:extLst>
          </p:cNvPr>
          <p:cNvSpPr/>
          <p:nvPr/>
        </p:nvSpPr>
        <p:spPr>
          <a:xfrm rot="5400000" flipH="1">
            <a:off x="16024539" y="37058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406;p51">
            <a:extLst>
              <a:ext uri="{FF2B5EF4-FFF2-40B4-BE49-F238E27FC236}">
                <a16:creationId xmlns:a16="http://schemas.microsoft.com/office/drawing/2014/main" id="{C8093204-9238-6C96-97FA-94CB96946805}"/>
              </a:ext>
            </a:extLst>
          </p:cNvPr>
          <p:cNvSpPr/>
          <p:nvPr/>
        </p:nvSpPr>
        <p:spPr>
          <a:xfrm rot="5400000" flipH="1">
            <a:off x="11402589" y="377666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406;p51">
            <a:extLst>
              <a:ext uri="{FF2B5EF4-FFF2-40B4-BE49-F238E27FC236}">
                <a16:creationId xmlns:a16="http://schemas.microsoft.com/office/drawing/2014/main" id="{D76687C3-B7B0-A7CD-B76F-63D0875FC8C1}"/>
              </a:ext>
            </a:extLst>
          </p:cNvPr>
          <p:cNvSpPr/>
          <p:nvPr/>
        </p:nvSpPr>
        <p:spPr>
          <a:xfrm rot="5400000" flipH="1">
            <a:off x="15308931" y="4010679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406;p51">
            <a:extLst>
              <a:ext uri="{FF2B5EF4-FFF2-40B4-BE49-F238E27FC236}">
                <a16:creationId xmlns:a16="http://schemas.microsoft.com/office/drawing/2014/main" id="{D7AF7E1F-83A3-CCAC-181B-8847B919B86F}"/>
              </a:ext>
            </a:extLst>
          </p:cNvPr>
          <p:cNvSpPr/>
          <p:nvPr/>
        </p:nvSpPr>
        <p:spPr>
          <a:xfrm rot="5400000" flipH="1">
            <a:off x="16024539" y="41630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406;p51">
            <a:extLst>
              <a:ext uri="{FF2B5EF4-FFF2-40B4-BE49-F238E27FC236}">
                <a16:creationId xmlns:a16="http://schemas.microsoft.com/office/drawing/2014/main" id="{2AC016DA-8ABB-6ADE-E065-EB683FB22A6C}"/>
              </a:ext>
            </a:extLst>
          </p:cNvPr>
          <p:cNvSpPr/>
          <p:nvPr/>
        </p:nvSpPr>
        <p:spPr>
          <a:xfrm rot="5400000" flipH="1">
            <a:off x="13149772" y="4315478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3" name="Google Shape;2807;p78">
            <a:extLst>
              <a:ext uri="{FF2B5EF4-FFF2-40B4-BE49-F238E27FC236}">
                <a16:creationId xmlns:a16="http://schemas.microsoft.com/office/drawing/2014/main" id="{2836E97B-8E1A-A484-4881-34E6EA382E84}"/>
              </a:ext>
            </a:extLst>
          </p:cNvPr>
          <p:cNvGrpSpPr/>
          <p:nvPr/>
        </p:nvGrpSpPr>
        <p:grpSpPr>
          <a:xfrm>
            <a:off x="11402718" y="687011"/>
            <a:ext cx="6248401" cy="4221523"/>
            <a:chOff x="4713525" y="1695825"/>
            <a:chExt cx="2976300" cy="2059200"/>
          </a:xfrm>
        </p:grpSpPr>
        <p:sp>
          <p:nvSpPr>
            <p:cNvPr id="1174" name="Google Shape;2808;p78">
              <a:extLst>
                <a:ext uri="{FF2B5EF4-FFF2-40B4-BE49-F238E27FC236}">
                  <a16:creationId xmlns:a16="http://schemas.microsoft.com/office/drawing/2014/main" id="{CF2C971A-33CA-D946-02CD-DA6FA293975D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043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2809;p78">
              <a:extLst>
                <a:ext uri="{FF2B5EF4-FFF2-40B4-BE49-F238E27FC236}">
                  <a16:creationId xmlns:a16="http://schemas.microsoft.com/office/drawing/2014/main" id="{C8D38C05-A880-93AF-E61C-8CCE3CCB6815}"/>
                </a:ext>
              </a:extLst>
            </p:cNvPr>
            <p:cNvSpPr/>
            <p:nvPr/>
          </p:nvSpPr>
          <p:spPr>
            <a:xfrm>
              <a:off x="4713525" y="1695825"/>
              <a:ext cx="2976300" cy="2059200"/>
            </a:xfrm>
            <a:prstGeom prst="roundRect">
              <a:avLst>
                <a:gd name="adj" fmla="val 787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2810;p78">
              <a:extLst>
                <a:ext uri="{FF2B5EF4-FFF2-40B4-BE49-F238E27FC236}">
                  <a16:creationId xmlns:a16="http://schemas.microsoft.com/office/drawing/2014/main" id="{80279F05-9F64-351B-2034-D160D1FB9F60}"/>
                </a:ext>
              </a:extLst>
            </p:cNvPr>
            <p:cNvSpPr/>
            <p:nvPr/>
          </p:nvSpPr>
          <p:spPr>
            <a:xfrm>
              <a:off x="6137475" y="3524150"/>
              <a:ext cx="128400" cy="12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7" name="Flowchart: Alternate Process 1176">
            <a:extLst>
              <a:ext uri="{FF2B5EF4-FFF2-40B4-BE49-F238E27FC236}">
                <a16:creationId xmlns:a16="http://schemas.microsoft.com/office/drawing/2014/main" id="{1B2D7E2B-C1AB-066A-BCA6-7A377C0F1D86}"/>
              </a:ext>
            </a:extLst>
          </p:cNvPr>
          <p:cNvSpPr/>
          <p:nvPr/>
        </p:nvSpPr>
        <p:spPr>
          <a:xfrm>
            <a:off x="11557616" y="836730"/>
            <a:ext cx="5907237" cy="3470039"/>
          </a:xfrm>
          <a:prstGeom prst="flowChartAlternateProcess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78" name="Picture 1177">
            <a:extLst>
              <a:ext uri="{FF2B5EF4-FFF2-40B4-BE49-F238E27FC236}">
                <a16:creationId xmlns:a16="http://schemas.microsoft.com/office/drawing/2014/main" id="{D9172AEB-471E-4828-9FF4-D2053F0A77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00578" r="100578"/>
          <a:stretch>
            <a:fillRect/>
          </a:stretch>
        </p:blipFill>
        <p:spPr>
          <a:xfrm>
            <a:off x="2551001" y="-164459"/>
            <a:ext cx="4041998" cy="859611"/>
          </a:xfrm>
          <a:prstGeom prst="rect">
            <a:avLst/>
          </a:prstGeom>
        </p:spPr>
      </p:pic>
      <p:grpSp>
        <p:nvGrpSpPr>
          <p:cNvPr id="1183" name="Google Shape;1183;p48"/>
          <p:cNvGrpSpPr/>
          <p:nvPr/>
        </p:nvGrpSpPr>
        <p:grpSpPr>
          <a:xfrm>
            <a:off x="5801485" y="1566610"/>
            <a:ext cx="3251623" cy="3010398"/>
            <a:chOff x="5381125" y="2956500"/>
            <a:chExt cx="1866925" cy="1728425"/>
          </a:xfrm>
        </p:grpSpPr>
        <p:sp>
          <p:nvSpPr>
            <p:cNvPr id="1184" name="Google Shape;1184;p48"/>
            <p:cNvSpPr/>
            <p:nvPr/>
          </p:nvSpPr>
          <p:spPr>
            <a:xfrm>
              <a:off x="5381125" y="2956500"/>
              <a:ext cx="1866925" cy="1728425"/>
            </a:xfrm>
            <a:custGeom>
              <a:avLst/>
              <a:gdLst/>
              <a:ahLst/>
              <a:cxnLst/>
              <a:rect l="l" t="t" r="r" b="b"/>
              <a:pathLst>
                <a:path w="74677" h="69137" extrusionOk="0">
                  <a:moveTo>
                    <a:pt x="38249" y="1"/>
                  </a:moveTo>
                  <a:cubicBezTo>
                    <a:pt x="34475" y="1"/>
                    <a:pt x="30995" y="1339"/>
                    <a:pt x="28640" y="3641"/>
                  </a:cubicBezTo>
                  <a:cubicBezTo>
                    <a:pt x="23849" y="4712"/>
                    <a:pt x="19433" y="7120"/>
                    <a:pt x="15819" y="10600"/>
                  </a:cubicBezTo>
                  <a:cubicBezTo>
                    <a:pt x="12366" y="10841"/>
                    <a:pt x="9717" y="12581"/>
                    <a:pt x="9048" y="15070"/>
                  </a:cubicBezTo>
                  <a:cubicBezTo>
                    <a:pt x="8673" y="14749"/>
                    <a:pt x="8298" y="14454"/>
                    <a:pt x="7897" y="14160"/>
                  </a:cubicBezTo>
                  <a:cubicBezTo>
                    <a:pt x="7335" y="13785"/>
                    <a:pt x="6478" y="13277"/>
                    <a:pt x="5354" y="13277"/>
                  </a:cubicBezTo>
                  <a:lnTo>
                    <a:pt x="5300" y="13277"/>
                  </a:lnTo>
                  <a:cubicBezTo>
                    <a:pt x="3748" y="13303"/>
                    <a:pt x="2329" y="14267"/>
                    <a:pt x="1500" y="15900"/>
                  </a:cubicBezTo>
                  <a:cubicBezTo>
                    <a:pt x="1" y="18737"/>
                    <a:pt x="456" y="21761"/>
                    <a:pt x="991" y="24063"/>
                  </a:cubicBezTo>
                  <a:cubicBezTo>
                    <a:pt x="1607" y="26713"/>
                    <a:pt x="2463" y="29175"/>
                    <a:pt x="3561" y="31557"/>
                  </a:cubicBezTo>
                  <a:cubicBezTo>
                    <a:pt x="3346" y="31959"/>
                    <a:pt x="3159" y="32360"/>
                    <a:pt x="2945" y="32762"/>
                  </a:cubicBezTo>
                  <a:cubicBezTo>
                    <a:pt x="1687" y="35385"/>
                    <a:pt x="991" y="38168"/>
                    <a:pt x="884" y="41059"/>
                  </a:cubicBezTo>
                  <a:cubicBezTo>
                    <a:pt x="429" y="42076"/>
                    <a:pt x="483" y="43281"/>
                    <a:pt x="1018" y="44271"/>
                  </a:cubicBezTo>
                  <a:cubicBezTo>
                    <a:pt x="1098" y="44753"/>
                    <a:pt x="1152" y="45235"/>
                    <a:pt x="1232" y="45743"/>
                  </a:cubicBezTo>
                  <a:cubicBezTo>
                    <a:pt x="1741" y="48527"/>
                    <a:pt x="2677" y="51257"/>
                    <a:pt x="3507" y="53559"/>
                  </a:cubicBezTo>
                  <a:cubicBezTo>
                    <a:pt x="4658" y="56717"/>
                    <a:pt x="6478" y="59661"/>
                    <a:pt x="8780" y="62097"/>
                  </a:cubicBezTo>
                  <a:cubicBezTo>
                    <a:pt x="8807" y="62150"/>
                    <a:pt x="8860" y="62177"/>
                    <a:pt x="8887" y="62231"/>
                  </a:cubicBezTo>
                  <a:cubicBezTo>
                    <a:pt x="9422" y="63890"/>
                    <a:pt x="10439" y="65228"/>
                    <a:pt x="11911" y="66219"/>
                  </a:cubicBezTo>
                  <a:cubicBezTo>
                    <a:pt x="12688" y="66754"/>
                    <a:pt x="13598" y="67075"/>
                    <a:pt x="14615" y="67209"/>
                  </a:cubicBezTo>
                  <a:cubicBezTo>
                    <a:pt x="14882" y="67343"/>
                    <a:pt x="15177" y="67450"/>
                    <a:pt x="15498" y="67477"/>
                  </a:cubicBezTo>
                  <a:lnTo>
                    <a:pt x="16033" y="67477"/>
                  </a:lnTo>
                  <a:cubicBezTo>
                    <a:pt x="16863" y="67477"/>
                    <a:pt x="17746" y="67370"/>
                    <a:pt x="18630" y="67155"/>
                  </a:cubicBezTo>
                  <a:cubicBezTo>
                    <a:pt x="23367" y="68226"/>
                    <a:pt x="28479" y="68842"/>
                    <a:pt x="34635" y="69083"/>
                  </a:cubicBezTo>
                  <a:cubicBezTo>
                    <a:pt x="35546" y="69109"/>
                    <a:pt x="36375" y="69136"/>
                    <a:pt x="37151" y="69136"/>
                  </a:cubicBezTo>
                  <a:cubicBezTo>
                    <a:pt x="37847" y="69136"/>
                    <a:pt x="38463" y="69109"/>
                    <a:pt x="39105" y="69083"/>
                  </a:cubicBezTo>
                  <a:lnTo>
                    <a:pt x="39266" y="69083"/>
                  </a:lnTo>
                  <a:cubicBezTo>
                    <a:pt x="44566" y="68815"/>
                    <a:pt x="48634" y="67557"/>
                    <a:pt x="52060" y="65041"/>
                  </a:cubicBezTo>
                  <a:cubicBezTo>
                    <a:pt x="52113" y="65014"/>
                    <a:pt x="52167" y="64961"/>
                    <a:pt x="52221" y="64934"/>
                  </a:cubicBezTo>
                  <a:cubicBezTo>
                    <a:pt x="52247" y="64907"/>
                    <a:pt x="52247" y="64907"/>
                    <a:pt x="52274" y="64880"/>
                  </a:cubicBezTo>
                  <a:cubicBezTo>
                    <a:pt x="56423" y="61776"/>
                    <a:pt x="59742" y="57038"/>
                    <a:pt x="61615" y="51551"/>
                  </a:cubicBezTo>
                  <a:cubicBezTo>
                    <a:pt x="61642" y="51524"/>
                    <a:pt x="61642" y="51498"/>
                    <a:pt x="61642" y="51471"/>
                  </a:cubicBezTo>
                  <a:cubicBezTo>
                    <a:pt x="63676" y="50374"/>
                    <a:pt x="65282" y="48072"/>
                    <a:pt x="65978" y="45208"/>
                  </a:cubicBezTo>
                  <a:cubicBezTo>
                    <a:pt x="66058" y="44887"/>
                    <a:pt x="66112" y="44565"/>
                    <a:pt x="66139" y="44351"/>
                  </a:cubicBezTo>
                  <a:cubicBezTo>
                    <a:pt x="66647" y="41461"/>
                    <a:pt x="66058" y="38864"/>
                    <a:pt x="64720" y="37205"/>
                  </a:cubicBezTo>
                  <a:cubicBezTo>
                    <a:pt x="67878" y="34341"/>
                    <a:pt x="70475" y="31504"/>
                    <a:pt x="72562" y="28560"/>
                  </a:cubicBezTo>
                  <a:cubicBezTo>
                    <a:pt x="73124" y="27757"/>
                    <a:pt x="74677" y="25562"/>
                    <a:pt x="73954" y="23207"/>
                  </a:cubicBezTo>
                  <a:cubicBezTo>
                    <a:pt x="73339" y="21119"/>
                    <a:pt x="71197" y="19781"/>
                    <a:pt x="68521" y="19781"/>
                  </a:cubicBezTo>
                  <a:cubicBezTo>
                    <a:pt x="68280" y="19781"/>
                    <a:pt x="68039" y="19781"/>
                    <a:pt x="67798" y="19807"/>
                  </a:cubicBezTo>
                  <a:cubicBezTo>
                    <a:pt x="65014" y="20075"/>
                    <a:pt x="62659" y="21386"/>
                    <a:pt x="60625" y="23046"/>
                  </a:cubicBezTo>
                  <a:cubicBezTo>
                    <a:pt x="60518" y="22457"/>
                    <a:pt x="60411" y="21841"/>
                    <a:pt x="60277" y="21279"/>
                  </a:cubicBezTo>
                  <a:cubicBezTo>
                    <a:pt x="61160" y="20155"/>
                    <a:pt x="61642" y="18763"/>
                    <a:pt x="61615" y="17291"/>
                  </a:cubicBezTo>
                  <a:cubicBezTo>
                    <a:pt x="61562" y="16221"/>
                    <a:pt x="61267" y="15177"/>
                    <a:pt x="60678" y="14240"/>
                  </a:cubicBezTo>
                  <a:cubicBezTo>
                    <a:pt x="60625" y="14106"/>
                    <a:pt x="60518" y="13972"/>
                    <a:pt x="60464" y="13865"/>
                  </a:cubicBezTo>
                  <a:cubicBezTo>
                    <a:pt x="60411" y="13839"/>
                    <a:pt x="60384" y="13785"/>
                    <a:pt x="60331" y="13732"/>
                  </a:cubicBezTo>
                  <a:cubicBezTo>
                    <a:pt x="59180" y="12233"/>
                    <a:pt x="57386" y="11349"/>
                    <a:pt x="55513" y="11349"/>
                  </a:cubicBezTo>
                  <a:lnTo>
                    <a:pt x="55406" y="11349"/>
                  </a:lnTo>
                  <a:cubicBezTo>
                    <a:pt x="55299" y="11242"/>
                    <a:pt x="55191" y="11108"/>
                    <a:pt x="55084" y="10975"/>
                  </a:cubicBezTo>
                  <a:cubicBezTo>
                    <a:pt x="54710" y="10573"/>
                    <a:pt x="54335" y="10198"/>
                    <a:pt x="53934" y="9824"/>
                  </a:cubicBezTo>
                  <a:cubicBezTo>
                    <a:pt x="54442" y="9128"/>
                    <a:pt x="54736" y="8298"/>
                    <a:pt x="54736" y="7415"/>
                  </a:cubicBezTo>
                  <a:cubicBezTo>
                    <a:pt x="54736" y="5140"/>
                    <a:pt x="52863" y="3266"/>
                    <a:pt x="50588" y="3266"/>
                  </a:cubicBezTo>
                  <a:cubicBezTo>
                    <a:pt x="49758" y="3266"/>
                    <a:pt x="48982" y="3507"/>
                    <a:pt x="48339" y="3935"/>
                  </a:cubicBezTo>
                  <a:cubicBezTo>
                    <a:pt x="46118" y="1767"/>
                    <a:pt x="43147" y="429"/>
                    <a:pt x="39801" y="81"/>
                  </a:cubicBezTo>
                  <a:cubicBezTo>
                    <a:pt x="39266" y="28"/>
                    <a:pt x="38757" y="1"/>
                    <a:pt x="38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8"/>
            <p:cNvSpPr/>
            <p:nvPr/>
          </p:nvSpPr>
          <p:spPr>
            <a:xfrm>
              <a:off x="5451400" y="3080525"/>
              <a:ext cx="1452725" cy="1555600"/>
            </a:xfrm>
            <a:custGeom>
              <a:avLst/>
              <a:gdLst/>
              <a:ahLst/>
              <a:cxnLst/>
              <a:rect l="l" t="t" r="r" b="b"/>
              <a:pathLst>
                <a:path w="58109" h="62224" extrusionOk="0">
                  <a:moveTo>
                    <a:pt x="31914" y="1"/>
                  </a:moveTo>
                  <a:cubicBezTo>
                    <a:pt x="31352" y="1"/>
                    <a:pt x="30794" y="14"/>
                    <a:pt x="30245" y="45"/>
                  </a:cubicBezTo>
                  <a:cubicBezTo>
                    <a:pt x="29228" y="98"/>
                    <a:pt x="28184" y="206"/>
                    <a:pt x="27194" y="393"/>
                  </a:cubicBezTo>
                  <a:cubicBezTo>
                    <a:pt x="27060" y="420"/>
                    <a:pt x="26926" y="446"/>
                    <a:pt x="26793" y="473"/>
                  </a:cubicBezTo>
                  <a:cubicBezTo>
                    <a:pt x="21868" y="1464"/>
                    <a:pt x="17344" y="3979"/>
                    <a:pt x="13838" y="7539"/>
                  </a:cubicBezTo>
                  <a:cubicBezTo>
                    <a:pt x="13570" y="7807"/>
                    <a:pt x="13329" y="8075"/>
                    <a:pt x="13089" y="8342"/>
                  </a:cubicBezTo>
                  <a:cubicBezTo>
                    <a:pt x="11590" y="10028"/>
                    <a:pt x="10278" y="11902"/>
                    <a:pt x="9261" y="13909"/>
                  </a:cubicBezTo>
                  <a:cubicBezTo>
                    <a:pt x="9154" y="14124"/>
                    <a:pt x="9047" y="14338"/>
                    <a:pt x="8940" y="14579"/>
                  </a:cubicBezTo>
                  <a:cubicBezTo>
                    <a:pt x="8726" y="15034"/>
                    <a:pt x="8538" y="15515"/>
                    <a:pt x="8351" y="15970"/>
                  </a:cubicBezTo>
                  <a:cubicBezTo>
                    <a:pt x="8271" y="16131"/>
                    <a:pt x="8217" y="16292"/>
                    <a:pt x="8164" y="16452"/>
                  </a:cubicBezTo>
                  <a:cubicBezTo>
                    <a:pt x="6825" y="20119"/>
                    <a:pt x="4764" y="23277"/>
                    <a:pt x="2918" y="26650"/>
                  </a:cubicBezTo>
                  <a:cubicBezTo>
                    <a:pt x="2570" y="27319"/>
                    <a:pt x="2222" y="27988"/>
                    <a:pt x="1900" y="28657"/>
                  </a:cubicBezTo>
                  <a:cubicBezTo>
                    <a:pt x="643" y="31200"/>
                    <a:pt x="54" y="33877"/>
                    <a:pt x="27" y="36607"/>
                  </a:cubicBezTo>
                  <a:cubicBezTo>
                    <a:pt x="0" y="37303"/>
                    <a:pt x="27" y="37972"/>
                    <a:pt x="107" y="38668"/>
                  </a:cubicBezTo>
                  <a:cubicBezTo>
                    <a:pt x="161" y="39256"/>
                    <a:pt x="241" y="39845"/>
                    <a:pt x="348" y="40434"/>
                  </a:cubicBezTo>
                  <a:cubicBezTo>
                    <a:pt x="803" y="42923"/>
                    <a:pt x="1606" y="45413"/>
                    <a:pt x="2516" y="47928"/>
                  </a:cubicBezTo>
                  <a:cubicBezTo>
                    <a:pt x="3587" y="50846"/>
                    <a:pt x="5273" y="53549"/>
                    <a:pt x="7387" y="55798"/>
                  </a:cubicBezTo>
                  <a:cubicBezTo>
                    <a:pt x="7521" y="55958"/>
                    <a:pt x="7655" y="56092"/>
                    <a:pt x="7816" y="56253"/>
                  </a:cubicBezTo>
                  <a:cubicBezTo>
                    <a:pt x="7869" y="56333"/>
                    <a:pt x="7950" y="56386"/>
                    <a:pt x="8030" y="56467"/>
                  </a:cubicBezTo>
                  <a:cubicBezTo>
                    <a:pt x="8833" y="57296"/>
                    <a:pt x="9716" y="58099"/>
                    <a:pt x="10680" y="58661"/>
                  </a:cubicBezTo>
                  <a:cubicBezTo>
                    <a:pt x="11964" y="59411"/>
                    <a:pt x="13597" y="59679"/>
                    <a:pt x="15069" y="60053"/>
                  </a:cubicBezTo>
                  <a:cubicBezTo>
                    <a:pt x="15203" y="60080"/>
                    <a:pt x="15337" y="60107"/>
                    <a:pt x="15444" y="60134"/>
                  </a:cubicBezTo>
                  <a:cubicBezTo>
                    <a:pt x="15551" y="60160"/>
                    <a:pt x="15658" y="60187"/>
                    <a:pt x="15792" y="60214"/>
                  </a:cubicBezTo>
                  <a:cubicBezTo>
                    <a:pt x="21091" y="61418"/>
                    <a:pt x="26445" y="61954"/>
                    <a:pt x="31878" y="62168"/>
                  </a:cubicBezTo>
                  <a:cubicBezTo>
                    <a:pt x="32771" y="62201"/>
                    <a:pt x="33665" y="62224"/>
                    <a:pt x="34552" y="62224"/>
                  </a:cubicBezTo>
                  <a:cubicBezTo>
                    <a:pt x="35100" y="62224"/>
                    <a:pt x="35645" y="62215"/>
                    <a:pt x="36187" y="62194"/>
                  </a:cubicBezTo>
                  <a:cubicBezTo>
                    <a:pt x="36241" y="62194"/>
                    <a:pt x="36321" y="62168"/>
                    <a:pt x="36375" y="62168"/>
                  </a:cubicBezTo>
                  <a:cubicBezTo>
                    <a:pt x="40550" y="61980"/>
                    <a:pt x="44592" y="61097"/>
                    <a:pt x="48125" y="58501"/>
                  </a:cubicBezTo>
                  <a:cubicBezTo>
                    <a:pt x="48178" y="58447"/>
                    <a:pt x="48232" y="58421"/>
                    <a:pt x="48285" y="58367"/>
                  </a:cubicBezTo>
                  <a:cubicBezTo>
                    <a:pt x="52407" y="55289"/>
                    <a:pt x="55325" y="50766"/>
                    <a:pt x="56984" y="45948"/>
                  </a:cubicBezTo>
                  <a:cubicBezTo>
                    <a:pt x="57064" y="45653"/>
                    <a:pt x="57172" y="45386"/>
                    <a:pt x="57252" y="45091"/>
                  </a:cubicBezTo>
                  <a:cubicBezTo>
                    <a:pt x="57332" y="44850"/>
                    <a:pt x="57412" y="44583"/>
                    <a:pt x="57493" y="44315"/>
                  </a:cubicBezTo>
                  <a:cubicBezTo>
                    <a:pt x="57867" y="42870"/>
                    <a:pt x="58108" y="41344"/>
                    <a:pt x="58055" y="39845"/>
                  </a:cubicBezTo>
                  <a:cubicBezTo>
                    <a:pt x="58028" y="39524"/>
                    <a:pt x="58001" y="39203"/>
                    <a:pt x="57975" y="38882"/>
                  </a:cubicBezTo>
                  <a:cubicBezTo>
                    <a:pt x="57760" y="37195"/>
                    <a:pt x="57225" y="35590"/>
                    <a:pt x="56824" y="33957"/>
                  </a:cubicBezTo>
                  <a:cubicBezTo>
                    <a:pt x="56717" y="33555"/>
                    <a:pt x="56609" y="33127"/>
                    <a:pt x="56529" y="32699"/>
                  </a:cubicBezTo>
                  <a:cubicBezTo>
                    <a:pt x="56502" y="32512"/>
                    <a:pt x="56449" y="32324"/>
                    <a:pt x="56422" y="32137"/>
                  </a:cubicBezTo>
                  <a:cubicBezTo>
                    <a:pt x="56395" y="31949"/>
                    <a:pt x="56369" y="31762"/>
                    <a:pt x="56369" y="31548"/>
                  </a:cubicBezTo>
                  <a:cubicBezTo>
                    <a:pt x="56074" y="28764"/>
                    <a:pt x="56369" y="25927"/>
                    <a:pt x="56342" y="23117"/>
                  </a:cubicBezTo>
                  <a:cubicBezTo>
                    <a:pt x="56315" y="22796"/>
                    <a:pt x="56315" y="22474"/>
                    <a:pt x="56288" y="22127"/>
                  </a:cubicBezTo>
                  <a:cubicBezTo>
                    <a:pt x="56208" y="19985"/>
                    <a:pt x="55887" y="17844"/>
                    <a:pt x="55325" y="15783"/>
                  </a:cubicBezTo>
                  <a:cubicBezTo>
                    <a:pt x="55325" y="15756"/>
                    <a:pt x="55325" y="15756"/>
                    <a:pt x="55298" y="15730"/>
                  </a:cubicBezTo>
                  <a:cubicBezTo>
                    <a:pt x="54950" y="14445"/>
                    <a:pt x="54495" y="13160"/>
                    <a:pt x="53906" y="11956"/>
                  </a:cubicBezTo>
                  <a:cubicBezTo>
                    <a:pt x="53906" y="11929"/>
                    <a:pt x="53879" y="11902"/>
                    <a:pt x="53879" y="11875"/>
                  </a:cubicBezTo>
                  <a:cubicBezTo>
                    <a:pt x="53853" y="11849"/>
                    <a:pt x="53853" y="11822"/>
                    <a:pt x="53826" y="11795"/>
                  </a:cubicBezTo>
                  <a:cubicBezTo>
                    <a:pt x="53317" y="10751"/>
                    <a:pt x="52702" y="9734"/>
                    <a:pt x="52006" y="8771"/>
                  </a:cubicBezTo>
                  <a:cubicBezTo>
                    <a:pt x="51925" y="8663"/>
                    <a:pt x="51845" y="8556"/>
                    <a:pt x="51765" y="8449"/>
                  </a:cubicBezTo>
                  <a:cubicBezTo>
                    <a:pt x="51470" y="8048"/>
                    <a:pt x="51149" y="7673"/>
                    <a:pt x="50828" y="7298"/>
                  </a:cubicBezTo>
                  <a:cubicBezTo>
                    <a:pt x="49918" y="6308"/>
                    <a:pt x="48901" y="5425"/>
                    <a:pt x="47830" y="4649"/>
                  </a:cubicBezTo>
                  <a:cubicBezTo>
                    <a:pt x="47402" y="4354"/>
                    <a:pt x="46974" y="4060"/>
                    <a:pt x="46546" y="3792"/>
                  </a:cubicBezTo>
                  <a:cubicBezTo>
                    <a:pt x="46305" y="3632"/>
                    <a:pt x="46037" y="3498"/>
                    <a:pt x="45769" y="3337"/>
                  </a:cubicBezTo>
                  <a:cubicBezTo>
                    <a:pt x="45475" y="3177"/>
                    <a:pt x="45181" y="3016"/>
                    <a:pt x="44886" y="2882"/>
                  </a:cubicBezTo>
                  <a:cubicBezTo>
                    <a:pt x="43227" y="2052"/>
                    <a:pt x="41487" y="1410"/>
                    <a:pt x="39667" y="955"/>
                  </a:cubicBezTo>
                  <a:cubicBezTo>
                    <a:pt x="38462" y="661"/>
                    <a:pt x="37258" y="420"/>
                    <a:pt x="36027" y="259"/>
                  </a:cubicBezTo>
                  <a:lnTo>
                    <a:pt x="36000" y="259"/>
                  </a:lnTo>
                  <a:cubicBezTo>
                    <a:pt x="35036" y="152"/>
                    <a:pt x="34073" y="72"/>
                    <a:pt x="33109" y="18"/>
                  </a:cubicBezTo>
                  <a:cubicBezTo>
                    <a:pt x="32710" y="7"/>
                    <a:pt x="32311" y="1"/>
                    <a:pt x="319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8"/>
            <p:cNvSpPr/>
            <p:nvPr/>
          </p:nvSpPr>
          <p:spPr>
            <a:xfrm>
              <a:off x="6396875" y="3499225"/>
              <a:ext cx="796325" cy="770150"/>
            </a:xfrm>
            <a:custGeom>
              <a:avLst/>
              <a:gdLst/>
              <a:ahLst/>
              <a:cxnLst/>
              <a:rect l="l" t="t" r="r" b="b"/>
              <a:pathLst>
                <a:path w="31853" h="30806" extrusionOk="0">
                  <a:moveTo>
                    <a:pt x="27872" y="1"/>
                  </a:moveTo>
                  <a:cubicBezTo>
                    <a:pt x="27698" y="1"/>
                    <a:pt x="27525" y="9"/>
                    <a:pt x="27355" y="25"/>
                  </a:cubicBezTo>
                  <a:cubicBezTo>
                    <a:pt x="23501" y="400"/>
                    <a:pt x="20396" y="3318"/>
                    <a:pt x="17747" y="6155"/>
                  </a:cubicBezTo>
                  <a:cubicBezTo>
                    <a:pt x="18041" y="4977"/>
                    <a:pt x="18255" y="3478"/>
                    <a:pt x="17318" y="2702"/>
                  </a:cubicBezTo>
                  <a:cubicBezTo>
                    <a:pt x="16981" y="2409"/>
                    <a:pt x="16548" y="2284"/>
                    <a:pt x="16106" y="2284"/>
                  </a:cubicBezTo>
                  <a:cubicBezTo>
                    <a:pt x="15741" y="2284"/>
                    <a:pt x="15370" y="2369"/>
                    <a:pt x="15043" y="2515"/>
                  </a:cubicBezTo>
                  <a:cubicBezTo>
                    <a:pt x="14294" y="2836"/>
                    <a:pt x="13732" y="3425"/>
                    <a:pt x="13170" y="4013"/>
                  </a:cubicBezTo>
                  <a:cubicBezTo>
                    <a:pt x="7469" y="10143"/>
                    <a:pt x="3748" y="17878"/>
                    <a:pt x="670" y="25667"/>
                  </a:cubicBezTo>
                  <a:cubicBezTo>
                    <a:pt x="108" y="27059"/>
                    <a:pt x="242" y="29334"/>
                    <a:pt x="1" y="30806"/>
                  </a:cubicBezTo>
                  <a:cubicBezTo>
                    <a:pt x="5220" y="26791"/>
                    <a:pt x="10841" y="23285"/>
                    <a:pt x="16141" y="19377"/>
                  </a:cubicBezTo>
                  <a:cubicBezTo>
                    <a:pt x="21467" y="15469"/>
                    <a:pt x="26526" y="11106"/>
                    <a:pt x="30326" y="5726"/>
                  </a:cubicBezTo>
                  <a:cubicBezTo>
                    <a:pt x="31103" y="4656"/>
                    <a:pt x="31852" y="3318"/>
                    <a:pt x="31477" y="2060"/>
                  </a:cubicBezTo>
                  <a:cubicBezTo>
                    <a:pt x="31045" y="642"/>
                    <a:pt x="29404" y="1"/>
                    <a:pt x="27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8"/>
            <p:cNvSpPr/>
            <p:nvPr/>
          </p:nvSpPr>
          <p:spPr>
            <a:xfrm>
              <a:off x="5432650" y="3336575"/>
              <a:ext cx="460400" cy="1061275"/>
            </a:xfrm>
            <a:custGeom>
              <a:avLst/>
              <a:gdLst/>
              <a:ahLst/>
              <a:cxnLst/>
              <a:rect l="l" t="t" r="r" b="b"/>
              <a:pathLst>
                <a:path w="18416" h="42451" extrusionOk="0">
                  <a:moveTo>
                    <a:pt x="3266" y="1"/>
                  </a:moveTo>
                  <a:cubicBezTo>
                    <a:pt x="2303" y="27"/>
                    <a:pt x="1553" y="830"/>
                    <a:pt x="1152" y="1580"/>
                  </a:cubicBezTo>
                  <a:cubicBezTo>
                    <a:pt x="1" y="3801"/>
                    <a:pt x="295" y="6183"/>
                    <a:pt x="830" y="8405"/>
                  </a:cubicBezTo>
                  <a:cubicBezTo>
                    <a:pt x="1955" y="13250"/>
                    <a:pt x="3908" y="17559"/>
                    <a:pt x="6879" y="21734"/>
                  </a:cubicBezTo>
                  <a:cubicBezTo>
                    <a:pt x="6184" y="21600"/>
                    <a:pt x="5675" y="21145"/>
                    <a:pt x="5086" y="20851"/>
                  </a:cubicBezTo>
                  <a:cubicBezTo>
                    <a:pt x="4703" y="20642"/>
                    <a:pt x="4217" y="20478"/>
                    <a:pt x="3740" y="20478"/>
                  </a:cubicBezTo>
                  <a:cubicBezTo>
                    <a:pt x="3485" y="20478"/>
                    <a:pt x="3232" y="20525"/>
                    <a:pt x="2998" y="20637"/>
                  </a:cubicBezTo>
                  <a:cubicBezTo>
                    <a:pt x="2383" y="20958"/>
                    <a:pt x="2195" y="21600"/>
                    <a:pt x="2142" y="22162"/>
                  </a:cubicBezTo>
                  <a:cubicBezTo>
                    <a:pt x="2035" y="23822"/>
                    <a:pt x="2891" y="25321"/>
                    <a:pt x="3882" y="26713"/>
                  </a:cubicBezTo>
                  <a:cubicBezTo>
                    <a:pt x="7950" y="32414"/>
                    <a:pt x="14481" y="36669"/>
                    <a:pt x="18415" y="42451"/>
                  </a:cubicBezTo>
                  <a:cubicBezTo>
                    <a:pt x="18067" y="30085"/>
                    <a:pt x="15391" y="18201"/>
                    <a:pt x="9797" y="7093"/>
                  </a:cubicBezTo>
                  <a:cubicBezTo>
                    <a:pt x="8592" y="4658"/>
                    <a:pt x="7147" y="2249"/>
                    <a:pt x="4711" y="563"/>
                  </a:cubicBezTo>
                  <a:cubicBezTo>
                    <a:pt x="4310" y="268"/>
                    <a:pt x="3828" y="1"/>
                    <a:pt x="3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8"/>
            <p:cNvSpPr/>
            <p:nvPr/>
          </p:nvSpPr>
          <p:spPr>
            <a:xfrm>
              <a:off x="5902400" y="3004950"/>
              <a:ext cx="829075" cy="840050"/>
            </a:xfrm>
            <a:custGeom>
              <a:avLst/>
              <a:gdLst/>
              <a:ahLst/>
              <a:cxnLst/>
              <a:rect l="l" t="t" r="r" b="b"/>
              <a:pathLst>
                <a:path w="33163" h="33602" extrusionOk="0">
                  <a:moveTo>
                    <a:pt x="17376" y="1"/>
                  </a:moveTo>
                  <a:cubicBezTo>
                    <a:pt x="12562" y="1"/>
                    <a:pt x="7692" y="2583"/>
                    <a:pt x="6665" y="7645"/>
                  </a:cubicBezTo>
                  <a:cubicBezTo>
                    <a:pt x="6397" y="8956"/>
                    <a:pt x="6397" y="10402"/>
                    <a:pt x="5674" y="11526"/>
                  </a:cubicBezTo>
                  <a:cubicBezTo>
                    <a:pt x="4898" y="12730"/>
                    <a:pt x="3426" y="13319"/>
                    <a:pt x="2356" y="14309"/>
                  </a:cubicBezTo>
                  <a:cubicBezTo>
                    <a:pt x="214" y="16290"/>
                    <a:pt x="0" y="19770"/>
                    <a:pt x="1205" y="22393"/>
                  </a:cubicBezTo>
                  <a:cubicBezTo>
                    <a:pt x="2436" y="25042"/>
                    <a:pt x="4791" y="26996"/>
                    <a:pt x="7280" y="28522"/>
                  </a:cubicBezTo>
                  <a:cubicBezTo>
                    <a:pt x="11081" y="30851"/>
                    <a:pt x="15310" y="32456"/>
                    <a:pt x="19700" y="33233"/>
                  </a:cubicBezTo>
                  <a:cubicBezTo>
                    <a:pt x="21036" y="33453"/>
                    <a:pt x="22401" y="33601"/>
                    <a:pt x="23753" y="33601"/>
                  </a:cubicBezTo>
                  <a:cubicBezTo>
                    <a:pt x="25351" y="33601"/>
                    <a:pt x="26932" y="33395"/>
                    <a:pt x="28425" y="32858"/>
                  </a:cubicBezTo>
                  <a:cubicBezTo>
                    <a:pt x="29201" y="32564"/>
                    <a:pt x="29978" y="32189"/>
                    <a:pt x="30620" y="31627"/>
                  </a:cubicBezTo>
                  <a:cubicBezTo>
                    <a:pt x="31637" y="30744"/>
                    <a:pt x="32253" y="29486"/>
                    <a:pt x="32627" y="28174"/>
                  </a:cubicBezTo>
                  <a:cubicBezTo>
                    <a:pt x="33056" y="26729"/>
                    <a:pt x="33163" y="25096"/>
                    <a:pt x="32440" y="23758"/>
                  </a:cubicBezTo>
                  <a:cubicBezTo>
                    <a:pt x="31557" y="22152"/>
                    <a:pt x="29576" y="21322"/>
                    <a:pt x="28773" y="19663"/>
                  </a:cubicBezTo>
                  <a:cubicBezTo>
                    <a:pt x="27810" y="17628"/>
                    <a:pt x="28907" y="15273"/>
                    <a:pt x="29282" y="13051"/>
                  </a:cubicBezTo>
                  <a:cubicBezTo>
                    <a:pt x="29790" y="10295"/>
                    <a:pt x="29094" y="7404"/>
                    <a:pt x="27569" y="5102"/>
                  </a:cubicBezTo>
                  <a:cubicBezTo>
                    <a:pt x="27355" y="4781"/>
                    <a:pt x="27114" y="4460"/>
                    <a:pt x="26846" y="4165"/>
                  </a:cubicBezTo>
                  <a:cubicBezTo>
                    <a:pt x="24839" y="1756"/>
                    <a:pt x="21841" y="391"/>
                    <a:pt x="18736" y="70"/>
                  </a:cubicBezTo>
                  <a:cubicBezTo>
                    <a:pt x="18285" y="24"/>
                    <a:pt x="17831" y="1"/>
                    <a:pt x="17376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8"/>
            <p:cNvSpPr/>
            <p:nvPr/>
          </p:nvSpPr>
          <p:spPr>
            <a:xfrm>
              <a:off x="5652125" y="3646400"/>
              <a:ext cx="1090075" cy="989725"/>
            </a:xfrm>
            <a:custGeom>
              <a:avLst/>
              <a:gdLst/>
              <a:ahLst/>
              <a:cxnLst/>
              <a:rect l="l" t="t" r="r" b="b"/>
              <a:pathLst>
                <a:path w="43603" h="39589" extrusionOk="0">
                  <a:moveTo>
                    <a:pt x="21735" y="0"/>
                  </a:moveTo>
                  <a:cubicBezTo>
                    <a:pt x="21735" y="0"/>
                    <a:pt x="21601" y="54"/>
                    <a:pt x="21387" y="107"/>
                  </a:cubicBezTo>
                  <a:cubicBezTo>
                    <a:pt x="21360" y="134"/>
                    <a:pt x="21333" y="134"/>
                    <a:pt x="21306" y="134"/>
                  </a:cubicBezTo>
                  <a:cubicBezTo>
                    <a:pt x="21280" y="134"/>
                    <a:pt x="21253" y="161"/>
                    <a:pt x="21226" y="161"/>
                  </a:cubicBezTo>
                  <a:cubicBezTo>
                    <a:pt x="20343" y="455"/>
                    <a:pt x="18416" y="1097"/>
                    <a:pt x="16194" y="2061"/>
                  </a:cubicBezTo>
                  <a:cubicBezTo>
                    <a:pt x="16167" y="2088"/>
                    <a:pt x="16141" y="2088"/>
                    <a:pt x="16141" y="2115"/>
                  </a:cubicBezTo>
                  <a:cubicBezTo>
                    <a:pt x="16087" y="2115"/>
                    <a:pt x="16060" y="2141"/>
                    <a:pt x="16007" y="2141"/>
                  </a:cubicBezTo>
                  <a:cubicBezTo>
                    <a:pt x="13330" y="3346"/>
                    <a:pt x="10225" y="5005"/>
                    <a:pt x="8057" y="7066"/>
                  </a:cubicBezTo>
                  <a:cubicBezTo>
                    <a:pt x="7575" y="7521"/>
                    <a:pt x="7147" y="7976"/>
                    <a:pt x="6799" y="8458"/>
                  </a:cubicBezTo>
                  <a:cubicBezTo>
                    <a:pt x="6692" y="8592"/>
                    <a:pt x="6612" y="8726"/>
                    <a:pt x="6532" y="8833"/>
                  </a:cubicBezTo>
                  <a:lnTo>
                    <a:pt x="6532" y="8859"/>
                  </a:lnTo>
                  <a:lnTo>
                    <a:pt x="6505" y="8859"/>
                  </a:lnTo>
                  <a:cubicBezTo>
                    <a:pt x="6398" y="9020"/>
                    <a:pt x="6291" y="9181"/>
                    <a:pt x="6210" y="9341"/>
                  </a:cubicBezTo>
                  <a:cubicBezTo>
                    <a:pt x="5060" y="11322"/>
                    <a:pt x="3935" y="14293"/>
                    <a:pt x="2972" y="17558"/>
                  </a:cubicBezTo>
                  <a:cubicBezTo>
                    <a:pt x="2972" y="17558"/>
                    <a:pt x="2972" y="17585"/>
                    <a:pt x="2945" y="17585"/>
                  </a:cubicBezTo>
                  <a:cubicBezTo>
                    <a:pt x="2758" y="18308"/>
                    <a:pt x="2544" y="19030"/>
                    <a:pt x="2356" y="19753"/>
                  </a:cubicBezTo>
                  <a:cubicBezTo>
                    <a:pt x="2329" y="19833"/>
                    <a:pt x="2303" y="19914"/>
                    <a:pt x="2303" y="19967"/>
                  </a:cubicBezTo>
                  <a:cubicBezTo>
                    <a:pt x="2249" y="20154"/>
                    <a:pt x="2196" y="20342"/>
                    <a:pt x="2169" y="20529"/>
                  </a:cubicBezTo>
                  <a:cubicBezTo>
                    <a:pt x="2062" y="20904"/>
                    <a:pt x="1981" y="21252"/>
                    <a:pt x="1874" y="21627"/>
                  </a:cubicBezTo>
                  <a:cubicBezTo>
                    <a:pt x="1526" y="23045"/>
                    <a:pt x="1232" y="24464"/>
                    <a:pt x="964" y="25829"/>
                  </a:cubicBezTo>
                  <a:cubicBezTo>
                    <a:pt x="964" y="25909"/>
                    <a:pt x="938" y="25963"/>
                    <a:pt x="938" y="26043"/>
                  </a:cubicBezTo>
                  <a:cubicBezTo>
                    <a:pt x="349" y="29148"/>
                    <a:pt x="1" y="31985"/>
                    <a:pt x="1" y="33832"/>
                  </a:cubicBezTo>
                  <a:cubicBezTo>
                    <a:pt x="804" y="34661"/>
                    <a:pt x="1687" y="35464"/>
                    <a:pt x="2651" y="36026"/>
                  </a:cubicBezTo>
                  <a:cubicBezTo>
                    <a:pt x="3935" y="36776"/>
                    <a:pt x="5568" y="37044"/>
                    <a:pt x="7040" y="37418"/>
                  </a:cubicBezTo>
                  <a:cubicBezTo>
                    <a:pt x="7174" y="37445"/>
                    <a:pt x="7308" y="37472"/>
                    <a:pt x="7415" y="37499"/>
                  </a:cubicBezTo>
                  <a:cubicBezTo>
                    <a:pt x="7549" y="37525"/>
                    <a:pt x="7629" y="37552"/>
                    <a:pt x="7763" y="37579"/>
                  </a:cubicBezTo>
                  <a:cubicBezTo>
                    <a:pt x="13062" y="38810"/>
                    <a:pt x="18416" y="39319"/>
                    <a:pt x="23876" y="39533"/>
                  </a:cubicBezTo>
                  <a:cubicBezTo>
                    <a:pt x="24753" y="39566"/>
                    <a:pt x="25639" y="39589"/>
                    <a:pt x="26524" y="39589"/>
                  </a:cubicBezTo>
                  <a:cubicBezTo>
                    <a:pt x="27071" y="39589"/>
                    <a:pt x="27616" y="39580"/>
                    <a:pt x="28158" y="39559"/>
                  </a:cubicBezTo>
                  <a:cubicBezTo>
                    <a:pt x="28212" y="39559"/>
                    <a:pt x="28292" y="39533"/>
                    <a:pt x="28346" y="39533"/>
                  </a:cubicBezTo>
                  <a:cubicBezTo>
                    <a:pt x="32521" y="39345"/>
                    <a:pt x="36563" y="38462"/>
                    <a:pt x="40096" y="35866"/>
                  </a:cubicBezTo>
                  <a:cubicBezTo>
                    <a:pt x="40765" y="34661"/>
                    <a:pt x="41621" y="32868"/>
                    <a:pt x="42344" y="30754"/>
                  </a:cubicBezTo>
                  <a:cubicBezTo>
                    <a:pt x="42746" y="29549"/>
                    <a:pt x="43094" y="28211"/>
                    <a:pt x="43308" y="26846"/>
                  </a:cubicBezTo>
                  <a:cubicBezTo>
                    <a:pt x="43522" y="25481"/>
                    <a:pt x="43602" y="24062"/>
                    <a:pt x="43468" y="22644"/>
                  </a:cubicBezTo>
                  <a:cubicBezTo>
                    <a:pt x="43254" y="20154"/>
                    <a:pt x="42960" y="17933"/>
                    <a:pt x="42531" y="15926"/>
                  </a:cubicBezTo>
                  <a:cubicBezTo>
                    <a:pt x="41755" y="12232"/>
                    <a:pt x="40497" y="9368"/>
                    <a:pt x="38195" y="7280"/>
                  </a:cubicBezTo>
                  <a:cubicBezTo>
                    <a:pt x="38088" y="7173"/>
                    <a:pt x="37981" y="7066"/>
                    <a:pt x="37847" y="6959"/>
                  </a:cubicBezTo>
                  <a:cubicBezTo>
                    <a:pt x="37553" y="6691"/>
                    <a:pt x="37259" y="6451"/>
                    <a:pt x="36937" y="6210"/>
                  </a:cubicBezTo>
                  <a:cubicBezTo>
                    <a:pt x="36215" y="5648"/>
                    <a:pt x="35465" y="5086"/>
                    <a:pt x="34689" y="4550"/>
                  </a:cubicBezTo>
                  <a:cubicBezTo>
                    <a:pt x="34636" y="4523"/>
                    <a:pt x="34609" y="4497"/>
                    <a:pt x="34555" y="4443"/>
                  </a:cubicBezTo>
                  <a:cubicBezTo>
                    <a:pt x="31798" y="2570"/>
                    <a:pt x="29175" y="1097"/>
                    <a:pt x="28720" y="857"/>
                  </a:cubicBezTo>
                  <a:cubicBezTo>
                    <a:pt x="28694" y="830"/>
                    <a:pt x="28667" y="830"/>
                    <a:pt x="28667" y="830"/>
                  </a:cubicBezTo>
                  <a:lnTo>
                    <a:pt x="28587" y="803"/>
                  </a:lnTo>
                  <a:lnTo>
                    <a:pt x="27248" y="642"/>
                  </a:lnTo>
                  <a:lnTo>
                    <a:pt x="23180" y="187"/>
                  </a:lnTo>
                  <a:lnTo>
                    <a:pt x="21735" y="0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8"/>
            <p:cNvSpPr/>
            <p:nvPr/>
          </p:nvSpPr>
          <p:spPr>
            <a:xfrm>
              <a:off x="6224925" y="3556725"/>
              <a:ext cx="123800" cy="130775"/>
            </a:xfrm>
            <a:custGeom>
              <a:avLst/>
              <a:gdLst/>
              <a:ahLst/>
              <a:cxnLst/>
              <a:rect l="l" t="t" r="r" b="b"/>
              <a:pathLst>
                <a:path w="4952" h="5231" extrusionOk="0">
                  <a:moveTo>
                    <a:pt x="776" y="0"/>
                  </a:moveTo>
                  <a:lnTo>
                    <a:pt x="776" y="27"/>
                  </a:lnTo>
                  <a:lnTo>
                    <a:pt x="509" y="1339"/>
                  </a:lnTo>
                  <a:lnTo>
                    <a:pt x="0" y="3132"/>
                  </a:lnTo>
                  <a:cubicBezTo>
                    <a:pt x="0" y="3132"/>
                    <a:pt x="509" y="5059"/>
                    <a:pt x="2302" y="5220"/>
                  </a:cubicBezTo>
                  <a:cubicBezTo>
                    <a:pt x="2380" y="5227"/>
                    <a:pt x="2456" y="5230"/>
                    <a:pt x="2529" y="5230"/>
                  </a:cubicBezTo>
                  <a:cubicBezTo>
                    <a:pt x="4143" y="5230"/>
                    <a:pt x="4657" y="3614"/>
                    <a:pt x="4657" y="3614"/>
                  </a:cubicBezTo>
                  <a:lnTo>
                    <a:pt x="4845" y="1553"/>
                  </a:lnTo>
                  <a:lnTo>
                    <a:pt x="4952" y="429"/>
                  </a:lnTo>
                  <a:lnTo>
                    <a:pt x="883" y="2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8"/>
            <p:cNvSpPr/>
            <p:nvPr/>
          </p:nvSpPr>
          <p:spPr>
            <a:xfrm>
              <a:off x="6237625" y="3557400"/>
              <a:ext cx="111100" cy="68325"/>
            </a:xfrm>
            <a:custGeom>
              <a:avLst/>
              <a:gdLst/>
              <a:ahLst/>
              <a:cxnLst/>
              <a:rect l="l" t="t" r="r" b="b"/>
              <a:pathLst>
                <a:path w="4444" h="2733" extrusionOk="0">
                  <a:moveTo>
                    <a:pt x="268" y="0"/>
                  </a:moveTo>
                  <a:lnTo>
                    <a:pt x="1" y="1312"/>
                  </a:lnTo>
                  <a:cubicBezTo>
                    <a:pt x="349" y="1847"/>
                    <a:pt x="857" y="2302"/>
                    <a:pt x="1446" y="2543"/>
                  </a:cubicBezTo>
                  <a:cubicBezTo>
                    <a:pt x="1687" y="2650"/>
                    <a:pt x="1928" y="2730"/>
                    <a:pt x="2196" y="2730"/>
                  </a:cubicBezTo>
                  <a:cubicBezTo>
                    <a:pt x="2223" y="2732"/>
                    <a:pt x="2250" y="2732"/>
                    <a:pt x="2277" y="2732"/>
                  </a:cubicBezTo>
                  <a:cubicBezTo>
                    <a:pt x="2838" y="2732"/>
                    <a:pt x="3393" y="2472"/>
                    <a:pt x="3801" y="2115"/>
                  </a:cubicBezTo>
                  <a:cubicBezTo>
                    <a:pt x="4016" y="1927"/>
                    <a:pt x="4176" y="1740"/>
                    <a:pt x="4337" y="1526"/>
                  </a:cubicBezTo>
                  <a:lnTo>
                    <a:pt x="4444" y="402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8"/>
            <p:cNvSpPr/>
            <p:nvPr/>
          </p:nvSpPr>
          <p:spPr>
            <a:xfrm>
              <a:off x="6071025" y="3076625"/>
              <a:ext cx="527300" cy="508500"/>
            </a:xfrm>
            <a:custGeom>
              <a:avLst/>
              <a:gdLst/>
              <a:ahLst/>
              <a:cxnLst/>
              <a:rect l="l" t="t" r="r" b="b"/>
              <a:pathLst>
                <a:path w="21092" h="20340" extrusionOk="0">
                  <a:moveTo>
                    <a:pt x="10256" y="0"/>
                  </a:moveTo>
                  <a:cubicBezTo>
                    <a:pt x="5377" y="0"/>
                    <a:pt x="1072" y="3592"/>
                    <a:pt x="321" y="8632"/>
                  </a:cubicBezTo>
                  <a:cubicBezTo>
                    <a:pt x="0" y="10720"/>
                    <a:pt x="348" y="12781"/>
                    <a:pt x="1178" y="14547"/>
                  </a:cubicBezTo>
                  <a:cubicBezTo>
                    <a:pt x="2570" y="17491"/>
                    <a:pt x="5326" y="19686"/>
                    <a:pt x="8752" y="20222"/>
                  </a:cubicBezTo>
                  <a:cubicBezTo>
                    <a:pt x="9269" y="20301"/>
                    <a:pt x="9782" y="20339"/>
                    <a:pt x="10289" y="20339"/>
                  </a:cubicBezTo>
                  <a:cubicBezTo>
                    <a:pt x="13884" y="20339"/>
                    <a:pt x="17167" y="18403"/>
                    <a:pt x="18950" y="15377"/>
                  </a:cubicBezTo>
                  <a:cubicBezTo>
                    <a:pt x="19593" y="14280"/>
                    <a:pt x="20048" y="13048"/>
                    <a:pt x="20235" y="11710"/>
                  </a:cubicBezTo>
                  <a:cubicBezTo>
                    <a:pt x="21091" y="6143"/>
                    <a:pt x="17317" y="950"/>
                    <a:pt x="11804" y="121"/>
                  </a:cubicBezTo>
                  <a:cubicBezTo>
                    <a:pt x="11284" y="40"/>
                    <a:pt x="10767" y="0"/>
                    <a:pt x="10256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6004775" y="3266825"/>
              <a:ext cx="110425" cy="148725"/>
            </a:xfrm>
            <a:custGeom>
              <a:avLst/>
              <a:gdLst/>
              <a:ahLst/>
              <a:cxnLst/>
              <a:rect l="l" t="t" r="r" b="b"/>
              <a:pathLst>
                <a:path w="4417" h="5949" extrusionOk="0">
                  <a:moveTo>
                    <a:pt x="1930" y="0"/>
                  </a:moveTo>
                  <a:cubicBezTo>
                    <a:pt x="1768" y="0"/>
                    <a:pt x="1597" y="28"/>
                    <a:pt x="1419" y="87"/>
                  </a:cubicBezTo>
                  <a:cubicBezTo>
                    <a:pt x="750" y="328"/>
                    <a:pt x="268" y="997"/>
                    <a:pt x="134" y="1693"/>
                  </a:cubicBezTo>
                  <a:cubicBezTo>
                    <a:pt x="0" y="2389"/>
                    <a:pt x="188" y="3139"/>
                    <a:pt x="482" y="3781"/>
                  </a:cubicBezTo>
                  <a:cubicBezTo>
                    <a:pt x="1044" y="4932"/>
                    <a:pt x="2142" y="5922"/>
                    <a:pt x="3426" y="5949"/>
                  </a:cubicBezTo>
                  <a:cubicBezTo>
                    <a:pt x="3533" y="5949"/>
                    <a:pt x="3694" y="5949"/>
                    <a:pt x="3801" y="5895"/>
                  </a:cubicBezTo>
                  <a:cubicBezTo>
                    <a:pt x="4042" y="5762"/>
                    <a:pt x="4149" y="5467"/>
                    <a:pt x="4203" y="5173"/>
                  </a:cubicBezTo>
                  <a:cubicBezTo>
                    <a:pt x="4417" y="3861"/>
                    <a:pt x="3908" y="2630"/>
                    <a:pt x="3533" y="1399"/>
                  </a:cubicBezTo>
                  <a:cubicBezTo>
                    <a:pt x="3289" y="644"/>
                    <a:pt x="2714" y="0"/>
                    <a:pt x="1930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6511300" y="3346750"/>
              <a:ext cx="125825" cy="135175"/>
            </a:xfrm>
            <a:custGeom>
              <a:avLst/>
              <a:gdLst/>
              <a:ahLst/>
              <a:cxnLst/>
              <a:rect l="l" t="t" r="r" b="b"/>
              <a:pathLst>
                <a:path w="5033" h="5407" extrusionOk="0">
                  <a:moveTo>
                    <a:pt x="3321" y="0"/>
                  </a:moveTo>
                  <a:cubicBezTo>
                    <a:pt x="2731" y="0"/>
                    <a:pt x="2180" y="394"/>
                    <a:pt x="1821" y="932"/>
                  </a:cubicBezTo>
                  <a:cubicBezTo>
                    <a:pt x="1072" y="1976"/>
                    <a:pt x="215" y="2993"/>
                    <a:pt x="28" y="4331"/>
                  </a:cubicBezTo>
                  <a:cubicBezTo>
                    <a:pt x="1" y="4626"/>
                    <a:pt x="1" y="4947"/>
                    <a:pt x="215" y="5134"/>
                  </a:cubicBezTo>
                  <a:cubicBezTo>
                    <a:pt x="322" y="5214"/>
                    <a:pt x="429" y="5268"/>
                    <a:pt x="563" y="5295"/>
                  </a:cubicBezTo>
                  <a:cubicBezTo>
                    <a:pt x="813" y="5371"/>
                    <a:pt x="1068" y="5406"/>
                    <a:pt x="1322" y="5406"/>
                  </a:cubicBezTo>
                  <a:cubicBezTo>
                    <a:pt x="2318" y="5406"/>
                    <a:pt x="3306" y="4863"/>
                    <a:pt x="3989" y="4117"/>
                  </a:cubicBezTo>
                  <a:cubicBezTo>
                    <a:pt x="4471" y="3582"/>
                    <a:pt x="4872" y="2939"/>
                    <a:pt x="4953" y="2217"/>
                  </a:cubicBezTo>
                  <a:cubicBezTo>
                    <a:pt x="5033" y="1521"/>
                    <a:pt x="4792" y="745"/>
                    <a:pt x="4203" y="316"/>
                  </a:cubicBezTo>
                  <a:cubicBezTo>
                    <a:pt x="3912" y="96"/>
                    <a:pt x="3612" y="0"/>
                    <a:pt x="332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6226250" y="3283550"/>
              <a:ext cx="41525" cy="39325"/>
            </a:xfrm>
            <a:custGeom>
              <a:avLst/>
              <a:gdLst/>
              <a:ahLst/>
              <a:cxnLst/>
              <a:rect l="l" t="t" r="r" b="b"/>
              <a:pathLst>
                <a:path w="1661" h="1573" extrusionOk="0">
                  <a:moveTo>
                    <a:pt x="864" y="1"/>
                  </a:moveTo>
                  <a:cubicBezTo>
                    <a:pt x="475" y="1"/>
                    <a:pt x="130" y="282"/>
                    <a:pt x="81" y="676"/>
                  </a:cubicBezTo>
                  <a:cubicBezTo>
                    <a:pt x="1" y="1105"/>
                    <a:pt x="295" y="1506"/>
                    <a:pt x="723" y="1560"/>
                  </a:cubicBezTo>
                  <a:cubicBezTo>
                    <a:pt x="771" y="1568"/>
                    <a:pt x="818" y="1573"/>
                    <a:pt x="865" y="1573"/>
                  </a:cubicBezTo>
                  <a:cubicBezTo>
                    <a:pt x="1237" y="1573"/>
                    <a:pt x="1559" y="1298"/>
                    <a:pt x="1607" y="917"/>
                  </a:cubicBezTo>
                  <a:cubicBezTo>
                    <a:pt x="1660" y="489"/>
                    <a:pt x="1393" y="87"/>
                    <a:pt x="964" y="7"/>
                  </a:cubicBezTo>
                  <a:cubicBezTo>
                    <a:pt x="931" y="3"/>
                    <a:pt x="897" y="1"/>
                    <a:pt x="8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6392200" y="3309475"/>
              <a:ext cx="42175" cy="39325"/>
            </a:xfrm>
            <a:custGeom>
              <a:avLst/>
              <a:gdLst/>
              <a:ahLst/>
              <a:cxnLst/>
              <a:rect l="l" t="t" r="r" b="b"/>
              <a:pathLst>
                <a:path w="1687" h="1573" extrusionOk="0">
                  <a:moveTo>
                    <a:pt x="823" y="1"/>
                  </a:moveTo>
                  <a:cubicBezTo>
                    <a:pt x="451" y="1"/>
                    <a:pt x="129" y="276"/>
                    <a:pt x="81" y="656"/>
                  </a:cubicBezTo>
                  <a:cubicBezTo>
                    <a:pt x="1" y="1085"/>
                    <a:pt x="295" y="1486"/>
                    <a:pt x="723" y="1566"/>
                  </a:cubicBezTo>
                  <a:cubicBezTo>
                    <a:pt x="757" y="1571"/>
                    <a:pt x="791" y="1573"/>
                    <a:pt x="824" y="1573"/>
                  </a:cubicBezTo>
                  <a:cubicBezTo>
                    <a:pt x="1213" y="1573"/>
                    <a:pt x="1557" y="1292"/>
                    <a:pt x="1607" y="897"/>
                  </a:cubicBezTo>
                  <a:cubicBezTo>
                    <a:pt x="1687" y="469"/>
                    <a:pt x="1392" y="68"/>
                    <a:pt x="964" y="14"/>
                  </a:cubicBezTo>
                  <a:cubicBezTo>
                    <a:pt x="917" y="5"/>
                    <a:pt x="869" y="1"/>
                    <a:pt x="82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6285150" y="3308375"/>
              <a:ext cx="63575" cy="79950"/>
            </a:xfrm>
            <a:custGeom>
              <a:avLst/>
              <a:gdLst/>
              <a:ahLst/>
              <a:cxnLst/>
              <a:rect l="l" t="t" r="r" b="b"/>
              <a:pathLst>
                <a:path w="2543" h="3198" extrusionOk="0">
                  <a:moveTo>
                    <a:pt x="1604" y="1"/>
                  </a:moveTo>
                  <a:cubicBezTo>
                    <a:pt x="1284" y="1"/>
                    <a:pt x="938" y="243"/>
                    <a:pt x="776" y="486"/>
                  </a:cubicBezTo>
                  <a:cubicBezTo>
                    <a:pt x="428" y="1022"/>
                    <a:pt x="187" y="1610"/>
                    <a:pt x="27" y="2253"/>
                  </a:cubicBezTo>
                  <a:cubicBezTo>
                    <a:pt x="0" y="2440"/>
                    <a:pt x="0" y="2681"/>
                    <a:pt x="187" y="2761"/>
                  </a:cubicBezTo>
                  <a:cubicBezTo>
                    <a:pt x="228" y="2775"/>
                    <a:pt x="274" y="2775"/>
                    <a:pt x="321" y="2775"/>
                  </a:cubicBezTo>
                  <a:cubicBezTo>
                    <a:pt x="368" y="2775"/>
                    <a:pt x="415" y="2775"/>
                    <a:pt x="455" y="2788"/>
                  </a:cubicBezTo>
                  <a:cubicBezTo>
                    <a:pt x="589" y="2815"/>
                    <a:pt x="669" y="2922"/>
                    <a:pt x="750" y="3002"/>
                  </a:cubicBezTo>
                  <a:cubicBezTo>
                    <a:pt x="874" y="3127"/>
                    <a:pt x="1062" y="3197"/>
                    <a:pt x="1250" y="3197"/>
                  </a:cubicBezTo>
                  <a:cubicBezTo>
                    <a:pt x="1386" y="3197"/>
                    <a:pt x="1521" y="3161"/>
                    <a:pt x="1633" y="3083"/>
                  </a:cubicBezTo>
                  <a:cubicBezTo>
                    <a:pt x="1740" y="3002"/>
                    <a:pt x="1820" y="2895"/>
                    <a:pt x="1981" y="2868"/>
                  </a:cubicBezTo>
                  <a:cubicBezTo>
                    <a:pt x="2021" y="2855"/>
                    <a:pt x="2068" y="2855"/>
                    <a:pt x="2115" y="2855"/>
                  </a:cubicBezTo>
                  <a:cubicBezTo>
                    <a:pt x="2161" y="2855"/>
                    <a:pt x="2208" y="2855"/>
                    <a:pt x="2248" y="2842"/>
                  </a:cubicBezTo>
                  <a:cubicBezTo>
                    <a:pt x="2382" y="2815"/>
                    <a:pt x="2463" y="2681"/>
                    <a:pt x="2489" y="2574"/>
                  </a:cubicBezTo>
                  <a:cubicBezTo>
                    <a:pt x="2543" y="2440"/>
                    <a:pt x="2516" y="2306"/>
                    <a:pt x="2516" y="2199"/>
                  </a:cubicBezTo>
                  <a:cubicBezTo>
                    <a:pt x="2489" y="1610"/>
                    <a:pt x="2436" y="995"/>
                    <a:pt x="2195" y="486"/>
                  </a:cubicBezTo>
                  <a:cubicBezTo>
                    <a:pt x="2115" y="326"/>
                    <a:pt x="2034" y="192"/>
                    <a:pt x="1900" y="85"/>
                  </a:cubicBezTo>
                  <a:cubicBezTo>
                    <a:pt x="1809" y="26"/>
                    <a:pt x="1708" y="1"/>
                    <a:pt x="1604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6211525" y="3236800"/>
              <a:ext cx="55575" cy="24200"/>
            </a:xfrm>
            <a:custGeom>
              <a:avLst/>
              <a:gdLst/>
              <a:ahLst/>
              <a:cxnLst/>
              <a:rect l="l" t="t" r="r" b="b"/>
              <a:pathLst>
                <a:path w="2223" h="968" extrusionOk="0">
                  <a:moveTo>
                    <a:pt x="1433" y="0"/>
                  </a:moveTo>
                  <a:cubicBezTo>
                    <a:pt x="1408" y="0"/>
                    <a:pt x="1386" y="1"/>
                    <a:pt x="1366" y="4"/>
                  </a:cubicBezTo>
                  <a:cubicBezTo>
                    <a:pt x="991" y="4"/>
                    <a:pt x="563" y="191"/>
                    <a:pt x="269" y="405"/>
                  </a:cubicBezTo>
                  <a:cubicBezTo>
                    <a:pt x="135" y="485"/>
                    <a:pt x="1" y="619"/>
                    <a:pt x="54" y="780"/>
                  </a:cubicBezTo>
                  <a:cubicBezTo>
                    <a:pt x="108" y="940"/>
                    <a:pt x="295" y="967"/>
                    <a:pt x="483" y="967"/>
                  </a:cubicBezTo>
                  <a:cubicBezTo>
                    <a:pt x="938" y="967"/>
                    <a:pt x="1393" y="887"/>
                    <a:pt x="1848" y="753"/>
                  </a:cubicBezTo>
                  <a:cubicBezTo>
                    <a:pt x="2008" y="699"/>
                    <a:pt x="2196" y="592"/>
                    <a:pt x="2222" y="432"/>
                  </a:cubicBezTo>
                  <a:cubicBezTo>
                    <a:pt x="2222" y="137"/>
                    <a:pt x="1705" y="0"/>
                    <a:pt x="143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6406925" y="3258500"/>
              <a:ext cx="54225" cy="27250"/>
            </a:xfrm>
            <a:custGeom>
              <a:avLst/>
              <a:gdLst/>
              <a:ahLst/>
              <a:cxnLst/>
              <a:rect l="l" t="t" r="r" b="b"/>
              <a:pathLst>
                <a:path w="2169" h="1090" extrusionOk="0">
                  <a:moveTo>
                    <a:pt x="712" y="1"/>
                  </a:moveTo>
                  <a:cubicBezTo>
                    <a:pt x="431" y="1"/>
                    <a:pt x="42" y="88"/>
                    <a:pt x="0" y="340"/>
                  </a:cubicBezTo>
                  <a:cubicBezTo>
                    <a:pt x="0" y="527"/>
                    <a:pt x="161" y="634"/>
                    <a:pt x="322" y="715"/>
                  </a:cubicBezTo>
                  <a:cubicBezTo>
                    <a:pt x="750" y="902"/>
                    <a:pt x="1205" y="1009"/>
                    <a:pt x="1687" y="1089"/>
                  </a:cubicBezTo>
                  <a:cubicBezTo>
                    <a:pt x="1847" y="1089"/>
                    <a:pt x="2035" y="1089"/>
                    <a:pt x="2115" y="956"/>
                  </a:cubicBezTo>
                  <a:cubicBezTo>
                    <a:pt x="2168" y="795"/>
                    <a:pt x="2061" y="661"/>
                    <a:pt x="1928" y="554"/>
                  </a:cubicBezTo>
                  <a:cubicBezTo>
                    <a:pt x="1660" y="313"/>
                    <a:pt x="1285" y="72"/>
                    <a:pt x="910" y="19"/>
                  </a:cubicBezTo>
                  <a:cubicBezTo>
                    <a:pt x="859" y="7"/>
                    <a:pt x="789" y="1"/>
                    <a:pt x="71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6283125" y="3399650"/>
              <a:ext cx="61600" cy="19250"/>
            </a:xfrm>
            <a:custGeom>
              <a:avLst/>
              <a:gdLst/>
              <a:ahLst/>
              <a:cxnLst/>
              <a:rect l="l" t="t" r="r" b="b"/>
              <a:pathLst>
                <a:path w="2464" h="770" extrusionOk="0">
                  <a:moveTo>
                    <a:pt x="108" y="0"/>
                  </a:moveTo>
                  <a:cubicBezTo>
                    <a:pt x="88" y="0"/>
                    <a:pt x="68" y="7"/>
                    <a:pt x="54" y="20"/>
                  </a:cubicBezTo>
                  <a:cubicBezTo>
                    <a:pt x="28" y="47"/>
                    <a:pt x="1" y="101"/>
                    <a:pt x="28" y="127"/>
                  </a:cubicBezTo>
                  <a:cubicBezTo>
                    <a:pt x="295" y="502"/>
                    <a:pt x="750" y="743"/>
                    <a:pt x="1205" y="770"/>
                  </a:cubicBezTo>
                  <a:lnTo>
                    <a:pt x="1259" y="770"/>
                  </a:lnTo>
                  <a:cubicBezTo>
                    <a:pt x="1714" y="770"/>
                    <a:pt x="2169" y="556"/>
                    <a:pt x="2436" y="208"/>
                  </a:cubicBezTo>
                  <a:cubicBezTo>
                    <a:pt x="2463" y="181"/>
                    <a:pt x="2463" y="127"/>
                    <a:pt x="2436" y="101"/>
                  </a:cubicBezTo>
                  <a:cubicBezTo>
                    <a:pt x="2425" y="90"/>
                    <a:pt x="2410" y="83"/>
                    <a:pt x="2393" y="83"/>
                  </a:cubicBezTo>
                  <a:cubicBezTo>
                    <a:pt x="2370" y="83"/>
                    <a:pt x="2345" y="96"/>
                    <a:pt x="2329" y="127"/>
                  </a:cubicBezTo>
                  <a:cubicBezTo>
                    <a:pt x="2062" y="422"/>
                    <a:pt x="1634" y="609"/>
                    <a:pt x="1232" y="609"/>
                  </a:cubicBezTo>
                  <a:cubicBezTo>
                    <a:pt x="804" y="582"/>
                    <a:pt x="402" y="368"/>
                    <a:pt x="161" y="20"/>
                  </a:cubicBezTo>
                  <a:cubicBezTo>
                    <a:pt x="148" y="7"/>
                    <a:pt x="128" y="0"/>
                    <a:pt x="108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8"/>
            <p:cNvSpPr/>
            <p:nvPr/>
          </p:nvSpPr>
          <p:spPr>
            <a:xfrm>
              <a:off x="6184775" y="3622300"/>
              <a:ext cx="184025" cy="293100"/>
            </a:xfrm>
            <a:custGeom>
              <a:avLst/>
              <a:gdLst/>
              <a:ahLst/>
              <a:cxnLst/>
              <a:rect l="l" t="t" r="r" b="b"/>
              <a:pathLst>
                <a:path w="7361" h="11724" extrusionOk="0">
                  <a:moveTo>
                    <a:pt x="1794" y="0"/>
                  </a:moveTo>
                  <a:lnTo>
                    <a:pt x="0" y="1018"/>
                  </a:lnTo>
                  <a:lnTo>
                    <a:pt x="375" y="4122"/>
                  </a:lnTo>
                  <a:lnTo>
                    <a:pt x="1339" y="11724"/>
                  </a:lnTo>
                  <a:lnTo>
                    <a:pt x="5460" y="4899"/>
                  </a:lnTo>
                  <a:lnTo>
                    <a:pt x="7361" y="1794"/>
                  </a:lnTo>
                  <a:cubicBezTo>
                    <a:pt x="7361" y="1794"/>
                    <a:pt x="6879" y="1178"/>
                    <a:pt x="6317" y="375"/>
                  </a:cubicBezTo>
                  <a:lnTo>
                    <a:pt x="1794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6194125" y="3725350"/>
              <a:ext cx="127175" cy="190050"/>
            </a:xfrm>
            <a:custGeom>
              <a:avLst/>
              <a:gdLst/>
              <a:ahLst/>
              <a:cxnLst/>
              <a:rect l="l" t="t" r="r" b="b"/>
              <a:pathLst>
                <a:path w="5087" h="7602" extrusionOk="0">
                  <a:moveTo>
                    <a:pt x="1" y="0"/>
                  </a:moveTo>
                  <a:lnTo>
                    <a:pt x="965" y="7602"/>
                  </a:lnTo>
                  <a:lnTo>
                    <a:pt x="5086" y="777"/>
                  </a:lnTo>
                  <a:lnTo>
                    <a:pt x="5086" y="777"/>
                  </a:lnTo>
                  <a:cubicBezTo>
                    <a:pt x="4629" y="862"/>
                    <a:pt x="4164" y="904"/>
                    <a:pt x="3698" y="904"/>
                  </a:cubicBezTo>
                  <a:cubicBezTo>
                    <a:pt x="2420" y="904"/>
                    <a:pt x="1139" y="589"/>
                    <a:pt x="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6344025" y="3025425"/>
              <a:ext cx="265000" cy="319200"/>
            </a:xfrm>
            <a:custGeom>
              <a:avLst/>
              <a:gdLst/>
              <a:ahLst/>
              <a:cxnLst/>
              <a:rect l="l" t="t" r="r" b="b"/>
              <a:pathLst>
                <a:path w="10600" h="12768" extrusionOk="0">
                  <a:moveTo>
                    <a:pt x="295" y="1"/>
                  </a:moveTo>
                  <a:lnTo>
                    <a:pt x="295" y="1"/>
                  </a:lnTo>
                  <a:cubicBezTo>
                    <a:pt x="0" y="1446"/>
                    <a:pt x="268" y="2972"/>
                    <a:pt x="857" y="4337"/>
                  </a:cubicBezTo>
                  <a:cubicBezTo>
                    <a:pt x="1446" y="5675"/>
                    <a:pt x="2329" y="6879"/>
                    <a:pt x="3266" y="8030"/>
                  </a:cubicBezTo>
                  <a:cubicBezTo>
                    <a:pt x="4952" y="10064"/>
                    <a:pt x="6960" y="11965"/>
                    <a:pt x="9529" y="12768"/>
                  </a:cubicBezTo>
                  <a:cubicBezTo>
                    <a:pt x="10600" y="9877"/>
                    <a:pt x="10252" y="6371"/>
                    <a:pt x="8458" y="3882"/>
                  </a:cubicBezTo>
                  <a:cubicBezTo>
                    <a:pt x="6692" y="1392"/>
                    <a:pt x="3453" y="54"/>
                    <a:pt x="29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6065650" y="3018000"/>
              <a:ext cx="300475" cy="263725"/>
            </a:xfrm>
            <a:custGeom>
              <a:avLst/>
              <a:gdLst/>
              <a:ahLst/>
              <a:cxnLst/>
              <a:rect l="l" t="t" r="r" b="b"/>
              <a:pathLst>
                <a:path w="12019" h="10549" extrusionOk="0">
                  <a:moveTo>
                    <a:pt x="9718" y="1"/>
                  </a:moveTo>
                  <a:cubicBezTo>
                    <a:pt x="7318" y="1"/>
                    <a:pt x="4947" y="712"/>
                    <a:pt x="3266" y="2252"/>
                  </a:cubicBezTo>
                  <a:cubicBezTo>
                    <a:pt x="1018" y="4259"/>
                    <a:pt x="1" y="7578"/>
                    <a:pt x="510" y="10549"/>
                  </a:cubicBezTo>
                  <a:cubicBezTo>
                    <a:pt x="3159" y="10308"/>
                    <a:pt x="5515" y="8889"/>
                    <a:pt x="7549" y="7283"/>
                  </a:cubicBezTo>
                  <a:cubicBezTo>
                    <a:pt x="8700" y="6400"/>
                    <a:pt x="9797" y="5410"/>
                    <a:pt x="10627" y="4232"/>
                  </a:cubicBezTo>
                  <a:cubicBezTo>
                    <a:pt x="11483" y="3054"/>
                    <a:pt x="12019" y="1663"/>
                    <a:pt x="12019" y="217"/>
                  </a:cubicBezTo>
                  <a:cubicBezTo>
                    <a:pt x="11263" y="74"/>
                    <a:pt x="10489" y="1"/>
                    <a:pt x="9718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6550125" y="3317800"/>
              <a:ext cx="42850" cy="65650"/>
            </a:xfrm>
            <a:custGeom>
              <a:avLst/>
              <a:gdLst/>
              <a:ahLst/>
              <a:cxnLst/>
              <a:rect l="l" t="t" r="r" b="b"/>
              <a:pathLst>
                <a:path w="1714" h="2626" extrusionOk="0">
                  <a:moveTo>
                    <a:pt x="1553" y="0"/>
                  </a:moveTo>
                  <a:cubicBezTo>
                    <a:pt x="1051" y="0"/>
                    <a:pt x="608" y="218"/>
                    <a:pt x="84" y="218"/>
                  </a:cubicBezTo>
                  <a:cubicBezTo>
                    <a:pt x="56" y="218"/>
                    <a:pt x="28" y="218"/>
                    <a:pt x="0" y="216"/>
                  </a:cubicBezTo>
                  <a:lnTo>
                    <a:pt x="0" y="216"/>
                  </a:lnTo>
                  <a:cubicBezTo>
                    <a:pt x="54" y="1019"/>
                    <a:pt x="107" y="1822"/>
                    <a:pt x="161" y="2625"/>
                  </a:cubicBezTo>
                  <a:cubicBezTo>
                    <a:pt x="643" y="2331"/>
                    <a:pt x="910" y="2036"/>
                    <a:pt x="1205" y="1635"/>
                  </a:cubicBezTo>
                  <a:cubicBezTo>
                    <a:pt x="1553" y="1180"/>
                    <a:pt x="1713" y="591"/>
                    <a:pt x="1633" y="2"/>
                  </a:cubicBezTo>
                  <a:cubicBezTo>
                    <a:pt x="1606" y="1"/>
                    <a:pt x="1580" y="0"/>
                    <a:pt x="155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6068350" y="3258300"/>
              <a:ext cx="43500" cy="70950"/>
            </a:xfrm>
            <a:custGeom>
              <a:avLst/>
              <a:gdLst/>
              <a:ahLst/>
              <a:cxnLst/>
              <a:rect l="l" t="t" r="r" b="b"/>
              <a:pathLst>
                <a:path w="1740" h="2838" extrusionOk="0">
                  <a:moveTo>
                    <a:pt x="187" y="0"/>
                  </a:moveTo>
                  <a:cubicBezTo>
                    <a:pt x="0" y="535"/>
                    <a:pt x="27" y="1151"/>
                    <a:pt x="294" y="1686"/>
                  </a:cubicBezTo>
                  <a:cubicBezTo>
                    <a:pt x="535" y="2115"/>
                    <a:pt x="723" y="2462"/>
                    <a:pt x="1151" y="2837"/>
                  </a:cubicBezTo>
                  <a:cubicBezTo>
                    <a:pt x="1365" y="2034"/>
                    <a:pt x="1552" y="1258"/>
                    <a:pt x="1740" y="482"/>
                  </a:cubicBezTo>
                  <a:cubicBezTo>
                    <a:pt x="1178" y="428"/>
                    <a:pt x="723" y="80"/>
                    <a:pt x="18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6046925" y="3694125"/>
              <a:ext cx="473100" cy="401950"/>
            </a:xfrm>
            <a:custGeom>
              <a:avLst/>
              <a:gdLst/>
              <a:ahLst/>
              <a:cxnLst/>
              <a:rect l="l" t="t" r="r" b="b"/>
              <a:pathLst>
                <a:path w="18924" h="16078" extrusionOk="0">
                  <a:moveTo>
                    <a:pt x="91" y="1"/>
                  </a:moveTo>
                  <a:cubicBezTo>
                    <a:pt x="68" y="1"/>
                    <a:pt x="43" y="14"/>
                    <a:pt x="27" y="45"/>
                  </a:cubicBezTo>
                  <a:cubicBezTo>
                    <a:pt x="1" y="72"/>
                    <a:pt x="27" y="125"/>
                    <a:pt x="54" y="152"/>
                  </a:cubicBezTo>
                  <a:lnTo>
                    <a:pt x="2945" y="1811"/>
                  </a:lnTo>
                  <a:lnTo>
                    <a:pt x="536" y="3872"/>
                  </a:lnTo>
                  <a:cubicBezTo>
                    <a:pt x="509" y="3899"/>
                    <a:pt x="509" y="3926"/>
                    <a:pt x="536" y="3979"/>
                  </a:cubicBezTo>
                  <a:lnTo>
                    <a:pt x="5380" y="16024"/>
                  </a:lnTo>
                  <a:cubicBezTo>
                    <a:pt x="5380" y="16051"/>
                    <a:pt x="5407" y="16077"/>
                    <a:pt x="5434" y="16077"/>
                  </a:cubicBezTo>
                  <a:lnTo>
                    <a:pt x="5461" y="16077"/>
                  </a:lnTo>
                  <a:cubicBezTo>
                    <a:pt x="5461" y="16077"/>
                    <a:pt x="5488" y="16077"/>
                    <a:pt x="5514" y="16051"/>
                  </a:cubicBezTo>
                  <a:lnTo>
                    <a:pt x="13597" y="8744"/>
                  </a:lnTo>
                  <a:cubicBezTo>
                    <a:pt x="13624" y="8717"/>
                    <a:pt x="13624" y="8690"/>
                    <a:pt x="13624" y="8663"/>
                  </a:cubicBezTo>
                  <a:lnTo>
                    <a:pt x="13035" y="3391"/>
                  </a:lnTo>
                  <a:lnTo>
                    <a:pt x="18844" y="2695"/>
                  </a:lnTo>
                  <a:cubicBezTo>
                    <a:pt x="18897" y="2695"/>
                    <a:pt x="18924" y="2641"/>
                    <a:pt x="18924" y="2614"/>
                  </a:cubicBezTo>
                  <a:cubicBezTo>
                    <a:pt x="18897" y="2561"/>
                    <a:pt x="18870" y="2534"/>
                    <a:pt x="18817" y="2534"/>
                  </a:cubicBezTo>
                  <a:lnTo>
                    <a:pt x="12928" y="3257"/>
                  </a:lnTo>
                  <a:cubicBezTo>
                    <a:pt x="12875" y="3257"/>
                    <a:pt x="12848" y="3284"/>
                    <a:pt x="12848" y="3337"/>
                  </a:cubicBezTo>
                  <a:lnTo>
                    <a:pt x="13464" y="8637"/>
                  </a:lnTo>
                  <a:lnTo>
                    <a:pt x="5488" y="15863"/>
                  </a:lnTo>
                  <a:lnTo>
                    <a:pt x="696" y="3953"/>
                  </a:lnTo>
                  <a:lnTo>
                    <a:pt x="3132" y="1838"/>
                  </a:lnTo>
                  <a:cubicBezTo>
                    <a:pt x="3159" y="1838"/>
                    <a:pt x="3159" y="1811"/>
                    <a:pt x="3159" y="1785"/>
                  </a:cubicBezTo>
                  <a:cubicBezTo>
                    <a:pt x="3159" y="1758"/>
                    <a:pt x="3132" y="1731"/>
                    <a:pt x="3132" y="1731"/>
                  </a:cubicBezTo>
                  <a:lnTo>
                    <a:pt x="134" y="18"/>
                  </a:lnTo>
                  <a:cubicBezTo>
                    <a:pt x="123" y="7"/>
                    <a:pt x="108" y="1"/>
                    <a:pt x="9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6180750" y="3664850"/>
              <a:ext cx="190075" cy="431225"/>
            </a:xfrm>
            <a:custGeom>
              <a:avLst/>
              <a:gdLst/>
              <a:ahLst/>
              <a:cxnLst/>
              <a:rect l="l" t="t" r="r" b="b"/>
              <a:pathLst>
                <a:path w="7603" h="17249" extrusionOk="0">
                  <a:moveTo>
                    <a:pt x="7520" y="0"/>
                  </a:moveTo>
                  <a:cubicBezTo>
                    <a:pt x="7493" y="0"/>
                    <a:pt x="7460" y="19"/>
                    <a:pt x="7442" y="38"/>
                  </a:cubicBezTo>
                  <a:cubicBezTo>
                    <a:pt x="7415" y="92"/>
                    <a:pt x="3748" y="6007"/>
                    <a:pt x="1446" y="10129"/>
                  </a:cubicBezTo>
                  <a:cubicBezTo>
                    <a:pt x="295" y="12243"/>
                    <a:pt x="27" y="16954"/>
                    <a:pt x="1" y="17168"/>
                  </a:cubicBezTo>
                  <a:cubicBezTo>
                    <a:pt x="1" y="17222"/>
                    <a:pt x="54" y="17248"/>
                    <a:pt x="81" y="17248"/>
                  </a:cubicBezTo>
                  <a:lnTo>
                    <a:pt x="108" y="17248"/>
                  </a:lnTo>
                  <a:cubicBezTo>
                    <a:pt x="135" y="17248"/>
                    <a:pt x="161" y="17222"/>
                    <a:pt x="188" y="17168"/>
                  </a:cubicBezTo>
                  <a:cubicBezTo>
                    <a:pt x="188" y="17115"/>
                    <a:pt x="456" y="12297"/>
                    <a:pt x="1607" y="10209"/>
                  </a:cubicBezTo>
                  <a:cubicBezTo>
                    <a:pt x="3882" y="6087"/>
                    <a:pt x="7549" y="172"/>
                    <a:pt x="7575" y="119"/>
                  </a:cubicBezTo>
                  <a:cubicBezTo>
                    <a:pt x="7602" y="92"/>
                    <a:pt x="7602" y="38"/>
                    <a:pt x="7549" y="11"/>
                  </a:cubicBezTo>
                  <a:cubicBezTo>
                    <a:pt x="7541" y="4"/>
                    <a:pt x="7531" y="0"/>
                    <a:pt x="7520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6182100" y="3645725"/>
              <a:ext cx="38825" cy="275700"/>
            </a:xfrm>
            <a:custGeom>
              <a:avLst/>
              <a:gdLst/>
              <a:ahLst/>
              <a:cxnLst/>
              <a:rect l="l" t="t" r="r" b="b"/>
              <a:pathLst>
                <a:path w="1553" h="11028" extrusionOk="0">
                  <a:moveTo>
                    <a:pt x="81" y="0"/>
                  </a:moveTo>
                  <a:cubicBezTo>
                    <a:pt x="54" y="27"/>
                    <a:pt x="0" y="54"/>
                    <a:pt x="27" y="107"/>
                  </a:cubicBezTo>
                  <a:lnTo>
                    <a:pt x="1392" y="10947"/>
                  </a:lnTo>
                  <a:cubicBezTo>
                    <a:pt x="1392" y="11001"/>
                    <a:pt x="1446" y="11028"/>
                    <a:pt x="1472" y="11028"/>
                  </a:cubicBezTo>
                  <a:cubicBezTo>
                    <a:pt x="1526" y="11028"/>
                    <a:pt x="1553" y="10974"/>
                    <a:pt x="1553" y="10921"/>
                  </a:cubicBezTo>
                  <a:lnTo>
                    <a:pt x="188" y="81"/>
                  </a:lnTo>
                  <a:cubicBezTo>
                    <a:pt x="161" y="27"/>
                    <a:pt x="134" y="0"/>
                    <a:pt x="8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5802700" y="3821000"/>
              <a:ext cx="227525" cy="69650"/>
            </a:xfrm>
            <a:custGeom>
              <a:avLst/>
              <a:gdLst/>
              <a:ahLst/>
              <a:cxnLst/>
              <a:rect l="l" t="t" r="r" b="b"/>
              <a:pathLst>
                <a:path w="9101" h="2786" extrusionOk="0">
                  <a:moveTo>
                    <a:pt x="3915" y="1"/>
                  </a:moveTo>
                  <a:cubicBezTo>
                    <a:pt x="2858" y="1"/>
                    <a:pt x="1919" y="58"/>
                    <a:pt x="1445" y="189"/>
                  </a:cubicBezTo>
                  <a:cubicBezTo>
                    <a:pt x="0" y="564"/>
                    <a:pt x="616" y="2598"/>
                    <a:pt x="616" y="2598"/>
                  </a:cubicBezTo>
                  <a:lnTo>
                    <a:pt x="9047" y="2785"/>
                  </a:lnTo>
                  <a:cubicBezTo>
                    <a:pt x="9047" y="2785"/>
                    <a:pt x="9100" y="1072"/>
                    <a:pt x="8886" y="564"/>
                  </a:cubicBezTo>
                  <a:cubicBezTo>
                    <a:pt x="8742" y="240"/>
                    <a:pt x="6082" y="1"/>
                    <a:pt x="391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5674875" y="3849150"/>
              <a:ext cx="586875" cy="640375"/>
            </a:xfrm>
            <a:custGeom>
              <a:avLst/>
              <a:gdLst/>
              <a:ahLst/>
              <a:cxnLst/>
              <a:rect l="l" t="t" r="r" b="b"/>
              <a:pathLst>
                <a:path w="23475" h="25615" extrusionOk="0">
                  <a:moveTo>
                    <a:pt x="1" y="0"/>
                  </a:moveTo>
                  <a:lnTo>
                    <a:pt x="5381" y="24945"/>
                  </a:lnTo>
                  <a:lnTo>
                    <a:pt x="23474" y="25615"/>
                  </a:lnTo>
                  <a:lnTo>
                    <a:pt x="23474" y="25615"/>
                  </a:lnTo>
                  <a:lnTo>
                    <a:pt x="19834" y="12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5885675" y="4097450"/>
              <a:ext cx="384100" cy="389400"/>
            </a:xfrm>
            <a:custGeom>
              <a:avLst/>
              <a:gdLst/>
              <a:ahLst/>
              <a:cxnLst/>
              <a:rect l="l" t="t" r="r" b="b"/>
              <a:pathLst>
                <a:path w="15364" h="15576" extrusionOk="0">
                  <a:moveTo>
                    <a:pt x="11452" y="0"/>
                  </a:moveTo>
                  <a:cubicBezTo>
                    <a:pt x="10543" y="0"/>
                    <a:pt x="7365" y="3731"/>
                    <a:pt x="5728" y="5164"/>
                  </a:cubicBezTo>
                  <a:cubicBezTo>
                    <a:pt x="4015" y="6636"/>
                    <a:pt x="0" y="9232"/>
                    <a:pt x="0" y="9232"/>
                  </a:cubicBezTo>
                  <a:lnTo>
                    <a:pt x="2917" y="15576"/>
                  </a:lnTo>
                  <a:cubicBezTo>
                    <a:pt x="2917" y="15576"/>
                    <a:pt x="11402" y="12043"/>
                    <a:pt x="12232" y="11427"/>
                  </a:cubicBezTo>
                  <a:cubicBezTo>
                    <a:pt x="13062" y="10838"/>
                    <a:pt x="15364" y="8028"/>
                    <a:pt x="15256" y="6984"/>
                  </a:cubicBezTo>
                  <a:cubicBezTo>
                    <a:pt x="15202" y="6435"/>
                    <a:pt x="15013" y="6301"/>
                    <a:pt x="14842" y="6301"/>
                  </a:cubicBezTo>
                  <a:cubicBezTo>
                    <a:pt x="14680" y="6301"/>
                    <a:pt x="14534" y="6422"/>
                    <a:pt x="14534" y="6422"/>
                  </a:cubicBezTo>
                  <a:cubicBezTo>
                    <a:pt x="14534" y="6422"/>
                    <a:pt x="15149" y="5431"/>
                    <a:pt x="15203" y="4495"/>
                  </a:cubicBezTo>
                  <a:cubicBezTo>
                    <a:pt x="15256" y="3558"/>
                    <a:pt x="14213" y="3344"/>
                    <a:pt x="14213" y="3344"/>
                  </a:cubicBezTo>
                  <a:cubicBezTo>
                    <a:pt x="14587" y="1898"/>
                    <a:pt x="13169" y="1524"/>
                    <a:pt x="13169" y="1524"/>
                  </a:cubicBezTo>
                  <a:lnTo>
                    <a:pt x="9850" y="4869"/>
                  </a:lnTo>
                  <a:cubicBezTo>
                    <a:pt x="9850" y="4869"/>
                    <a:pt x="12285" y="426"/>
                    <a:pt x="11563" y="25"/>
                  </a:cubicBezTo>
                  <a:cubicBezTo>
                    <a:pt x="11531" y="8"/>
                    <a:pt x="11494" y="0"/>
                    <a:pt x="11452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6192125" y="4179850"/>
              <a:ext cx="51550" cy="68125"/>
            </a:xfrm>
            <a:custGeom>
              <a:avLst/>
              <a:gdLst/>
              <a:ahLst/>
              <a:cxnLst/>
              <a:rect l="l" t="t" r="r" b="b"/>
              <a:pathLst>
                <a:path w="2062" h="2725" extrusionOk="0">
                  <a:moveTo>
                    <a:pt x="1955" y="1"/>
                  </a:moveTo>
                  <a:cubicBezTo>
                    <a:pt x="1935" y="1"/>
                    <a:pt x="1914" y="8"/>
                    <a:pt x="1901" y="21"/>
                  </a:cubicBezTo>
                  <a:lnTo>
                    <a:pt x="27" y="2590"/>
                  </a:lnTo>
                  <a:cubicBezTo>
                    <a:pt x="1" y="2617"/>
                    <a:pt x="1" y="2671"/>
                    <a:pt x="54" y="2697"/>
                  </a:cubicBezTo>
                  <a:cubicBezTo>
                    <a:pt x="54" y="2697"/>
                    <a:pt x="81" y="2724"/>
                    <a:pt x="108" y="2724"/>
                  </a:cubicBezTo>
                  <a:cubicBezTo>
                    <a:pt x="135" y="2724"/>
                    <a:pt x="135" y="2697"/>
                    <a:pt x="161" y="2671"/>
                  </a:cubicBezTo>
                  <a:lnTo>
                    <a:pt x="2035" y="128"/>
                  </a:lnTo>
                  <a:cubicBezTo>
                    <a:pt x="2062" y="101"/>
                    <a:pt x="2062" y="48"/>
                    <a:pt x="2008" y="21"/>
                  </a:cubicBezTo>
                  <a:cubicBezTo>
                    <a:pt x="1995" y="8"/>
                    <a:pt x="1975" y="1"/>
                    <a:pt x="19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8"/>
            <p:cNvSpPr/>
            <p:nvPr/>
          </p:nvSpPr>
          <p:spPr>
            <a:xfrm>
              <a:off x="6215550" y="4199100"/>
              <a:ext cx="52225" cy="102400"/>
            </a:xfrm>
            <a:custGeom>
              <a:avLst/>
              <a:gdLst/>
              <a:ahLst/>
              <a:cxnLst/>
              <a:rect l="l" t="t" r="r" b="b"/>
              <a:pathLst>
                <a:path w="2089" h="4096" extrusionOk="0">
                  <a:moveTo>
                    <a:pt x="1981" y="0"/>
                  </a:moveTo>
                  <a:cubicBezTo>
                    <a:pt x="1954" y="0"/>
                    <a:pt x="1901" y="27"/>
                    <a:pt x="1901" y="81"/>
                  </a:cubicBezTo>
                  <a:cubicBezTo>
                    <a:pt x="1928" y="750"/>
                    <a:pt x="1713" y="1472"/>
                    <a:pt x="1339" y="2168"/>
                  </a:cubicBezTo>
                  <a:cubicBezTo>
                    <a:pt x="1044" y="2730"/>
                    <a:pt x="643" y="3293"/>
                    <a:pt x="27" y="3935"/>
                  </a:cubicBezTo>
                  <a:cubicBezTo>
                    <a:pt x="0" y="3988"/>
                    <a:pt x="0" y="4042"/>
                    <a:pt x="27" y="4069"/>
                  </a:cubicBezTo>
                  <a:cubicBezTo>
                    <a:pt x="54" y="4069"/>
                    <a:pt x="81" y="4096"/>
                    <a:pt x="81" y="4096"/>
                  </a:cubicBezTo>
                  <a:cubicBezTo>
                    <a:pt x="108" y="4096"/>
                    <a:pt x="134" y="4069"/>
                    <a:pt x="161" y="4069"/>
                  </a:cubicBezTo>
                  <a:cubicBezTo>
                    <a:pt x="750" y="3400"/>
                    <a:pt x="1178" y="2838"/>
                    <a:pt x="1499" y="2249"/>
                  </a:cubicBezTo>
                  <a:cubicBezTo>
                    <a:pt x="1874" y="1526"/>
                    <a:pt x="2088" y="777"/>
                    <a:pt x="2061" y="81"/>
                  </a:cubicBezTo>
                  <a:cubicBezTo>
                    <a:pt x="2061" y="27"/>
                    <a:pt x="2035" y="0"/>
                    <a:pt x="198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8"/>
            <p:cNvSpPr/>
            <p:nvPr/>
          </p:nvSpPr>
          <p:spPr>
            <a:xfrm>
              <a:off x="5608650" y="4077975"/>
              <a:ext cx="404850" cy="511425"/>
            </a:xfrm>
            <a:custGeom>
              <a:avLst/>
              <a:gdLst/>
              <a:ahLst/>
              <a:cxnLst/>
              <a:rect l="l" t="t" r="r" b="b"/>
              <a:pathLst>
                <a:path w="16194" h="20457" extrusionOk="0">
                  <a:moveTo>
                    <a:pt x="4631" y="1"/>
                  </a:moveTo>
                  <a:cubicBezTo>
                    <a:pt x="4631" y="1"/>
                    <a:pt x="3158" y="2651"/>
                    <a:pt x="2248" y="7361"/>
                  </a:cubicBezTo>
                  <a:cubicBezTo>
                    <a:pt x="1338" y="12072"/>
                    <a:pt x="0" y="17104"/>
                    <a:pt x="3881" y="19754"/>
                  </a:cubicBezTo>
                  <a:cubicBezTo>
                    <a:pt x="4613" y="20253"/>
                    <a:pt x="5507" y="20456"/>
                    <a:pt x="6475" y="20456"/>
                  </a:cubicBezTo>
                  <a:cubicBezTo>
                    <a:pt x="10642" y="20456"/>
                    <a:pt x="16193" y="16703"/>
                    <a:pt x="16193" y="16703"/>
                  </a:cubicBezTo>
                  <a:lnTo>
                    <a:pt x="11911" y="6799"/>
                  </a:lnTo>
                  <a:lnTo>
                    <a:pt x="7066" y="9021"/>
                  </a:lnTo>
                  <a:lnTo>
                    <a:pt x="4631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5726400" y="4245650"/>
              <a:ext cx="289775" cy="349600"/>
            </a:xfrm>
            <a:custGeom>
              <a:avLst/>
              <a:gdLst/>
              <a:ahLst/>
              <a:cxnLst/>
              <a:rect l="l" t="t" r="r" b="b"/>
              <a:pathLst>
                <a:path w="11591" h="13984" extrusionOk="0">
                  <a:moveTo>
                    <a:pt x="7203" y="1"/>
                  </a:moveTo>
                  <a:cubicBezTo>
                    <a:pt x="7192" y="1"/>
                    <a:pt x="7182" y="4"/>
                    <a:pt x="7174" y="12"/>
                  </a:cubicBezTo>
                  <a:lnTo>
                    <a:pt x="54" y="3117"/>
                  </a:lnTo>
                  <a:cubicBezTo>
                    <a:pt x="28" y="3144"/>
                    <a:pt x="1" y="3197"/>
                    <a:pt x="28" y="3224"/>
                  </a:cubicBezTo>
                  <a:cubicBezTo>
                    <a:pt x="28" y="3277"/>
                    <a:pt x="81" y="3277"/>
                    <a:pt x="135" y="3277"/>
                  </a:cubicBezTo>
                  <a:lnTo>
                    <a:pt x="7147" y="199"/>
                  </a:lnTo>
                  <a:lnTo>
                    <a:pt x="11403" y="9781"/>
                  </a:lnTo>
                  <a:cubicBezTo>
                    <a:pt x="10911" y="10195"/>
                    <a:pt x="6570" y="13810"/>
                    <a:pt x="2244" y="13810"/>
                  </a:cubicBezTo>
                  <a:cubicBezTo>
                    <a:pt x="2094" y="13810"/>
                    <a:pt x="1944" y="13805"/>
                    <a:pt x="1794" y="13796"/>
                  </a:cubicBezTo>
                  <a:cubicBezTo>
                    <a:pt x="1767" y="13796"/>
                    <a:pt x="1714" y="13823"/>
                    <a:pt x="1714" y="13877"/>
                  </a:cubicBezTo>
                  <a:cubicBezTo>
                    <a:pt x="1714" y="13930"/>
                    <a:pt x="1741" y="13957"/>
                    <a:pt x="1794" y="13957"/>
                  </a:cubicBezTo>
                  <a:cubicBezTo>
                    <a:pt x="1928" y="13957"/>
                    <a:pt x="2089" y="13984"/>
                    <a:pt x="2222" y="13984"/>
                  </a:cubicBezTo>
                  <a:cubicBezTo>
                    <a:pt x="6853" y="13984"/>
                    <a:pt x="11510" y="9915"/>
                    <a:pt x="11537" y="9862"/>
                  </a:cubicBezTo>
                  <a:cubicBezTo>
                    <a:pt x="11564" y="9835"/>
                    <a:pt x="11590" y="9808"/>
                    <a:pt x="11564" y="9781"/>
                  </a:cubicBezTo>
                  <a:lnTo>
                    <a:pt x="7281" y="39"/>
                  </a:lnTo>
                  <a:cubicBezTo>
                    <a:pt x="7262" y="20"/>
                    <a:pt x="7230" y="1"/>
                    <a:pt x="72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6356075" y="4028875"/>
              <a:ext cx="183375" cy="606525"/>
            </a:xfrm>
            <a:custGeom>
              <a:avLst/>
              <a:gdLst/>
              <a:ahLst/>
              <a:cxnLst/>
              <a:rect l="l" t="t" r="r" b="b"/>
              <a:pathLst>
                <a:path w="7335" h="24261" extrusionOk="0">
                  <a:moveTo>
                    <a:pt x="7239" y="0"/>
                  </a:moveTo>
                  <a:cubicBezTo>
                    <a:pt x="7202" y="0"/>
                    <a:pt x="7173" y="25"/>
                    <a:pt x="7173" y="64"/>
                  </a:cubicBezTo>
                  <a:cubicBezTo>
                    <a:pt x="6611" y="2313"/>
                    <a:pt x="6049" y="4588"/>
                    <a:pt x="5434" y="6809"/>
                  </a:cubicBezTo>
                  <a:cubicBezTo>
                    <a:pt x="3828" y="12698"/>
                    <a:pt x="2008" y="18533"/>
                    <a:pt x="0" y="24260"/>
                  </a:cubicBezTo>
                  <a:cubicBezTo>
                    <a:pt x="54" y="24260"/>
                    <a:pt x="134" y="24234"/>
                    <a:pt x="188" y="24234"/>
                  </a:cubicBezTo>
                  <a:cubicBezTo>
                    <a:pt x="2222" y="18479"/>
                    <a:pt x="4042" y="12591"/>
                    <a:pt x="5648" y="6676"/>
                  </a:cubicBezTo>
                  <a:cubicBezTo>
                    <a:pt x="6237" y="4481"/>
                    <a:pt x="6799" y="2286"/>
                    <a:pt x="7334" y="91"/>
                  </a:cubicBezTo>
                  <a:cubicBezTo>
                    <a:pt x="7334" y="64"/>
                    <a:pt x="7307" y="11"/>
                    <a:pt x="7281" y="11"/>
                  </a:cubicBezTo>
                  <a:cubicBezTo>
                    <a:pt x="7266" y="4"/>
                    <a:pt x="7252" y="0"/>
                    <a:pt x="7239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5640750" y="3288675"/>
              <a:ext cx="339275" cy="212825"/>
            </a:xfrm>
            <a:custGeom>
              <a:avLst/>
              <a:gdLst/>
              <a:ahLst/>
              <a:cxnLst/>
              <a:rect l="l" t="t" r="r" b="b"/>
              <a:pathLst>
                <a:path w="13571" h="8513" extrusionOk="0">
                  <a:moveTo>
                    <a:pt x="6135" y="0"/>
                  </a:moveTo>
                  <a:cubicBezTo>
                    <a:pt x="3388" y="0"/>
                    <a:pt x="1112" y="1113"/>
                    <a:pt x="456" y="2800"/>
                  </a:cubicBezTo>
                  <a:cubicBezTo>
                    <a:pt x="376" y="3014"/>
                    <a:pt x="295" y="3255"/>
                    <a:pt x="268" y="3469"/>
                  </a:cubicBezTo>
                  <a:cubicBezTo>
                    <a:pt x="1" y="5798"/>
                    <a:pt x="2704" y="8019"/>
                    <a:pt x="6317" y="8447"/>
                  </a:cubicBezTo>
                  <a:cubicBezTo>
                    <a:pt x="6585" y="8474"/>
                    <a:pt x="6826" y="8501"/>
                    <a:pt x="7067" y="8501"/>
                  </a:cubicBezTo>
                  <a:cubicBezTo>
                    <a:pt x="7231" y="8509"/>
                    <a:pt x="7394" y="8513"/>
                    <a:pt x="7556" y="8513"/>
                  </a:cubicBezTo>
                  <a:cubicBezTo>
                    <a:pt x="10628" y="8513"/>
                    <a:pt x="13129" y="7083"/>
                    <a:pt x="13384" y="5048"/>
                  </a:cubicBezTo>
                  <a:cubicBezTo>
                    <a:pt x="13384" y="5021"/>
                    <a:pt x="13384" y="4968"/>
                    <a:pt x="13384" y="4941"/>
                  </a:cubicBezTo>
                  <a:cubicBezTo>
                    <a:pt x="13571" y="2666"/>
                    <a:pt x="10921" y="525"/>
                    <a:pt x="7388" y="97"/>
                  </a:cubicBezTo>
                  <a:cubicBezTo>
                    <a:pt x="7375" y="83"/>
                    <a:pt x="7361" y="83"/>
                    <a:pt x="7351" y="83"/>
                  </a:cubicBezTo>
                  <a:cubicBezTo>
                    <a:pt x="7341" y="83"/>
                    <a:pt x="7335" y="83"/>
                    <a:pt x="7335" y="70"/>
                  </a:cubicBezTo>
                  <a:cubicBezTo>
                    <a:pt x="6927" y="23"/>
                    <a:pt x="6526" y="0"/>
                    <a:pt x="6135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5647450" y="3269000"/>
              <a:ext cx="339275" cy="212925"/>
            </a:xfrm>
            <a:custGeom>
              <a:avLst/>
              <a:gdLst/>
              <a:ahLst/>
              <a:cxnLst/>
              <a:rect l="l" t="t" r="r" b="b"/>
              <a:pathLst>
                <a:path w="13571" h="8517" extrusionOk="0">
                  <a:moveTo>
                    <a:pt x="5978" y="0"/>
                  </a:moveTo>
                  <a:cubicBezTo>
                    <a:pt x="2903" y="0"/>
                    <a:pt x="424" y="1429"/>
                    <a:pt x="188" y="3480"/>
                  </a:cubicBezTo>
                  <a:cubicBezTo>
                    <a:pt x="188" y="3507"/>
                    <a:pt x="188" y="3560"/>
                    <a:pt x="188" y="3587"/>
                  </a:cubicBezTo>
                  <a:cubicBezTo>
                    <a:pt x="0" y="5862"/>
                    <a:pt x="2677" y="8030"/>
                    <a:pt x="6237" y="8458"/>
                  </a:cubicBezTo>
                  <a:cubicBezTo>
                    <a:pt x="6371" y="8458"/>
                    <a:pt x="6505" y="8485"/>
                    <a:pt x="6638" y="8485"/>
                  </a:cubicBezTo>
                  <a:cubicBezTo>
                    <a:pt x="6911" y="8506"/>
                    <a:pt x="7180" y="8517"/>
                    <a:pt x="7445" y="8517"/>
                  </a:cubicBezTo>
                  <a:cubicBezTo>
                    <a:pt x="10175" y="8517"/>
                    <a:pt x="12457" y="7412"/>
                    <a:pt x="13116" y="5728"/>
                  </a:cubicBezTo>
                  <a:cubicBezTo>
                    <a:pt x="13196" y="5514"/>
                    <a:pt x="13249" y="5273"/>
                    <a:pt x="13303" y="5032"/>
                  </a:cubicBezTo>
                  <a:cubicBezTo>
                    <a:pt x="13571" y="2757"/>
                    <a:pt x="10894" y="536"/>
                    <a:pt x="7307" y="81"/>
                  </a:cubicBezTo>
                  <a:lnTo>
                    <a:pt x="7254" y="81"/>
                  </a:lnTo>
                  <a:cubicBezTo>
                    <a:pt x="6820" y="26"/>
                    <a:pt x="6394" y="0"/>
                    <a:pt x="59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5810725" y="3271000"/>
              <a:ext cx="176000" cy="210925"/>
            </a:xfrm>
            <a:custGeom>
              <a:avLst/>
              <a:gdLst/>
              <a:ahLst/>
              <a:cxnLst/>
              <a:rect l="l" t="t" r="r" b="b"/>
              <a:pathLst>
                <a:path w="7040" h="8437" extrusionOk="0">
                  <a:moveTo>
                    <a:pt x="776" y="1"/>
                  </a:moveTo>
                  <a:cubicBezTo>
                    <a:pt x="696" y="268"/>
                    <a:pt x="643" y="536"/>
                    <a:pt x="589" y="804"/>
                  </a:cubicBezTo>
                  <a:cubicBezTo>
                    <a:pt x="161" y="2543"/>
                    <a:pt x="54" y="4363"/>
                    <a:pt x="27" y="6157"/>
                  </a:cubicBezTo>
                  <a:cubicBezTo>
                    <a:pt x="0" y="6906"/>
                    <a:pt x="0" y="7656"/>
                    <a:pt x="107" y="8405"/>
                  </a:cubicBezTo>
                  <a:cubicBezTo>
                    <a:pt x="380" y="8426"/>
                    <a:pt x="649" y="8437"/>
                    <a:pt x="914" y="8437"/>
                  </a:cubicBezTo>
                  <a:cubicBezTo>
                    <a:pt x="3644" y="8437"/>
                    <a:pt x="5926" y="7332"/>
                    <a:pt x="6585" y="5648"/>
                  </a:cubicBezTo>
                  <a:cubicBezTo>
                    <a:pt x="6665" y="5434"/>
                    <a:pt x="6745" y="5193"/>
                    <a:pt x="6772" y="4952"/>
                  </a:cubicBezTo>
                  <a:cubicBezTo>
                    <a:pt x="7040" y="2677"/>
                    <a:pt x="4363" y="456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8"/>
            <p:cNvSpPr/>
            <p:nvPr/>
          </p:nvSpPr>
          <p:spPr>
            <a:xfrm>
              <a:off x="6758900" y="3887900"/>
              <a:ext cx="242250" cy="324450"/>
            </a:xfrm>
            <a:custGeom>
              <a:avLst/>
              <a:gdLst/>
              <a:ahLst/>
              <a:cxnLst/>
              <a:rect l="l" t="t" r="r" b="b"/>
              <a:pathLst>
                <a:path w="9690" h="12978" extrusionOk="0">
                  <a:moveTo>
                    <a:pt x="5786" y="0"/>
                  </a:moveTo>
                  <a:cubicBezTo>
                    <a:pt x="3705" y="0"/>
                    <a:pt x="1589" y="2267"/>
                    <a:pt x="803" y="5436"/>
                  </a:cubicBezTo>
                  <a:cubicBezTo>
                    <a:pt x="803" y="5436"/>
                    <a:pt x="776" y="5463"/>
                    <a:pt x="776" y="5489"/>
                  </a:cubicBezTo>
                  <a:cubicBezTo>
                    <a:pt x="0" y="8674"/>
                    <a:pt x="830" y="11645"/>
                    <a:pt x="2650" y="12636"/>
                  </a:cubicBezTo>
                  <a:cubicBezTo>
                    <a:pt x="2864" y="12743"/>
                    <a:pt x="3078" y="12823"/>
                    <a:pt x="3319" y="12903"/>
                  </a:cubicBezTo>
                  <a:cubicBezTo>
                    <a:pt x="3530" y="12953"/>
                    <a:pt x="3742" y="12978"/>
                    <a:pt x="3956" y="12978"/>
                  </a:cubicBezTo>
                  <a:cubicBezTo>
                    <a:pt x="6029" y="12978"/>
                    <a:pt x="8190" y="10697"/>
                    <a:pt x="8967" y="7470"/>
                  </a:cubicBezTo>
                  <a:cubicBezTo>
                    <a:pt x="9047" y="7229"/>
                    <a:pt x="9074" y="6988"/>
                    <a:pt x="9127" y="6747"/>
                  </a:cubicBezTo>
                  <a:cubicBezTo>
                    <a:pt x="9689" y="3509"/>
                    <a:pt x="8538" y="591"/>
                    <a:pt x="6451" y="56"/>
                  </a:cubicBezTo>
                  <a:lnTo>
                    <a:pt x="6344" y="56"/>
                  </a:lnTo>
                  <a:cubicBezTo>
                    <a:pt x="6159" y="18"/>
                    <a:pt x="5972" y="0"/>
                    <a:pt x="5786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6737475" y="3880725"/>
              <a:ext cx="244275" cy="324450"/>
            </a:xfrm>
            <a:custGeom>
              <a:avLst/>
              <a:gdLst/>
              <a:ahLst/>
              <a:cxnLst/>
              <a:rect l="l" t="t" r="r" b="b"/>
              <a:pathLst>
                <a:path w="9771" h="12978" extrusionOk="0">
                  <a:moveTo>
                    <a:pt x="5889" y="0"/>
                  </a:moveTo>
                  <a:cubicBezTo>
                    <a:pt x="3822" y="0"/>
                    <a:pt x="1684" y="2253"/>
                    <a:pt x="884" y="5428"/>
                  </a:cubicBezTo>
                  <a:cubicBezTo>
                    <a:pt x="884" y="5455"/>
                    <a:pt x="884" y="5482"/>
                    <a:pt x="884" y="5482"/>
                  </a:cubicBezTo>
                  <a:cubicBezTo>
                    <a:pt x="1" y="9042"/>
                    <a:pt x="1152" y="12361"/>
                    <a:pt x="3400" y="12896"/>
                  </a:cubicBezTo>
                  <a:cubicBezTo>
                    <a:pt x="3453" y="12923"/>
                    <a:pt x="3480" y="12923"/>
                    <a:pt x="3507" y="12923"/>
                  </a:cubicBezTo>
                  <a:cubicBezTo>
                    <a:pt x="3690" y="12960"/>
                    <a:pt x="3875" y="12978"/>
                    <a:pt x="4060" y="12978"/>
                  </a:cubicBezTo>
                  <a:cubicBezTo>
                    <a:pt x="6146" y="12978"/>
                    <a:pt x="8288" y="10685"/>
                    <a:pt x="9074" y="7489"/>
                  </a:cubicBezTo>
                  <a:cubicBezTo>
                    <a:pt x="9101" y="7356"/>
                    <a:pt x="9128" y="7222"/>
                    <a:pt x="9155" y="7088"/>
                  </a:cubicBezTo>
                  <a:cubicBezTo>
                    <a:pt x="9770" y="4063"/>
                    <a:pt x="8940" y="1280"/>
                    <a:pt x="7201" y="343"/>
                  </a:cubicBezTo>
                  <a:cubicBezTo>
                    <a:pt x="6987" y="209"/>
                    <a:pt x="6772" y="129"/>
                    <a:pt x="6532" y="75"/>
                  </a:cubicBezTo>
                  <a:cubicBezTo>
                    <a:pt x="6319" y="25"/>
                    <a:pt x="6104" y="0"/>
                    <a:pt x="588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6759550" y="3880725"/>
              <a:ext cx="222200" cy="177350"/>
            </a:xfrm>
            <a:custGeom>
              <a:avLst/>
              <a:gdLst/>
              <a:ahLst/>
              <a:cxnLst/>
              <a:rect l="l" t="t" r="r" b="b"/>
              <a:pathLst>
                <a:path w="8888" h="7094" extrusionOk="0">
                  <a:moveTo>
                    <a:pt x="5006" y="0"/>
                  </a:moveTo>
                  <a:cubicBezTo>
                    <a:pt x="2939" y="0"/>
                    <a:pt x="801" y="2253"/>
                    <a:pt x="1" y="5428"/>
                  </a:cubicBezTo>
                  <a:cubicBezTo>
                    <a:pt x="269" y="5535"/>
                    <a:pt x="510" y="5643"/>
                    <a:pt x="777" y="5723"/>
                  </a:cubicBezTo>
                  <a:cubicBezTo>
                    <a:pt x="2463" y="6338"/>
                    <a:pt x="4257" y="6660"/>
                    <a:pt x="6023" y="6927"/>
                  </a:cubicBezTo>
                  <a:cubicBezTo>
                    <a:pt x="6674" y="7020"/>
                    <a:pt x="7325" y="7093"/>
                    <a:pt x="7976" y="7093"/>
                  </a:cubicBezTo>
                  <a:cubicBezTo>
                    <a:pt x="8074" y="7093"/>
                    <a:pt x="8173" y="7091"/>
                    <a:pt x="8272" y="7088"/>
                  </a:cubicBezTo>
                  <a:cubicBezTo>
                    <a:pt x="8887" y="4063"/>
                    <a:pt x="8057" y="1280"/>
                    <a:pt x="6318" y="343"/>
                  </a:cubicBezTo>
                  <a:cubicBezTo>
                    <a:pt x="6104" y="209"/>
                    <a:pt x="5889" y="129"/>
                    <a:pt x="5649" y="75"/>
                  </a:cubicBezTo>
                  <a:cubicBezTo>
                    <a:pt x="5436" y="25"/>
                    <a:pt x="5221" y="0"/>
                    <a:pt x="5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8"/>
            <p:cNvSpPr/>
            <p:nvPr/>
          </p:nvSpPr>
          <p:spPr>
            <a:xfrm>
              <a:off x="6652500" y="3299750"/>
              <a:ext cx="211475" cy="208225"/>
            </a:xfrm>
            <a:custGeom>
              <a:avLst/>
              <a:gdLst/>
              <a:ahLst/>
              <a:cxnLst/>
              <a:rect l="l" t="t" r="r" b="b"/>
              <a:pathLst>
                <a:path w="8459" h="8329" extrusionOk="0">
                  <a:moveTo>
                    <a:pt x="4221" y="0"/>
                  </a:moveTo>
                  <a:cubicBezTo>
                    <a:pt x="4188" y="0"/>
                    <a:pt x="4155" y="1"/>
                    <a:pt x="4122" y="2"/>
                  </a:cubicBezTo>
                  <a:cubicBezTo>
                    <a:pt x="1821" y="55"/>
                    <a:pt x="0" y="1982"/>
                    <a:pt x="81" y="4284"/>
                  </a:cubicBezTo>
                  <a:cubicBezTo>
                    <a:pt x="133" y="6537"/>
                    <a:pt x="1955" y="8328"/>
                    <a:pt x="4190" y="8328"/>
                  </a:cubicBezTo>
                  <a:cubicBezTo>
                    <a:pt x="4239" y="8328"/>
                    <a:pt x="4287" y="8327"/>
                    <a:pt x="4336" y="8326"/>
                  </a:cubicBezTo>
                  <a:cubicBezTo>
                    <a:pt x="6638" y="8272"/>
                    <a:pt x="8458" y="6372"/>
                    <a:pt x="8405" y="4070"/>
                  </a:cubicBezTo>
                  <a:cubicBezTo>
                    <a:pt x="8326" y="1801"/>
                    <a:pt x="6478" y="0"/>
                    <a:pt x="4221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8"/>
            <p:cNvSpPr/>
            <p:nvPr/>
          </p:nvSpPr>
          <p:spPr>
            <a:xfrm>
              <a:off x="6662525" y="3289050"/>
              <a:ext cx="211475" cy="208200"/>
            </a:xfrm>
            <a:custGeom>
              <a:avLst/>
              <a:gdLst/>
              <a:ahLst/>
              <a:cxnLst/>
              <a:rect l="l" t="t" r="r" b="b"/>
              <a:pathLst>
                <a:path w="8459" h="8328" extrusionOk="0">
                  <a:moveTo>
                    <a:pt x="4223" y="0"/>
                  </a:moveTo>
                  <a:cubicBezTo>
                    <a:pt x="4190" y="0"/>
                    <a:pt x="4156" y="0"/>
                    <a:pt x="4123" y="1"/>
                  </a:cubicBezTo>
                  <a:cubicBezTo>
                    <a:pt x="1821" y="55"/>
                    <a:pt x="1" y="1982"/>
                    <a:pt x="81" y="4284"/>
                  </a:cubicBezTo>
                  <a:cubicBezTo>
                    <a:pt x="134" y="6537"/>
                    <a:pt x="1981" y="8328"/>
                    <a:pt x="4217" y="8328"/>
                  </a:cubicBezTo>
                  <a:cubicBezTo>
                    <a:pt x="4266" y="8328"/>
                    <a:pt x="4315" y="8327"/>
                    <a:pt x="4364" y="8325"/>
                  </a:cubicBezTo>
                  <a:cubicBezTo>
                    <a:pt x="6666" y="8272"/>
                    <a:pt x="8459" y="6345"/>
                    <a:pt x="8405" y="4043"/>
                  </a:cubicBezTo>
                  <a:cubicBezTo>
                    <a:pt x="8353" y="1775"/>
                    <a:pt x="6480" y="0"/>
                    <a:pt x="422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6687975" y="3332450"/>
              <a:ext cx="167300" cy="131950"/>
            </a:xfrm>
            <a:custGeom>
              <a:avLst/>
              <a:gdLst/>
              <a:ahLst/>
              <a:cxnLst/>
              <a:rect l="l" t="t" r="r" b="b"/>
              <a:pathLst>
                <a:path w="6692" h="5278" extrusionOk="0">
                  <a:moveTo>
                    <a:pt x="6577" y="1"/>
                  </a:moveTo>
                  <a:cubicBezTo>
                    <a:pt x="6558" y="1"/>
                    <a:pt x="6542" y="9"/>
                    <a:pt x="6531" y="32"/>
                  </a:cubicBezTo>
                  <a:lnTo>
                    <a:pt x="54" y="5117"/>
                  </a:lnTo>
                  <a:cubicBezTo>
                    <a:pt x="27" y="5144"/>
                    <a:pt x="0" y="5198"/>
                    <a:pt x="54" y="5251"/>
                  </a:cubicBezTo>
                  <a:cubicBezTo>
                    <a:pt x="54" y="5251"/>
                    <a:pt x="80" y="5278"/>
                    <a:pt x="107" y="5278"/>
                  </a:cubicBezTo>
                  <a:cubicBezTo>
                    <a:pt x="134" y="5278"/>
                    <a:pt x="161" y="5278"/>
                    <a:pt x="161" y="5251"/>
                  </a:cubicBezTo>
                  <a:lnTo>
                    <a:pt x="6638" y="166"/>
                  </a:lnTo>
                  <a:cubicBezTo>
                    <a:pt x="6665" y="139"/>
                    <a:pt x="6691" y="85"/>
                    <a:pt x="6665" y="32"/>
                  </a:cubicBezTo>
                  <a:cubicBezTo>
                    <a:pt x="6634" y="16"/>
                    <a:pt x="6603" y="1"/>
                    <a:pt x="6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5510275" y="4107400"/>
              <a:ext cx="211475" cy="208225"/>
            </a:xfrm>
            <a:custGeom>
              <a:avLst/>
              <a:gdLst/>
              <a:ahLst/>
              <a:cxnLst/>
              <a:rect l="l" t="t" r="r" b="b"/>
              <a:pathLst>
                <a:path w="8459" h="8329" extrusionOk="0">
                  <a:moveTo>
                    <a:pt x="4221" y="0"/>
                  </a:moveTo>
                  <a:cubicBezTo>
                    <a:pt x="4188" y="0"/>
                    <a:pt x="4155" y="1"/>
                    <a:pt x="4122" y="2"/>
                  </a:cubicBezTo>
                  <a:cubicBezTo>
                    <a:pt x="1821" y="82"/>
                    <a:pt x="1" y="1982"/>
                    <a:pt x="54" y="4284"/>
                  </a:cubicBezTo>
                  <a:cubicBezTo>
                    <a:pt x="133" y="6537"/>
                    <a:pt x="1955" y="8328"/>
                    <a:pt x="4190" y="8328"/>
                  </a:cubicBezTo>
                  <a:cubicBezTo>
                    <a:pt x="4239" y="8328"/>
                    <a:pt x="4288" y="8327"/>
                    <a:pt x="4337" y="8326"/>
                  </a:cubicBezTo>
                  <a:cubicBezTo>
                    <a:pt x="6638" y="8272"/>
                    <a:pt x="8458" y="6372"/>
                    <a:pt x="8405" y="4070"/>
                  </a:cubicBezTo>
                  <a:cubicBezTo>
                    <a:pt x="8326" y="1801"/>
                    <a:pt x="6478" y="0"/>
                    <a:pt x="4221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5510950" y="4096775"/>
              <a:ext cx="230875" cy="208450"/>
            </a:xfrm>
            <a:custGeom>
              <a:avLst/>
              <a:gdLst/>
              <a:ahLst/>
              <a:cxnLst/>
              <a:rect l="l" t="t" r="r" b="b"/>
              <a:pathLst>
                <a:path w="9235" h="8338" extrusionOk="0">
                  <a:moveTo>
                    <a:pt x="4615" y="1"/>
                  </a:moveTo>
                  <a:cubicBezTo>
                    <a:pt x="3610" y="1"/>
                    <a:pt x="2601" y="364"/>
                    <a:pt x="1794" y="1096"/>
                  </a:cubicBezTo>
                  <a:cubicBezTo>
                    <a:pt x="107" y="2648"/>
                    <a:pt x="0" y="5298"/>
                    <a:pt x="1553" y="6984"/>
                  </a:cubicBezTo>
                  <a:cubicBezTo>
                    <a:pt x="2377" y="7879"/>
                    <a:pt x="3503" y="8337"/>
                    <a:pt x="4634" y="8337"/>
                  </a:cubicBezTo>
                  <a:cubicBezTo>
                    <a:pt x="5634" y="8337"/>
                    <a:pt x="6638" y="7980"/>
                    <a:pt x="7441" y="7252"/>
                  </a:cubicBezTo>
                  <a:cubicBezTo>
                    <a:pt x="9127" y="5673"/>
                    <a:pt x="9234" y="3050"/>
                    <a:pt x="7682" y="1363"/>
                  </a:cubicBezTo>
                  <a:cubicBezTo>
                    <a:pt x="6861" y="458"/>
                    <a:pt x="5741" y="1"/>
                    <a:pt x="4615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5545750" y="4140100"/>
              <a:ext cx="167300" cy="131950"/>
            </a:xfrm>
            <a:custGeom>
              <a:avLst/>
              <a:gdLst/>
              <a:ahLst/>
              <a:cxnLst/>
              <a:rect l="l" t="t" r="r" b="b"/>
              <a:pathLst>
                <a:path w="6692" h="5278" extrusionOk="0">
                  <a:moveTo>
                    <a:pt x="6575" y="1"/>
                  </a:moveTo>
                  <a:cubicBezTo>
                    <a:pt x="6558" y="1"/>
                    <a:pt x="6542" y="9"/>
                    <a:pt x="6531" y="32"/>
                  </a:cubicBezTo>
                  <a:lnTo>
                    <a:pt x="54" y="5117"/>
                  </a:lnTo>
                  <a:cubicBezTo>
                    <a:pt x="0" y="5144"/>
                    <a:pt x="0" y="5198"/>
                    <a:pt x="27" y="5251"/>
                  </a:cubicBezTo>
                  <a:cubicBezTo>
                    <a:pt x="54" y="5278"/>
                    <a:pt x="80" y="5278"/>
                    <a:pt x="107" y="5278"/>
                  </a:cubicBezTo>
                  <a:cubicBezTo>
                    <a:pt x="134" y="5278"/>
                    <a:pt x="161" y="5278"/>
                    <a:pt x="161" y="5251"/>
                  </a:cubicBezTo>
                  <a:lnTo>
                    <a:pt x="6638" y="166"/>
                  </a:lnTo>
                  <a:cubicBezTo>
                    <a:pt x="6665" y="139"/>
                    <a:pt x="6691" y="85"/>
                    <a:pt x="6638" y="32"/>
                  </a:cubicBezTo>
                  <a:cubicBezTo>
                    <a:pt x="6623" y="16"/>
                    <a:pt x="6598" y="1"/>
                    <a:pt x="6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5774575" y="363635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215"/>
                  </a:moveTo>
                  <a:cubicBezTo>
                    <a:pt x="3454" y="215"/>
                    <a:pt x="4390" y="1151"/>
                    <a:pt x="4390" y="2302"/>
                  </a:cubicBezTo>
                  <a:cubicBezTo>
                    <a:pt x="4390" y="3453"/>
                    <a:pt x="3454" y="4417"/>
                    <a:pt x="2303" y="4417"/>
                  </a:cubicBezTo>
                  <a:cubicBezTo>
                    <a:pt x="1152" y="4417"/>
                    <a:pt x="188" y="3453"/>
                    <a:pt x="188" y="2302"/>
                  </a:cubicBezTo>
                  <a:cubicBezTo>
                    <a:pt x="188" y="1151"/>
                    <a:pt x="1152" y="215"/>
                    <a:pt x="2303" y="215"/>
                  </a:cubicBezTo>
                  <a:close/>
                  <a:moveTo>
                    <a:pt x="2303" y="1"/>
                  </a:moveTo>
                  <a:cubicBezTo>
                    <a:pt x="1018" y="1"/>
                    <a:pt x="1" y="1044"/>
                    <a:pt x="1" y="2302"/>
                  </a:cubicBezTo>
                  <a:cubicBezTo>
                    <a:pt x="1" y="3587"/>
                    <a:pt x="1018" y="4604"/>
                    <a:pt x="2303" y="4604"/>
                  </a:cubicBezTo>
                  <a:cubicBezTo>
                    <a:pt x="3561" y="4604"/>
                    <a:pt x="4605" y="3587"/>
                    <a:pt x="4605" y="2302"/>
                  </a:cubicBezTo>
                  <a:cubicBezTo>
                    <a:pt x="4605" y="1044"/>
                    <a:pt x="3561" y="1"/>
                    <a:pt x="23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8"/>
            <p:cNvSpPr/>
            <p:nvPr/>
          </p:nvSpPr>
          <p:spPr>
            <a:xfrm>
              <a:off x="6590950" y="3087000"/>
              <a:ext cx="109750" cy="109750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5" y="0"/>
                  </a:moveTo>
                  <a:cubicBezTo>
                    <a:pt x="990" y="0"/>
                    <a:pt x="0" y="990"/>
                    <a:pt x="0" y="2195"/>
                  </a:cubicBezTo>
                  <a:cubicBezTo>
                    <a:pt x="0" y="3399"/>
                    <a:pt x="990" y="4390"/>
                    <a:pt x="2195" y="4390"/>
                  </a:cubicBezTo>
                  <a:cubicBezTo>
                    <a:pt x="3399" y="4390"/>
                    <a:pt x="4390" y="3399"/>
                    <a:pt x="4390" y="2195"/>
                  </a:cubicBezTo>
                  <a:cubicBezTo>
                    <a:pt x="4390" y="990"/>
                    <a:pt x="3399" y="0"/>
                    <a:pt x="21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8"/>
            <p:cNvSpPr/>
            <p:nvPr/>
          </p:nvSpPr>
          <p:spPr>
            <a:xfrm>
              <a:off x="6599625" y="427470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215"/>
                  </a:moveTo>
                  <a:cubicBezTo>
                    <a:pt x="3400" y="215"/>
                    <a:pt x="4310" y="1072"/>
                    <a:pt x="4391" y="2169"/>
                  </a:cubicBezTo>
                  <a:cubicBezTo>
                    <a:pt x="4391" y="2222"/>
                    <a:pt x="4391" y="2249"/>
                    <a:pt x="4391" y="2303"/>
                  </a:cubicBezTo>
                  <a:cubicBezTo>
                    <a:pt x="4391" y="2999"/>
                    <a:pt x="4069" y="3587"/>
                    <a:pt x="3561" y="3962"/>
                  </a:cubicBezTo>
                  <a:cubicBezTo>
                    <a:pt x="3213" y="4257"/>
                    <a:pt x="2785" y="4390"/>
                    <a:pt x="2303" y="4390"/>
                  </a:cubicBezTo>
                  <a:cubicBezTo>
                    <a:pt x="1152" y="4390"/>
                    <a:pt x="188" y="3454"/>
                    <a:pt x="188" y="2303"/>
                  </a:cubicBezTo>
                  <a:cubicBezTo>
                    <a:pt x="188" y="1152"/>
                    <a:pt x="1152" y="215"/>
                    <a:pt x="2303" y="215"/>
                  </a:cubicBezTo>
                  <a:close/>
                  <a:moveTo>
                    <a:pt x="2303" y="1"/>
                  </a:moveTo>
                  <a:cubicBezTo>
                    <a:pt x="1018" y="1"/>
                    <a:pt x="1" y="1045"/>
                    <a:pt x="1" y="2303"/>
                  </a:cubicBezTo>
                  <a:cubicBezTo>
                    <a:pt x="1" y="3587"/>
                    <a:pt x="1018" y="4605"/>
                    <a:pt x="2303" y="4605"/>
                  </a:cubicBezTo>
                  <a:cubicBezTo>
                    <a:pt x="2785" y="4605"/>
                    <a:pt x="3213" y="4444"/>
                    <a:pt x="3588" y="4203"/>
                  </a:cubicBezTo>
                  <a:cubicBezTo>
                    <a:pt x="4203" y="3802"/>
                    <a:pt x="4605" y="3106"/>
                    <a:pt x="4605" y="2303"/>
                  </a:cubicBezTo>
                  <a:cubicBezTo>
                    <a:pt x="4605" y="2222"/>
                    <a:pt x="4578" y="2115"/>
                    <a:pt x="4578" y="2035"/>
                  </a:cubicBezTo>
                  <a:cubicBezTo>
                    <a:pt x="4444" y="884"/>
                    <a:pt x="3481" y="1"/>
                    <a:pt x="23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8"/>
            <p:cNvSpPr/>
            <p:nvPr/>
          </p:nvSpPr>
          <p:spPr>
            <a:xfrm>
              <a:off x="6688625" y="4316875"/>
              <a:ext cx="109775" cy="109750"/>
            </a:xfrm>
            <a:custGeom>
              <a:avLst/>
              <a:gdLst/>
              <a:ahLst/>
              <a:cxnLst/>
              <a:rect l="l" t="t" r="r" b="b"/>
              <a:pathLst>
                <a:path w="4391" h="4390" extrusionOk="0">
                  <a:moveTo>
                    <a:pt x="2196" y="0"/>
                  </a:moveTo>
                  <a:cubicBezTo>
                    <a:pt x="991" y="0"/>
                    <a:pt x="1" y="964"/>
                    <a:pt x="1" y="2195"/>
                  </a:cubicBezTo>
                  <a:cubicBezTo>
                    <a:pt x="1" y="3399"/>
                    <a:pt x="991" y="4390"/>
                    <a:pt x="2196" y="4390"/>
                  </a:cubicBezTo>
                  <a:cubicBezTo>
                    <a:pt x="3400" y="4390"/>
                    <a:pt x="4390" y="3399"/>
                    <a:pt x="4390" y="2195"/>
                  </a:cubicBezTo>
                  <a:cubicBezTo>
                    <a:pt x="4390" y="964"/>
                    <a:pt x="3400" y="0"/>
                    <a:pt x="2196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8"/>
            <p:cNvSpPr/>
            <p:nvPr/>
          </p:nvSpPr>
          <p:spPr>
            <a:xfrm>
              <a:off x="5440025" y="3978175"/>
              <a:ext cx="95700" cy="86625"/>
            </a:xfrm>
            <a:custGeom>
              <a:avLst/>
              <a:gdLst/>
              <a:ahLst/>
              <a:cxnLst/>
              <a:rect l="l" t="t" r="r" b="b"/>
              <a:pathLst>
                <a:path w="3828" h="3465" extrusionOk="0">
                  <a:moveTo>
                    <a:pt x="1824" y="1"/>
                  </a:moveTo>
                  <a:cubicBezTo>
                    <a:pt x="1393" y="1"/>
                    <a:pt x="967" y="162"/>
                    <a:pt x="642" y="487"/>
                  </a:cubicBezTo>
                  <a:cubicBezTo>
                    <a:pt x="0" y="1156"/>
                    <a:pt x="0" y="2253"/>
                    <a:pt x="696" y="2949"/>
                  </a:cubicBezTo>
                  <a:cubicBezTo>
                    <a:pt x="1051" y="3290"/>
                    <a:pt x="1510" y="3464"/>
                    <a:pt x="1964" y="3464"/>
                  </a:cubicBezTo>
                  <a:cubicBezTo>
                    <a:pt x="2400" y="3464"/>
                    <a:pt x="2831" y="3304"/>
                    <a:pt x="3158" y="2976"/>
                  </a:cubicBezTo>
                  <a:cubicBezTo>
                    <a:pt x="3828" y="2333"/>
                    <a:pt x="3801" y="1209"/>
                    <a:pt x="3105" y="540"/>
                  </a:cubicBezTo>
                  <a:cubicBezTo>
                    <a:pt x="2747" y="182"/>
                    <a:pt x="2282" y="1"/>
                    <a:pt x="1824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8"/>
            <p:cNvSpPr/>
            <p:nvPr/>
          </p:nvSpPr>
          <p:spPr>
            <a:xfrm>
              <a:off x="6704025" y="3754700"/>
              <a:ext cx="95700" cy="87200"/>
            </a:xfrm>
            <a:custGeom>
              <a:avLst/>
              <a:gdLst/>
              <a:ahLst/>
              <a:cxnLst/>
              <a:rect l="l" t="t" r="r" b="b"/>
              <a:pathLst>
                <a:path w="3828" h="3488" extrusionOk="0">
                  <a:moveTo>
                    <a:pt x="1852" y="0"/>
                  </a:moveTo>
                  <a:cubicBezTo>
                    <a:pt x="1420" y="0"/>
                    <a:pt x="994" y="161"/>
                    <a:pt x="670" y="486"/>
                  </a:cubicBezTo>
                  <a:cubicBezTo>
                    <a:pt x="0" y="1155"/>
                    <a:pt x="27" y="2252"/>
                    <a:pt x="723" y="2948"/>
                  </a:cubicBezTo>
                  <a:cubicBezTo>
                    <a:pt x="1068" y="3306"/>
                    <a:pt x="1532" y="3487"/>
                    <a:pt x="1990" y="3487"/>
                  </a:cubicBezTo>
                  <a:cubicBezTo>
                    <a:pt x="2422" y="3487"/>
                    <a:pt x="2847" y="3327"/>
                    <a:pt x="3159" y="3002"/>
                  </a:cubicBezTo>
                  <a:cubicBezTo>
                    <a:pt x="3828" y="2333"/>
                    <a:pt x="3828" y="1235"/>
                    <a:pt x="3132" y="539"/>
                  </a:cubicBezTo>
                  <a:cubicBezTo>
                    <a:pt x="2774" y="181"/>
                    <a:pt x="2309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350;p51">
            <a:extLst>
              <a:ext uri="{FF2B5EF4-FFF2-40B4-BE49-F238E27FC236}">
                <a16:creationId xmlns:a16="http://schemas.microsoft.com/office/drawing/2014/main" id="{E54B26FC-3C4A-EFA4-C65A-BA6FDFA73E30}"/>
              </a:ext>
            </a:extLst>
          </p:cNvPr>
          <p:cNvGrpSpPr/>
          <p:nvPr/>
        </p:nvGrpSpPr>
        <p:grpSpPr>
          <a:xfrm rot="-805839">
            <a:off x="7867842" y="-2428229"/>
            <a:ext cx="1254690" cy="2152757"/>
            <a:chOff x="6889573" y="1725933"/>
            <a:chExt cx="701890" cy="1204281"/>
          </a:xfrm>
        </p:grpSpPr>
        <p:grpSp>
          <p:nvGrpSpPr>
            <p:cNvPr id="1180" name="Google Shape;1351;p51">
              <a:extLst>
                <a:ext uri="{FF2B5EF4-FFF2-40B4-BE49-F238E27FC236}">
                  <a16:creationId xmlns:a16="http://schemas.microsoft.com/office/drawing/2014/main" id="{8E7E4CFA-2C76-1C1C-852B-5BC3CE850CC9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1247" name="Google Shape;1352;p51">
                <a:extLst>
                  <a:ext uri="{FF2B5EF4-FFF2-40B4-BE49-F238E27FC236}">
                    <a16:creationId xmlns:a16="http://schemas.microsoft.com/office/drawing/2014/main" id="{B9A2BB37-746B-7331-C968-A057AA992F21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353;p51">
                <a:extLst>
                  <a:ext uri="{FF2B5EF4-FFF2-40B4-BE49-F238E27FC236}">
                    <a16:creationId xmlns:a16="http://schemas.microsoft.com/office/drawing/2014/main" id="{3BE63B03-F454-E5B4-041C-93721CB421CA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354;p51">
                <a:extLst>
                  <a:ext uri="{FF2B5EF4-FFF2-40B4-BE49-F238E27FC236}">
                    <a16:creationId xmlns:a16="http://schemas.microsoft.com/office/drawing/2014/main" id="{BA7CB452-AB35-9807-9B27-F3CC2E9290D4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355;p51">
                <a:extLst>
                  <a:ext uri="{FF2B5EF4-FFF2-40B4-BE49-F238E27FC236}">
                    <a16:creationId xmlns:a16="http://schemas.microsoft.com/office/drawing/2014/main" id="{46A68838-1E4B-BFBB-E248-B375FA78FDF4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356;p51">
                <a:extLst>
                  <a:ext uri="{FF2B5EF4-FFF2-40B4-BE49-F238E27FC236}">
                    <a16:creationId xmlns:a16="http://schemas.microsoft.com/office/drawing/2014/main" id="{1E50E9A1-3F0E-0EAE-A936-C86F6DFC1CDC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357;p51">
                <a:extLst>
                  <a:ext uri="{FF2B5EF4-FFF2-40B4-BE49-F238E27FC236}">
                    <a16:creationId xmlns:a16="http://schemas.microsoft.com/office/drawing/2014/main" id="{740A9917-B3A7-D0E5-E1DA-C86709567A63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358;p51">
                <a:extLst>
                  <a:ext uri="{FF2B5EF4-FFF2-40B4-BE49-F238E27FC236}">
                    <a16:creationId xmlns:a16="http://schemas.microsoft.com/office/drawing/2014/main" id="{7089E729-459B-AC3E-C030-C884FD48A5EC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359;p51">
                <a:extLst>
                  <a:ext uri="{FF2B5EF4-FFF2-40B4-BE49-F238E27FC236}">
                    <a16:creationId xmlns:a16="http://schemas.microsoft.com/office/drawing/2014/main" id="{8712A50E-81EB-C077-0F1A-95D0FD6F9950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360;p51">
                <a:extLst>
                  <a:ext uri="{FF2B5EF4-FFF2-40B4-BE49-F238E27FC236}">
                    <a16:creationId xmlns:a16="http://schemas.microsoft.com/office/drawing/2014/main" id="{A166A4D6-EBCB-429B-A60C-CE73AD507CE9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361;p51">
                <a:extLst>
                  <a:ext uri="{FF2B5EF4-FFF2-40B4-BE49-F238E27FC236}">
                    <a16:creationId xmlns:a16="http://schemas.microsoft.com/office/drawing/2014/main" id="{271499A7-890D-AE84-4808-A37ABB35548D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" name="Google Shape;1362;p51">
              <a:extLst>
                <a:ext uri="{FF2B5EF4-FFF2-40B4-BE49-F238E27FC236}">
                  <a16:creationId xmlns:a16="http://schemas.microsoft.com/office/drawing/2014/main" id="{D08F85BE-2BD0-4AD7-23AE-71CF88C7A365}"/>
                </a:ext>
              </a:extLst>
            </p:cNvPr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1237" name="Google Shape;1363;p51">
                <a:extLst>
                  <a:ext uri="{FF2B5EF4-FFF2-40B4-BE49-F238E27FC236}">
                    <a16:creationId xmlns:a16="http://schemas.microsoft.com/office/drawing/2014/main" id="{1C36B66E-981B-BF54-5A02-06EBC55A3B4A}"/>
                  </a:ext>
                </a:extLst>
              </p:cNvPr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noFill/>
              <a:ln w="10000" cap="rnd" cmpd="sng">
                <a:solidFill>
                  <a:srgbClr val="00000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364;p51">
                <a:extLst>
                  <a:ext uri="{FF2B5EF4-FFF2-40B4-BE49-F238E27FC236}">
                    <a16:creationId xmlns:a16="http://schemas.microsoft.com/office/drawing/2014/main" id="{1D034922-A329-709B-E131-0756394EE7B2}"/>
                  </a:ext>
                </a:extLst>
              </p:cNvPr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365;p51">
                <a:extLst>
                  <a:ext uri="{FF2B5EF4-FFF2-40B4-BE49-F238E27FC236}">
                    <a16:creationId xmlns:a16="http://schemas.microsoft.com/office/drawing/2014/main" id="{05B90356-EB18-A9A0-4B84-54FCA4811702}"/>
                  </a:ext>
                </a:extLst>
              </p:cNvPr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366;p51">
                <a:extLst>
                  <a:ext uri="{FF2B5EF4-FFF2-40B4-BE49-F238E27FC236}">
                    <a16:creationId xmlns:a16="http://schemas.microsoft.com/office/drawing/2014/main" id="{D2CE33F6-C43E-8841-D694-6FA24F9DA851}"/>
                  </a:ext>
                </a:extLst>
              </p:cNvPr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367;p51">
                <a:extLst>
                  <a:ext uri="{FF2B5EF4-FFF2-40B4-BE49-F238E27FC236}">
                    <a16:creationId xmlns:a16="http://schemas.microsoft.com/office/drawing/2014/main" id="{C9C8E77D-31DE-B8C8-60D2-E7A97048DF02}"/>
                  </a:ext>
                </a:extLst>
              </p:cNvPr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368;p51">
                <a:extLst>
                  <a:ext uri="{FF2B5EF4-FFF2-40B4-BE49-F238E27FC236}">
                    <a16:creationId xmlns:a16="http://schemas.microsoft.com/office/drawing/2014/main" id="{5EF76A15-D7EB-DA41-54F5-0C2391C08403}"/>
                  </a:ext>
                </a:extLst>
              </p:cNvPr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3" name="Google Shape;1369;p51">
                <a:extLst>
                  <a:ext uri="{FF2B5EF4-FFF2-40B4-BE49-F238E27FC236}">
                    <a16:creationId xmlns:a16="http://schemas.microsoft.com/office/drawing/2014/main" id="{4F590DC8-4409-C010-9146-AF2B2EFE6BC8}"/>
                  </a:ext>
                </a:extLst>
              </p:cNvPr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rgbClr val="FF9F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370;p51">
                <a:extLst>
                  <a:ext uri="{FF2B5EF4-FFF2-40B4-BE49-F238E27FC236}">
                    <a16:creationId xmlns:a16="http://schemas.microsoft.com/office/drawing/2014/main" id="{7B6C8A41-DDDD-DF7F-6B97-03071493246A}"/>
                  </a:ext>
                </a:extLst>
              </p:cNvPr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371;p51">
                <a:extLst>
                  <a:ext uri="{FF2B5EF4-FFF2-40B4-BE49-F238E27FC236}">
                    <a16:creationId xmlns:a16="http://schemas.microsoft.com/office/drawing/2014/main" id="{659163E5-98E7-870F-511A-EF76EB067CB7}"/>
                  </a:ext>
                </a:extLst>
              </p:cNvPr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6" name="Google Shape;1372;p51">
                <a:extLst>
                  <a:ext uri="{FF2B5EF4-FFF2-40B4-BE49-F238E27FC236}">
                    <a16:creationId xmlns:a16="http://schemas.microsoft.com/office/drawing/2014/main" id="{AC0060B9-1290-136F-62A1-CE1FDE1DD432}"/>
                  </a:ext>
                </a:extLst>
              </p:cNvPr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7" name="Google Shape;1374;p51">
            <a:extLst>
              <a:ext uri="{FF2B5EF4-FFF2-40B4-BE49-F238E27FC236}">
                <a16:creationId xmlns:a16="http://schemas.microsoft.com/office/drawing/2014/main" id="{058BCA0C-0C0C-3880-1A89-1B9E9580D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469" y="-2569605"/>
            <a:ext cx="43850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AGGREGATION </a:t>
            </a:r>
            <a:r>
              <a:rPr lang="en" dirty="0">
                <a:solidFill>
                  <a:schemeClr val="accent3"/>
                </a:solidFill>
              </a:rPr>
              <a:t>QUERY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1258" name="Google Shape;1375;p51">
            <a:extLst>
              <a:ext uri="{FF2B5EF4-FFF2-40B4-BE49-F238E27FC236}">
                <a16:creationId xmlns:a16="http://schemas.microsoft.com/office/drawing/2014/main" id="{EBE04B34-791C-03AD-61F5-DACF23A57287}"/>
              </a:ext>
            </a:extLst>
          </p:cNvPr>
          <p:cNvGrpSpPr/>
          <p:nvPr/>
        </p:nvGrpSpPr>
        <p:grpSpPr>
          <a:xfrm>
            <a:off x="10039342" y="1978403"/>
            <a:ext cx="1765191" cy="1943544"/>
            <a:chOff x="4648195" y="2913864"/>
            <a:chExt cx="1188761" cy="1308872"/>
          </a:xfrm>
        </p:grpSpPr>
        <p:grpSp>
          <p:nvGrpSpPr>
            <p:cNvPr id="1259" name="Google Shape;1376;p51">
              <a:extLst>
                <a:ext uri="{FF2B5EF4-FFF2-40B4-BE49-F238E27FC236}">
                  <a16:creationId xmlns:a16="http://schemas.microsoft.com/office/drawing/2014/main" id="{2977A897-7DC1-AAB8-52EA-275997DF0138}"/>
                </a:ext>
              </a:extLst>
            </p:cNvPr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1275" name="Google Shape;1377;p51">
                <a:extLst>
                  <a:ext uri="{FF2B5EF4-FFF2-40B4-BE49-F238E27FC236}">
                    <a16:creationId xmlns:a16="http://schemas.microsoft.com/office/drawing/2014/main" id="{68DA9188-48F3-7C82-E391-DDF5216C6586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378;p51">
                <a:extLst>
                  <a:ext uri="{FF2B5EF4-FFF2-40B4-BE49-F238E27FC236}">
                    <a16:creationId xmlns:a16="http://schemas.microsoft.com/office/drawing/2014/main" id="{3272DC7B-411B-1F69-6863-D48C5DBA5E1B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379;p51">
                <a:extLst>
                  <a:ext uri="{FF2B5EF4-FFF2-40B4-BE49-F238E27FC236}">
                    <a16:creationId xmlns:a16="http://schemas.microsoft.com/office/drawing/2014/main" id="{07A65763-81B6-2B47-162E-6C0CF78BEEEE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380;p51">
                <a:extLst>
                  <a:ext uri="{FF2B5EF4-FFF2-40B4-BE49-F238E27FC236}">
                    <a16:creationId xmlns:a16="http://schemas.microsoft.com/office/drawing/2014/main" id="{52FA5C8B-FE39-5224-521A-E11ABAC1D50F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381;p51">
                <a:extLst>
                  <a:ext uri="{FF2B5EF4-FFF2-40B4-BE49-F238E27FC236}">
                    <a16:creationId xmlns:a16="http://schemas.microsoft.com/office/drawing/2014/main" id="{EEE84A70-16CB-227A-8F7F-52E9BF251FBD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382;p51">
                <a:extLst>
                  <a:ext uri="{FF2B5EF4-FFF2-40B4-BE49-F238E27FC236}">
                    <a16:creationId xmlns:a16="http://schemas.microsoft.com/office/drawing/2014/main" id="{90CD7F01-4A86-BFB8-E8F3-A45BA6663EA8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383;p51">
                <a:extLst>
                  <a:ext uri="{FF2B5EF4-FFF2-40B4-BE49-F238E27FC236}">
                    <a16:creationId xmlns:a16="http://schemas.microsoft.com/office/drawing/2014/main" id="{129B5F5D-7CED-F4C7-DF27-2C57C63FC213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384;p51">
                <a:extLst>
                  <a:ext uri="{FF2B5EF4-FFF2-40B4-BE49-F238E27FC236}">
                    <a16:creationId xmlns:a16="http://schemas.microsoft.com/office/drawing/2014/main" id="{9C5E422A-2BFB-8944-E6BD-362A7818FEDE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385;p51">
                <a:extLst>
                  <a:ext uri="{FF2B5EF4-FFF2-40B4-BE49-F238E27FC236}">
                    <a16:creationId xmlns:a16="http://schemas.microsoft.com/office/drawing/2014/main" id="{671B50D0-BEB1-A4C8-37E9-881FC8935A32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386;p51">
                <a:extLst>
                  <a:ext uri="{FF2B5EF4-FFF2-40B4-BE49-F238E27FC236}">
                    <a16:creationId xmlns:a16="http://schemas.microsoft.com/office/drawing/2014/main" id="{9FDD1C2C-8EE6-8CDE-99C9-6E2F7047FB45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387;p51">
                <a:extLst>
                  <a:ext uri="{FF2B5EF4-FFF2-40B4-BE49-F238E27FC236}">
                    <a16:creationId xmlns:a16="http://schemas.microsoft.com/office/drawing/2014/main" id="{356ACA65-6CDD-649E-4FFD-F89F989ADDBB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388;p51">
                <a:extLst>
                  <a:ext uri="{FF2B5EF4-FFF2-40B4-BE49-F238E27FC236}">
                    <a16:creationId xmlns:a16="http://schemas.microsoft.com/office/drawing/2014/main" id="{7594EF44-AE5C-F8F0-65F4-3CD1D286F8EC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389;p51">
                <a:extLst>
                  <a:ext uri="{FF2B5EF4-FFF2-40B4-BE49-F238E27FC236}">
                    <a16:creationId xmlns:a16="http://schemas.microsoft.com/office/drawing/2014/main" id="{7F3C4F66-2744-9511-5ECB-9C91C470588C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390;p51">
                <a:extLst>
                  <a:ext uri="{FF2B5EF4-FFF2-40B4-BE49-F238E27FC236}">
                    <a16:creationId xmlns:a16="http://schemas.microsoft.com/office/drawing/2014/main" id="{7AF8365D-A4DA-52DC-16B1-53A744AB98B8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391;p51">
              <a:extLst>
                <a:ext uri="{FF2B5EF4-FFF2-40B4-BE49-F238E27FC236}">
                  <a16:creationId xmlns:a16="http://schemas.microsoft.com/office/drawing/2014/main" id="{255C3F1B-BBB4-E90F-4005-CC76892D8C55}"/>
                </a:ext>
              </a:extLst>
            </p:cNvPr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1261" name="Google Shape;1392;p51">
                <a:extLst>
                  <a:ext uri="{FF2B5EF4-FFF2-40B4-BE49-F238E27FC236}">
                    <a16:creationId xmlns:a16="http://schemas.microsoft.com/office/drawing/2014/main" id="{70E59C2E-5CE7-98FF-713E-4F336CE86E30}"/>
                  </a:ext>
                </a:extLst>
              </p:cNvPr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2" name="Google Shape;1393;p51">
                <a:extLst>
                  <a:ext uri="{FF2B5EF4-FFF2-40B4-BE49-F238E27FC236}">
                    <a16:creationId xmlns:a16="http://schemas.microsoft.com/office/drawing/2014/main" id="{378F4948-3866-FE7A-054C-183AFD2349F1}"/>
                  </a:ext>
                </a:extLst>
              </p:cNvPr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394;p51">
                <a:extLst>
                  <a:ext uri="{FF2B5EF4-FFF2-40B4-BE49-F238E27FC236}">
                    <a16:creationId xmlns:a16="http://schemas.microsoft.com/office/drawing/2014/main" id="{57E7F161-4CB0-D59F-0914-02A6B80E3F4C}"/>
                  </a:ext>
                </a:extLst>
              </p:cNvPr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395;p51">
                <a:extLst>
                  <a:ext uri="{FF2B5EF4-FFF2-40B4-BE49-F238E27FC236}">
                    <a16:creationId xmlns:a16="http://schemas.microsoft.com/office/drawing/2014/main" id="{B55C7506-EFAA-9262-8880-231B3D3E59F2}"/>
                  </a:ext>
                </a:extLst>
              </p:cNvPr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396;p51">
                <a:extLst>
                  <a:ext uri="{FF2B5EF4-FFF2-40B4-BE49-F238E27FC236}">
                    <a16:creationId xmlns:a16="http://schemas.microsoft.com/office/drawing/2014/main" id="{CAEBB129-78BE-A02C-99B5-A165712C100F}"/>
                  </a:ext>
                </a:extLst>
              </p:cNvPr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397;p51">
                <a:extLst>
                  <a:ext uri="{FF2B5EF4-FFF2-40B4-BE49-F238E27FC236}">
                    <a16:creationId xmlns:a16="http://schemas.microsoft.com/office/drawing/2014/main" id="{627FF937-23F0-53DB-37BF-ED8EF7003117}"/>
                  </a:ext>
                </a:extLst>
              </p:cNvPr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398;p51">
                <a:extLst>
                  <a:ext uri="{FF2B5EF4-FFF2-40B4-BE49-F238E27FC236}">
                    <a16:creationId xmlns:a16="http://schemas.microsoft.com/office/drawing/2014/main" id="{A8ECBF30-CFCE-86F7-1BC3-E7FF856809A6}"/>
                  </a:ext>
                </a:extLst>
              </p:cNvPr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399;p51">
                <a:extLst>
                  <a:ext uri="{FF2B5EF4-FFF2-40B4-BE49-F238E27FC236}">
                    <a16:creationId xmlns:a16="http://schemas.microsoft.com/office/drawing/2014/main" id="{D10A59E2-4FB1-6357-B856-E37EE6B85FEF}"/>
                  </a:ext>
                </a:extLst>
              </p:cNvPr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400;p51">
                <a:extLst>
                  <a:ext uri="{FF2B5EF4-FFF2-40B4-BE49-F238E27FC236}">
                    <a16:creationId xmlns:a16="http://schemas.microsoft.com/office/drawing/2014/main" id="{FC2C1D76-F67B-B578-D1E4-80E16319E5DD}"/>
                  </a:ext>
                </a:extLst>
              </p:cNvPr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401;p51">
                <a:extLst>
                  <a:ext uri="{FF2B5EF4-FFF2-40B4-BE49-F238E27FC236}">
                    <a16:creationId xmlns:a16="http://schemas.microsoft.com/office/drawing/2014/main" id="{940C2700-EADE-E461-11FE-F538D2A87CBB}"/>
                  </a:ext>
                </a:extLst>
              </p:cNvPr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402;p51">
                <a:extLst>
                  <a:ext uri="{FF2B5EF4-FFF2-40B4-BE49-F238E27FC236}">
                    <a16:creationId xmlns:a16="http://schemas.microsoft.com/office/drawing/2014/main" id="{86798713-D99A-4C55-2DB8-6F9ACD55975C}"/>
                  </a:ext>
                </a:extLst>
              </p:cNvPr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403;p51">
                <a:extLst>
                  <a:ext uri="{FF2B5EF4-FFF2-40B4-BE49-F238E27FC236}">
                    <a16:creationId xmlns:a16="http://schemas.microsoft.com/office/drawing/2014/main" id="{F694DB50-7886-C61F-914B-76FE4C87D8E0}"/>
                  </a:ext>
                </a:extLst>
              </p:cNvPr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404;p51">
                <a:extLst>
                  <a:ext uri="{FF2B5EF4-FFF2-40B4-BE49-F238E27FC236}">
                    <a16:creationId xmlns:a16="http://schemas.microsoft.com/office/drawing/2014/main" id="{FF4893C3-FF36-EDD4-28C1-A7E4AAFDA39F}"/>
                  </a:ext>
                </a:extLst>
              </p:cNvPr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405;p51">
                <a:extLst>
                  <a:ext uri="{FF2B5EF4-FFF2-40B4-BE49-F238E27FC236}">
                    <a16:creationId xmlns:a16="http://schemas.microsoft.com/office/drawing/2014/main" id="{568D2F33-09D0-16AD-E259-80B21FB71B22}"/>
                  </a:ext>
                </a:extLst>
              </p:cNvPr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89" name="Google Shape;1406;p51">
            <a:extLst>
              <a:ext uri="{FF2B5EF4-FFF2-40B4-BE49-F238E27FC236}">
                <a16:creationId xmlns:a16="http://schemas.microsoft.com/office/drawing/2014/main" id="{BF722535-E2EA-DE21-A522-F7EA8ECBC550}"/>
              </a:ext>
            </a:extLst>
          </p:cNvPr>
          <p:cNvSpPr/>
          <p:nvPr/>
        </p:nvSpPr>
        <p:spPr>
          <a:xfrm>
            <a:off x="7124825" y="-2283255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407;p51">
            <a:extLst>
              <a:ext uri="{FF2B5EF4-FFF2-40B4-BE49-F238E27FC236}">
                <a16:creationId xmlns:a16="http://schemas.microsoft.com/office/drawing/2014/main" id="{E42C8955-C6FE-A0DF-3C9E-52200A4AC605}"/>
              </a:ext>
            </a:extLst>
          </p:cNvPr>
          <p:cNvSpPr/>
          <p:nvPr/>
        </p:nvSpPr>
        <p:spPr>
          <a:xfrm rot="249049">
            <a:off x="6603948" y="-1678235"/>
            <a:ext cx="232966" cy="324074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rgbClr val="FF988C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408;p51">
            <a:extLst>
              <a:ext uri="{FF2B5EF4-FFF2-40B4-BE49-F238E27FC236}">
                <a16:creationId xmlns:a16="http://schemas.microsoft.com/office/drawing/2014/main" id="{79DBA17E-C765-FDFA-CF12-DD8F362C37A6}"/>
              </a:ext>
            </a:extLst>
          </p:cNvPr>
          <p:cNvSpPr/>
          <p:nvPr/>
        </p:nvSpPr>
        <p:spPr>
          <a:xfrm rot="19689775">
            <a:off x="10668076" y="137058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2" name="Flowchart: Alternate Process 1291">
            <a:extLst>
              <a:ext uri="{FF2B5EF4-FFF2-40B4-BE49-F238E27FC236}">
                <a16:creationId xmlns:a16="http://schemas.microsoft.com/office/drawing/2014/main" id="{6FDA326A-7647-B29D-215C-9F3E9177CB38}"/>
              </a:ext>
            </a:extLst>
          </p:cNvPr>
          <p:cNvSpPr/>
          <p:nvPr/>
        </p:nvSpPr>
        <p:spPr>
          <a:xfrm>
            <a:off x="-5356366" y="1220575"/>
            <a:ext cx="4867844" cy="2039012"/>
          </a:xfrm>
          <a:prstGeom prst="flowChartAlternateProcess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" name="Flowchart: Alternate Process 1292">
            <a:extLst>
              <a:ext uri="{FF2B5EF4-FFF2-40B4-BE49-F238E27FC236}">
                <a16:creationId xmlns:a16="http://schemas.microsoft.com/office/drawing/2014/main" id="{AE7414EA-3E26-A1A9-F66B-E8622CC28335}"/>
              </a:ext>
            </a:extLst>
          </p:cNvPr>
          <p:cNvSpPr/>
          <p:nvPr/>
        </p:nvSpPr>
        <p:spPr>
          <a:xfrm>
            <a:off x="259092" y="6972650"/>
            <a:ext cx="5287811" cy="1131978"/>
          </a:xfrm>
          <a:prstGeom prst="flowChartAlternateProcess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988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A7CBCC-7A3B-1AB4-94AA-7D2C65961272}"/>
              </a:ext>
            </a:extLst>
          </p:cNvPr>
          <p:cNvSpPr/>
          <p:nvPr/>
        </p:nvSpPr>
        <p:spPr>
          <a:xfrm>
            <a:off x="-863600" y="-711200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0" name="Google Shape;1350;p51"/>
          <p:cNvGrpSpPr/>
          <p:nvPr/>
        </p:nvGrpSpPr>
        <p:grpSpPr>
          <a:xfrm rot="-805839">
            <a:off x="7013216" y="1188706"/>
            <a:ext cx="1254690" cy="2152757"/>
            <a:chOff x="6889573" y="1725933"/>
            <a:chExt cx="701890" cy="1204281"/>
          </a:xfrm>
        </p:grpSpPr>
        <p:grpSp>
          <p:nvGrpSpPr>
            <p:cNvPr id="1351" name="Google Shape;1351;p51"/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1352" name="Google Shape;1352;p51"/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solidFill>
                <a:schemeClr val="accent3"/>
              </a:solidFill>
              <a:ln w="762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1"/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1"/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1"/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1"/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51"/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1"/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1"/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1"/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1"/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2" name="Google Shape;1362;p51"/>
            <p:cNvGrpSpPr/>
            <p:nvPr/>
          </p:nvGrpSpPr>
          <p:grpSpPr>
            <a:xfrm>
              <a:off x="6889573" y="1725933"/>
              <a:ext cx="701890" cy="1204281"/>
              <a:chOff x="2288475" y="368750"/>
              <a:chExt cx="503725" cy="864275"/>
            </a:xfrm>
          </p:grpSpPr>
          <p:sp>
            <p:nvSpPr>
              <p:cNvPr id="1363" name="Google Shape;1363;p51"/>
              <p:cNvSpPr/>
              <p:nvPr/>
            </p:nvSpPr>
            <p:spPr>
              <a:xfrm>
                <a:off x="2722125" y="1085375"/>
                <a:ext cx="70075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5906" fill="none" extrusionOk="0">
                    <a:moveTo>
                      <a:pt x="0" y="1"/>
                    </a:moveTo>
                    <a:lnTo>
                      <a:pt x="2802" y="5905"/>
                    </a:lnTo>
                  </a:path>
                </a:pathLst>
              </a:custGeom>
              <a:noFill/>
              <a:ln w="10000" cap="rnd" cmpd="sng">
                <a:solidFill>
                  <a:srgbClr val="00000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1"/>
              <p:cNvSpPr/>
              <p:nvPr/>
            </p:nvSpPr>
            <p:spPr>
              <a:xfrm>
                <a:off x="2617875" y="925275"/>
                <a:ext cx="132625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555" extrusionOk="0">
                    <a:moveTo>
                      <a:pt x="2869" y="0"/>
                    </a:moveTo>
                    <a:lnTo>
                      <a:pt x="0" y="1368"/>
                    </a:lnTo>
                    <a:lnTo>
                      <a:pt x="2069" y="5671"/>
                    </a:lnTo>
                    <a:cubicBezTo>
                      <a:pt x="2334" y="6226"/>
                      <a:pt x="2896" y="6554"/>
                      <a:pt x="3490" y="6554"/>
                    </a:cubicBezTo>
                    <a:cubicBezTo>
                      <a:pt x="3717" y="6554"/>
                      <a:pt x="3949" y="6506"/>
                      <a:pt x="4170" y="6405"/>
                    </a:cubicBezTo>
                    <a:cubicBezTo>
                      <a:pt x="4971" y="6038"/>
                      <a:pt x="5304" y="5104"/>
                      <a:pt x="4904" y="4303"/>
                    </a:cubicBez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1"/>
              <p:cNvSpPr/>
              <p:nvPr/>
            </p:nvSpPr>
            <p:spPr>
              <a:xfrm>
                <a:off x="2371875" y="413250"/>
                <a:ext cx="130950" cy="1351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404" extrusionOk="0">
                    <a:moveTo>
                      <a:pt x="3436" y="0"/>
                    </a:moveTo>
                    <a:lnTo>
                      <a:pt x="0" y="1635"/>
                    </a:lnTo>
                    <a:lnTo>
                      <a:pt x="1801" y="5404"/>
                    </a:lnTo>
                    <a:lnTo>
                      <a:pt x="5237" y="3769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1"/>
              <p:cNvSpPr/>
              <p:nvPr/>
            </p:nvSpPr>
            <p:spPr>
              <a:xfrm>
                <a:off x="2300150" y="368750"/>
                <a:ext cx="215175" cy="1122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488" extrusionOk="0">
                    <a:moveTo>
                      <a:pt x="8120" y="0"/>
                    </a:moveTo>
                    <a:cubicBezTo>
                      <a:pt x="8049" y="0"/>
                      <a:pt x="7976" y="15"/>
                      <a:pt x="7906" y="45"/>
                    </a:cubicBezTo>
                    <a:lnTo>
                      <a:pt x="334" y="3648"/>
                    </a:lnTo>
                    <a:cubicBezTo>
                      <a:pt x="100" y="3748"/>
                      <a:pt x="0" y="4015"/>
                      <a:pt x="134" y="4248"/>
                    </a:cubicBezTo>
                    <a:cubicBezTo>
                      <a:pt x="207" y="4395"/>
                      <a:pt x="370" y="4488"/>
                      <a:pt x="530" y="4488"/>
                    </a:cubicBezTo>
                    <a:cubicBezTo>
                      <a:pt x="589" y="4488"/>
                      <a:pt x="647" y="4475"/>
                      <a:pt x="701" y="4449"/>
                    </a:cubicBezTo>
                    <a:lnTo>
                      <a:pt x="8306" y="846"/>
                    </a:lnTo>
                    <a:cubicBezTo>
                      <a:pt x="8540" y="746"/>
                      <a:pt x="8607" y="479"/>
                      <a:pt x="8506" y="246"/>
                    </a:cubicBezTo>
                    <a:cubicBezTo>
                      <a:pt x="8436" y="82"/>
                      <a:pt x="8285" y="0"/>
                      <a:pt x="8120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1"/>
              <p:cNvSpPr/>
              <p:nvPr/>
            </p:nvSpPr>
            <p:spPr>
              <a:xfrm>
                <a:off x="2379375" y="508300"/>
                <a:ext cx="361950" cy="475375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9015" extrusionOk="0">
                    <a:moveTo>
                      <a:pt x="7039" y="1"/>
                    </a:moveTo>
                    <a:lnTo>
                      <a:pt x="0" y="3336"/>
                    </a:lnTo>
                    <a:lnTo>
                      <a:pt x="7472" y="19014"/>
                    </a:lnTo>
                    <a:lnTo>
                      <a:pt x="14477" y="15679"/>
                    </a:lnTo>
                    <a:lnTo>
                      <a:pt x="7039" y="1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1"/>
              <p:cNvSpPr/>
              <p:nvPr/>
            </p:nvSpPr>
            <p:spPr>
              <a:xfrm>
                <a:off x="2453600" y="644225"/>
                <a:ext cx="270200" cy="3219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12877" extrusionOk="0">
                    <a:moveTo>
                      <a:pt x="6071" y="1"/>
                    </a:moveTo>
                    <a:lnTo>
                      <a:pt x="0" y="2870"/>
                    </a:lnTo>
                    <a:lnTo>
                      <a:pt x="4770" y="12877"/>
                    </a:lnTo>
                    <a:lnTo>
                      <a:pt x="10808" y="10008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1"/>
              <p:cNvSpPr/>
              <p:nvPr/>
            </p:nvSpPr>
            <p:spPr>
              <a:xfrm>
                <a:off x="2427750" y="589200"/>
                <a:ext cx="177650" cy="126775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5071" extrusionOk="0">
                    <a:moveTo>
                      <a:pt x="6038" y="0"/>
                    </a:moveTo>
                    <a:lnTo>
                      <a:pt x="0" y="2869"/>
                    </a:lnTo>
                    <a:lnTo>
                      <a:pt x="1034" y="5071"/>
                    </a:lnTo>
                    <a:lnTo>
                      <a:pt x="7105" y="2202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rgbClr val="FF9F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1"/>
              <p:cNvSpPr/>
              <p:nvPr/>
            </p:nvSpPr>
            <p:spPr>
              <a:xfrm>
                <a:off x="2288475" y="447300"/>
                <a:ext cx="345275" cy="1784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7137" extrusionOk="0">
                    <a:moveTo>
                      <a:pt x="13151" y="1"/>
                    </a:moveTo>
                    <a:cubicBezTo>
                      <a:pt x="13081" y="1"/>
                      <a:pt x="13011" y="13"/>
                      <a:pt x="12943" y="39"/>
                    </a:cubicBezTo>
                    <a:lnTo>
                      <a:pt x="367" y="6010"/>
                    </a:lnTo>
                    <a:cubicBezTo>
                      <a:pt x="100" y="6143"/>
                      <a:pt x="0" y="6444"/>
                      <a:pt x="134" y="6710"/>
                    </a:cubicBezTo>
                    <a:lnTo>
                      <a:pt x="201" y="6844"/>
                    </a:lnTo>
                    <a:cubicBezTo>
                      <a:pt x="271" y="7031"/>
                      <a:pt x="439" y="7136"/>
                      <a:pt x="626" y="7136"/>
                    </a:cubicBezTo>
                    <a:cubicBezTo>
                      <a:pt x="705" y="7136"/>
                      <a:pt x="788" y="7117"/>
                      <a:pt x="868" y="7077"/>
                    </a:cubicBezTo>
                    <a:lnTo>
                      <a:pt x="13443" y="1106"/>
                    </a:lnTo>
                    <a:cubicBezTo>
                      <a:pt x="13710" y="1006"/>
                      <a:pt x="13810" y="673"/>
                      <a:pt x="13710" y="439"/>
                    </a:cubicBezTo>
                    <a:lnTo>
                      <a:pt x="13643" y="306"/>
                    </a:lnTo>
                    <a:cubicBezTo>
                      <a:pt x="13544" y="107"/>
                      <a:pt x="13352" y="1"/>
                      <a:pt x="13151" y="1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1"/>
              <p:cNvSpPr/>
              <p:nvPr/>
            </p:nvSpPr>
            <p:spPr>
              <a:xfrm>
                <a:off x="2500300" y="550375"/>
                <a:ext cx="175975" cy="3008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032" extrusionOk="0">
                    <a:moveTo>
                      <a:pt x="1205" y="0"/>
                    </a:moveTo>
                    <a:cubicBezTo>
                      <a:pt x="1090" y="0"/>
                      <a:pt x="975" y="27"/>
                      <a:pt x="867" y="86"/>
                    </a:cubicBezTo>
                    <a:lnTo>
                      <a:pt x="500" y="252"/>
                    </a:lnTo>
                    <a:cubicBezTo>
                      <a:pt x="134" y="419"/>
                      <a:pt x="0" y="886"/>
                      <a:pt x="167" y="1253"/>
                    </a:cubicBezTo>
                    <a:lnTo>
                      <a:pt x="5137" y="11594"/>
                    </a:lnTo>
                    <a:cubicBezTo>
                      <a:pt x="5281" y="11881"/>
                      <a:pt x="5545" y="12031"/>
                      <a:pt x="5818" y="12031"/>
                    </a:cubicBezTo>
                    <a:cubicBezTo>
                      <a:pt x="5925" y="12031"/>
                      <a:pt x="6034" y="12008"/>
                      <a:pt x="6138" y="11961"/>
                    </a:cubicBezTo>
                    <a:lnTo>
                      <a:pt x="6505" y="11794"/>
                    </a:lnTo>
                    <a:cubicBezTo>
                      <a:pt x="6872" y="11594"/>
                      <a:pt x="7038" y="11160"/>
                      <a:pt x="6872" y="10793"/>
                    </a:cubicBezTo>
                    <a:lnTo>
                      <a:pt x="1868" y="419"/>
                    </a:lnTo>
                    <a:cubicBezTo>
                      <a:pt x="1750" y="160"/>
                      <a:pt x="1482" y="0"/>
                      <a:pt x="120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1"/>
              <p:cNvSpPr/>
              <p:nvPr/>
            </p:nvSpPr>
            <p:spPr>
              <a:xfrm>
                <a:off x="2645400" y="853075"/>
                <a:ext cx="5005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507" extrusionOk="0">
                    <a:moveTo>
                      <a:pt x="1325" y="1"/>
                    </a:moveTo>
                    <a:cubicBezTo>
                      <a:pt x="1249" y="1"/>
                      <a:pt x="1173" y="17"/>
                      <a:pt x="1101" y="53"/>
                    </a:cubicBezTo>
                    <a:lnTo>
                      <a:pt x="401" y="387"/>
                    </a:lnTo>
                    <a:cubicBezTo>
                      <a:pt x="100" y="520"/>
                      <a:pt x="0" y="854"/>
                      <a:pt x="134" y="1154"/>
                    </a:cubicBezTo>
                    <a:lnTo>
                      <a:pt x="167" y="1187"/>
                    </a:lnTo>
                    <a:cubicBezTo>
                      <a:pt x="240" y="1382"/>
                      <a:pt x="439" y="1506"/>
                      <a:pt x="658" y="1506"/>
                    </a:cubicBezTo>
                    <a:cubicBezTo>
                      <a:pt x="738" y="1506"/>
                      <a:pt x="820" y="1490"/>
                      <a:pt x="901" y="1454"/>
                    </a:cubicBezTo>
                    <a:lnTo>
                      <a:pt x="1601" y="1087"/>
                    </a:lnTo>
                    <a:cubicBezTo>
                      <a:pt x="1868" y="954"/>
                      <a:pt x="2002" y="620"/>
                      <a:pt x="1868" y="353"/>
                    </a:cubicBezTo>
                    <a:lnTo>
                      <a:pt x="1835" y="320"/>
                    </a:lnTo>
                    <a:cubicBezTo>
                      <a:pt x="1737" y="124"/>
                      <a:pt x="1532" y="1"/>
                      <a:pt x="1325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74" name="Google Shape;1374;p51"/>
          <p:cNvSpPr txBox="1">
            <a:spLocks noGrp="1"/>
          </p:cNvSpPr>
          <p:nvPr>
            <p:ph type="title"/>
          </p:nvPr>
        </p:nvSpPr>
        <p:spPr>
          <a:xfrm>
            <a:off x="710469" y="450244"/>
            <a:ext cx="43850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AGGREGATION </a:t>
            </a:r>
            <a:r>
              <a:rPr lang="en" dirty="0">
                <a:solidFill>
                  <a:schemeClr val="accent3"/>
                </a:solidFill>
              </a:rPr>
              <a:t>QUERY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1375" name="Google Shape;1375;p51"/>
          <p:cNvGrpSpPr/>
          <p:nvPr/>
        </p:nvGrpSpPr>
        <p:grpSpPr>
          <a:xfrm>
            <a:off x="5316132" y="1978403"/>
            <a:ext cx="1765191" cy="1943544"/>
            <a:chOff x="4648195" y="2913864"/>
            <a:chExt cx="1188761" cy="1308872"/>
          </a:xfrm>
        </p:grpSpPr>
        <p:grpSp>
          <p:nvGrpSpPr>
            <p:cNvPr id="1376" name="Google Shape;1376;p51"/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1377" name="Google Shape;1377;p51"/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51"/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51"/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51"/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51"/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51"/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1"/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1"/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51"/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51"/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51"/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51"/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51"/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51"/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1" name="Google Shape;1391;p51"/>
            <p:cNvGrpSpPr/>
            <p:nvPr/>
          </p:nvGrpSpPr>
          <p:grpSpPr>
            <a:xfrm rot="1164144">
              <a:off x="4802146" y="3029580"/>
              <a:ext cx="880860" cy="1077439"/>
              <a:chOff x="2104175" y="1433125"/>
              <a:chExt cx="632150" cy="773225"/>
            </a:xfrm>
          </p:grpSpPr>
          <p:sp>
            <p:nvSpPr>
              <p:cNvPr id="1392" name="Google Shape;1392;p51"/>
              <p:cNvSpPr/>
              <p:nvPr/>
            </p:nvSpPr>
            <p:spPr>
              <a:xfrm>
                <a:off x="2173400" y="1532375"/>
                <a:ext cx="562925" cy="67397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26959" extrusionOk="0">
                    <a:moveTo>
                      <a:pt x="7439" y="0"/>
                    </a:moveTo>
                    <a:lnTo>
                      <a:pt x="0" y="5338"/>
                    </a:lnTo>
                    <a:lnTo>
                      <a:pt x="13543" y="24985"/>
                    </a:lnTo>
                    <a:cubicBezTo>
                      <a:pt x="14411" y="26266"/>
                      <a:pt x="15843" y="26959"/>
                      <a:pt x="17306" y="26959"/>
                    </a:cubicBezTo>
                    <a:cubicBezTo>
                      <a:pt x="18205" y="26959"/>
                      <a:pt x="19115" y="26698"/>
                      <a:pt x="19914" y="26152"/>
                    </a:cubicBezTo>
                    <a:cubicBezTo>
                      <a:pt x="21982" y="24718"/>
                      <a:pt x="22516" y="21849"/>
                      <a:pt x="21082" y="19781"/>
                    </a:cubicBezTo>
                    <a:lnTo>
                      <a:pt x="7439" y="0"/>
                    </a:ln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93" name="Google Shape;1393;p51"/>
              <p:cNvSpPr/>
              <p:nvPr/>
            </p:nvSpPr>
            <p:spPr>
              <a:xfrm>
                <a:off x="2309325" y="1725850"/>
                <a:ext cx="389475" cy="442850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17714" extrusionOk="0">
                    <a:moveTo>
                      <a:pt x="6138" y="0"/>
                    </a:moveTo>
                    <a:lnTo>
                      <a:pt x="6138" y="0"/>
                    </a:lnTo>
                    <a:cubicBezTo>
                      <a:pt x="6205" y="267"/>
                      <a:pt x="6105" y="501"/>
                      <a:pt x="5971" y="701"/>
                    </a:cubicBezTo>
                    <a:cubicBezTo>
                      <a:pt x="5371" y="1735"/>
                      <a:pt x="4337" y="2302"/>
                      <a:pt x="3169" y="2469"/>
                    </a:cubicBezTo>
                    <a:cubicBezTo>
                      <a:pt x="2435" y="2602"/>
                      <a:pt x="1702" y="2702"/>
                      <a:pt x="1034" y="3102"/>
                    </a:cubicBezTo>
                    <a:cubicBezTo>
                      <a:pt x="834" y="3269"/>
                      <a:pt x="0" y="3770"/>
                      <a:pt x="234" y="4137"/>
                    </a:cubicBezTo>
                    <a:cubicBezTo>
                      <a:pt x="301" y="4237"/>
                      <a:pt x="8506" y="16145"/>
                      <a:pt x="8506" y="16145"/>
                    </a:cubicBezTo>
                    <a:cubicBezTo>
                      <a:pt x="9211" y="17161"/>
                      <a:pt x="10354" y="17713"/>
                      <a:pt x="11511" y="17713"/>
                    </a:cubicBezTo>
                    <a:cubicBezTo>
                      <a:pt x="12215" y="17713"/>
                      <a:pt x="12925" y="17508"/>
                      <a:pt x="13543" y="17079"/>
                    </a:cubicBezTo>
                    <a:cubicBezTo>
                      <a:pt x="15178" y="15945"/>
                      <a:pt x="15578" y="13677"/>
                      <a:pt x="14477" y="12042"/>
                    </a:cubicBezTo>
                    <a:cubicBezTo>
                      <a:pt x="14110" y="11542"/>
                      <a:pt x="13777" y="11042"/>
                      <a:pt x="13443" y="10541"/>
                    </a:cubicBezTo>
                    <a:cubicBezTo>
                      <a:pt x="12009" y="8506"/>
                      <a:pt x="10608" y="6438"/>
                      <a:pt x="9207" y="4403"/>
                    </a:cubicBezTo>
                    <a:cubicBezTo>
                      <a:pt x="8173" y="2936"/>
                      <a:pt x="7172" y="1468"/>
                      <a:pt x="6138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51"/>
              <p:cNvSpPr/>
              <p:nvPr/>
            </p:nvSpPr>
            <p:spPr>
              <a:xfrm>
                <a:off x="2104175" y="1444800"/>
                <a:ext cx="279400" cy="240200"/>
              </a:xfrm>
              <a:custGeom>
                <a:avLst/>
                <a:gdLst/>
                <a:ahLst/>
                <a:cxnLst/>
                <a:rect l="l" t="t" r="r" b="b"/>
                <a:pathLst>
                  <a:path w="11176" h="9608" extrusionOk="0">
                    <a:moveTo>
                      <a:pt x="8640" y="1"/>
                    </a:moveTo>
                    <a:lnTo>
                      <a:pt x="0" y="5938"/>
                    </a:lnTo>
                    <a:lnTo>
                      <a:pt x="2536" y="9608"/>
                    </a:lnTo>
                    <a:lnTo>
                      <a:pt x="11175" y="3670"/>
                    </a:lnTo>
                    <a:lnTo>
                      <a:pt x="8640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51"/>
              <p:cNvSpPr/>
              <p:nvPr/>
            </p:nvSpPr>
            <p:spPr>
              <a:xfrm>
                <a:off x="2105000" y="155822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0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51"/>
              <p:cNvSpPr/>
              <p:nvPr/>
            </p:nvSpPr>
            <p:spPr>
              <a:xfrm>
                <a:off x="2127525" y="1542375"/>
                <a:ext cx="10842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6239" fill="none" extrusionOk="0">
                    <a:moveTo>
                      <a:pt x="0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51"/>
              <p:cNvSpPr/>
              <p:nvPr/>
            </p:nvSpPr>
            <p:spPr>
              <a:xfrm>
                <a:off x="2150875" y="1526525"/>
                <a:ext cx="10760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3" fill="none" extrusionOk="0">
                    <a:moveTo>
                      <a:pt x="0" y="1"/>
                    </a:moveTo>
                    <a:lnTo>
                      <a:pt x="4304" y="6272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51"/>
              <p:cNvSpPr/>
              <p:nvPr/>
            </p:nvSpPr>
            <p:spPr>
              <a:xfrm>
                <a:off x="2173400" y="15115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0"/>
                    </a:moveTo>
                    <a:lnTo>
                      <a:pt x="4303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51"/>
              <p:cNvSpPr/>
              <p:nvPr/>
            </p:nvSpPr>
            <p:spPr>
              <a:xfrm>
                <a:off x="2195900" y="149567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51"/>
              <p:cNvSpPr/>
              <p:nvPr/>
            </p:nvSpPr>
            <p:spPr>
              <a:xfrm>
                <a:off x="2218425" y="14798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0" y="1"/>
                    </a:moveTo>
                    <a:lnTo>
                      <a:pt x="4303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51"/>
              <p:cNvSpPr/>
              <p:nvPr/>
            </p:nvSpPr>
            <p:spPr>
              <a:xfrm>
                <a:off x="2240950" y="1464000"/>
                <a:ext cx="1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72" fill="none" extrusionOk="0">
                    <a:moveTo>
                      <a:pt x="0" y="0"/>
                    </a:moveTo>
                    <a:lnTo>
                      <a:pt x="4303" y="6271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51"/>
              <p:cNvSpPr/>
              <p:nvPr/>
            </p:nvSpPr>
            <p:spPr>
              <a:xfrm>
                <a:off x="2263450" y="1448975"/>
                <a:ext cx="10845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6239" fill="none" extrusionOk="0">
                    <a:moveTo>
                      <a:pt x="1" y="1"/>
                    </a:moveTo>
                    <a:lnTo>
                      <a:pt x="4337" y="6238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51"/>
              <p:cNvSpPr/>
              <p:nvPr/>
            </p:nvSpPr>
            <p:spPr>
              <a:xfrm>
                <a:off x="2286800" y="1433125"/>
                <a:ext cx="107600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6239" fill="none" extrusionOk="0">
                    <a:moveTo>
                      <a:pt x="1" y="1"/>
                    </a:moveTo>
                    <a:lnTo>
                      <a:pt x="4304" y="6239"/>
                    </a:lnTo>
                  </a:path>
                </a:pathLst>
              </a:custGeom>
              <a:noFill/>
              <a:ln w="4175" cap="flat" cmpd="sng">
                <a:solidFill>
                  <a:srgbClr val="FFFFFF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1"/>
              <p:cNvSpPr/>
              <p:nvPr/>
            </p:nvSpPr>
            <p:spPr>
              <a:xfrm>
                <a:off x="2251775" y="1688200"/>
                <a:ext cx="255200" cy="346900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3876" extrusionOk="0">
                    <a:moveTo>
                      <a:pt x="839" y="0"/>
                    </a:moveTo>
                    <a:cubicBezTo>
                      <a:pt x="687" y="0"/>
                      <a:pt x="534" y="46"/>
                      <a:pt x="401" y="139"/>
                    </a:cubicBezTo>
                    <a:cubicBezTo>
                      <a:pt x="67" y="372"/>
                      <a:pt x="1" y="839"/>
                      <a:pt x="234" y="1173"/>
                    </a:cubicBezTo>
                    <a:lnTo>
                      <a:pt x="8774" y="13548"/>
                    </a:lnTo>
                    <a:cubicBezTo>
                      <a:pt x="8921" y="13758"/>
                      <a:pt x="9160" y="13876"/>
                      <a:pt x="9400" y="13876"/>
                    </a:cubicBezTo>
                    <a:cubicBezTo>
                      <a:pt x="9542" y="13876"/>
                      <a:pt x="9684" y="13835"/>
                      <a:pt x="9808" y="13748"/>
                    </a:cubicBezTo>
                    <a:cubicBezTo>
                      <a:pt x="10141" y="13515"/>
                      <a:pt x="10208" y="13048"/>
                      <a:pt x="9974" y="12714"/>
                    </a:cubicBezTo>
                    <a:lnTo>
                      <a:pt x="1435" y="305"/>
                    </a:lnTo>
                    <a:cubicBezTo>
                      <a:pt x="1294" y="104"/>
                      <a:pt x="1069" y="0"/>
                      <a:pt x="839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1"/>
              <p:cNvSpPr/>
              <p:nvPr/>
            </p:nvSpPr>
            <p:spPr>
              <a:xfrm>
                <a:off x="2495275" y="2042050"/>
                <a:ext cx="42575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90" extrusionOk="0">
                    <a:moveTo>
                      <a:pt x="842" y="1"/>
                    </a:moveTo>
                    <a:cubicBezTo>
                      <a:pt x="700" y="1"/>
                      <a:pt x="558" y="42"/>
                      <a:pt x="435" y="128"/>
                    </a:cubicBezTo>
                    <a:lnTo>
                      <a:pt x="435" y="161"/>
                    </a:lnTo>
                    <a:cubicBezTo>
                      <a:pt x="101" y="362"/>
                      <a:pt x="1" y="829"/>
                      <a:pt x="234" y="1162"/>
                    </a:cubicBezTo>
                    <a:cubicBezTo>
                      <a:pt x="381" y="1372"/>
                      <a:pt x="621" y="1490"/>
                      <a:pt x="861" y="1490"/>
                    </a:cubicBezTo>
                    <a:cubicBezTo>
                      <a:pt x="1003" y="1490"/>
                      <a:pt x="1145" y="1449"/>
                      <a:pt x="1269" y="1362"/>
                    </a:cubicBezTo>
                    <a:lnTo>
                      <a:pt x="1269" y="1329"/>
                    </a:lnTo>
                    <a:cubicBezTo>
                      <a:pt x="1602" y="1095"/>
                      <a:pt x="1702" y="662"/>
                      <a:pt x="1469" y="328"/>
                    </a:cubicBezTo>
                    <a:cubicBezTo>
                      <a:pt x="1322" y="118"/>
                      <a:pt x="1082" y="1"/>
                      <a:pt x="842" y="1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06" name="Google Shape;1406;p51"/>
          <p:cNvSpPr/>
          <p:nvPr/>
        </p:nvSpPr>
        <p:spPr>
          <a:xfrm>
            <a:off x="6979262" y="3689621"/>
            <a:ext cx="345605" cy="480706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51"/>
          <p:cNvSpPr/>
          <p:nvPr/>
        </p:nvSpPr>
        <p:spPr>
          <a:xfrm rot="249049">
            <a:off x="6932359" y="2618094"/>
            <a:ext cx="232966" cy="324074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rgbClr val="FF988C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51"/>
          <p:cNvSpPr/>
          <p:nvPr/>
        </p:nvSpPr>
        <p:spPr>
          <a:xfrm rot="-1694048">
            <a:off x="7401477" y="3097059"/>
            <a:ext cx="345609" cy="480712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D8B54270-94D2-E4FF-947D-8A9710614825}"/>
              </a:ext>
            </a:extLst>
          </p:cNvPr>
          <p:cNvSpPr txBox="1"/>
          <p:nvPr/>
        </p:nvSpPr>
        <p:spPr>
          <a:xfrm>
            <a:off x="4271886" y="8766901"/>
            <a:ext cx="8113181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Summarize Available Blood Stock by Type at a Specific Bank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635EA616-999D-6F63-513E-44B1A0F3C3A3}"/>
              </a:ext>
            </a:extLst>
          </p:cNvPr>
          <p:cNvSpPr/>
          <p:nvPr/>
        </p:nvSpPr>
        <p:spPr>
          <a:xfrm>
            <a:off x="408119" y="1220575"/>
            <a:ext cx="4867844" cy="2039012"/>
          </a:xfrm>
          <a:prstGeom prst="flowChartAlternateProcess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5DA3CAFC-16B1-B426-B6CB-DF02230CD481}"/>
              </a:ext>
            </a:extLst>
          </p:cNvPr>
          <p:cNvSpPr/>
          <p:nvPr/>
        </p:nvSpPr>
        <p:spPr>
          <a:xfrm>
            <a:off x="259092" y="3561278"/>
            <a:ext cx="5287811" cy="1131978"/>
          </a:xfrm>
          <a:prstGeom prst="flowChartAlternateProcess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0" name="TextBox 26">
            <a:extLst>
              <a:ext uri="{FF2B5EF4-FFF2-40B4-BE49-F238E27FC236}">
                <a16:creationId xmlns:a16="http://schemas.microsoft.com/office/drawing/2014/main" id="{B08D5B6D-F96F-F86B-BE1E-B7D6823EEBC8}"/>
              </a:ext>
            </a:extLst>
          </p:cNvPr>
          <p:cNvSpPr txBox="1"/>
          <p:nvPr/>
        </p:nvSpPr>
        <p:spPr>
          <a:xfrm rot="515714">
            <a:off x="887836" y="6248403"/>
            <a:ext cx="4268684" cy="164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buClr>
                <a:schemeClr val="accent3"/>
              </a:buClr>
              <a:buSzPts val="3600"/>
            </a:pPr>
            <a:r>
              <a:rPr lang="en-US" sz="3200" b="1" dirty="0">
                <a:solidFill>
                  <a:schemeClr val="dk2"/>
                </a:solidFill>
                <a:latin typeface="Atkinson Hyperlegible"/>
                <a:sym typeface="Agrandir"/>
              </a:rPr>
              <a:t>List Recent Donations at a </a:t>
            </a:r>
            <a:r>
              <a:rPr lang="en-US" sz="3200" b="1" dirty="0">
                <a:solidFill>
                  <a:schemeClr val="accent5"/>
                </a:solidFill>
                <a:latin typeface="Atkinson Hyperlegible"/>
                <a:sym typeface="Agrandir"/>
              </a:rPr>
              <a:t>Specific Blood Bank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421" name="Flowchart: Alternate Process 1420">
            <a:extLst>
              <a:ext uri="{FF2B5EF4-FFF2-40B4-BE49-F238E27FC236}">
                <a16:creationId xmlns:a16="http://schemas.microsoft.com/office/drawing/2014/main" id="{513E48E7-9B0C-CDA2-0E64-D108898A1D57}"/>
              </a:ext>
            </a:extLst>
          </p:cNvPr>
          <p:cNvSpPr/>
          <p:nvPr/>
        </p:nvSpPr>
        <p:spPr>
          <a:xfrm rot="990492">
            <a:off x="527137" y="9263547"/>
            <a:ext cx="4758722" cy="1627774"/>
          </a:xfrm>
          <a:prstGeom prst="flowChartAlternateProcess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2" name="Flowchart: Alternate Process 1421">
            <a:extLst>
              <a:ext uri="{FF2B5EF4-FFF2-40B4-BE49-F238E27FC236}">
                <a16:creationId xmlns:a16="http://schemas.microsoft.com/office/drawing/2014/main" id="{5FBD1206-BFE7-FC6C-E3EC-5AB84A52D210}"/>
              </a:ext>
            </a:extLst>
          </p:cNvPr>
          <p:cNvSpPr/>
          <p:nvPr/>
        </p:nvSpPr>
        <p:spPr>
          <a:xfrm rot="21026618">
            <a:off x="221517" y="7145229"/>
            <a:ext cx="5292209" cy="1546610"/>
          </a:xfrm>
          <a:prstGeom prst="flowChartAlternateProcess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23" name="Google Shape;1183;p48">
            <a:extLst>
              <a:ext uri="{FF2B5EF4-FFF2-40B4-BE49-F238E27FC236}">
                <a16:creationId xmlns:a16="http://schemas.microsoft.com/office/drawing/2014/main" id="{C93F15EC-B4BC-B8AB-74C8-4A5CAAE70B8C}"/>
              </a:ext>
            </a:extLst>
          </p:cNvPr>
          <p:cNvGrpSpPr/>
          <p:nvPr/>
        </p:nvGrpSpPr>
        <p:grpSpPr>
          <a:xfrm rot="20763869">
            <a:off x="7235581" y="6533258"/>
            <a:ext cx="3251623" cy="3010398"/>
            <a:chOff x="5381125" y="2956500"/>
            <a:chExt cx="1866925" cy="1728425"/>
          </a:xfrm>
        </p:grpSpPr>
        <p:sp>
          <p:nvSpPr>
            <p:cNvPr id="1424" name="Google Shape;1184;p48">
              <a:extLst>
                <a:ext uri="{FF2B5EF4-FFF2-40B4-BE49-F238E27FC236}">
                  <a16:creationId xmlns:a16="http://schemas.microsoft.com/office/drawing/2014/main" id="{1659B93D-61B9-19A1-EBA1-04D241E851D4}"/>
                </a:ext>
              </a:extLst>
            </p:cNvPr>
            <p:cNvSpPr/>
            <p:nvPr/>
          </p:nvSpPr>
          <p:spPr>
            <a:xfrm>
              <a:off x="5381125" y="2956500"/>
              <a:ext cx="1866925" cy="1728425"/>
            </a:xfrm>
            <a:custGeom>
              <a:avLst/>
              <a:gdLst/>
              <a:ahLst/>
              <a:cxnLst/>
              <a:rect l="l" t="t" r="r" b="b"/>
              <a:pathLst>
                <a:path w="74677" h="69137" extrusionOk="0">
                  <a:moveTo>
                    <a:pt x="38249" y="1"/>
                  </a:moveTo>
                  <a:cubicBezTo>
                    <a:pt x="34475" y="1"/>
                    <a:pt x="30995" y="1339"/>
                    <a:pt x="28640" y="3641"/>
                  </a:cubicBezTo>
                  <a:cubicBezTo>
                    <a:pt x="23849" y="4712"/>
                    <a:pt x="19433" y="7120"/>
                    <a:pt x="15819" y="10600"/>
                  </a:cubicBezTo>
                  <a:cubicBezTo>
                    <a:pt x="12366" y="10841"/>
                    <a:pt x="9717" y="12581"/>
                    <a:pt x="9048" y="15070"/>
                  </a:cubicBezTo>
                  <a:cubicBezTo>
                    <a:pt x="8673" y="14749"/>
                    <a:pt x="8298" y="14454"/>
                    <a:pt x="7897" y="14160"/>
                  </a:cubicBezTo>
                  <a:cubicBezTo>
                    <a:pt x="7335" y="13785"/>
                    <a:pt x="6478" y="13277"/>
                    <a:pt x="5354" y="13277"/>
                  </a:cubicBezTo>
                  <a:lnTo>
                    <a:pt x="5300" y="13277"/>
                  </a:lnTo>
                  <a:cubicBezTo>
                    <a:pt x="3748" y="13303"/>
                    <a:pt x="2329" y="14267"/>
                    <a:pt x="1500" y="15900"/>
                  </a:cubicBezTo>
                  <a:cubicBezTo>
                    <a:pt x="1" y="18737"/>
                    <a:pt x="456" y="21761"/>
                    <a:pt x="991" y="24063"/>
                  </a:cubicBezTo>
                  <a:cubicBezTo>
                    <a:pt x="1607" y="26713"/>
                    <a:pt x="2463" y="29175"/>
                    <a:pt x="3561" y="31557"/>
                  </a:cubicBezTo>
                  <a:cubicBezTo>
                    <a:pt x="3346" y="31959"/>
                    <a:pt x="3159" y="32360"/>
                    <a:pt x="2945" y="32762"/>
                  </a:cubicBezTo>
                  <a:cubicBezTo>
                    <a:pt x="1687" y="35385"/>
                    <a:pt x="991" y="38168"/>
                    <a:pt x="884" y="41059"/>
                  </a:cubicBezTo>
                  <a:cubicBezTo>
                    <a:pt x="429" y="42076"/>
                    <a:pt x="483" y="43281"/>
                    <a:pt x="1018" y="44271"/>
                  </a:cubicBezTo>
                  <a:cubicBezTo>
                    <a:pt x="1098" y="44753"/>
                    <a:pt x="1152" y="45235"/>
                    <a:pt x="1232" y="45743"/>
                  </a:cubicBezTo>
                  <a:cubicBezTo>
                    <a:pt x="1741" y="48527"/>
                    <a:pt x="2677" y="51257"/>
                    <a:pt x="3507" y="53559"/>
                  </a:cubicBezTo>
                  <a:cubicBezTo>
                    <a:pt x="4658" y="56717"/>
                    <a:pt x="6478" y="59661"/>
                    <a:pt x="8780" y="62097"/>
                  </a:cubicBezTo>
                  <a:cubicBezTo>
                    <a:pt x="8807" y="62150"/>
                    <a:pt x="8860" y="62177"/>
                    <a:pt x="8887" y="62231"/>
                  </a:cubicBezTo>
                  <a:cubicBezTo>
                    <a:pt x="9422" y="63890"/>
                    <a:pt x="10439" y="65228"/>
                    <a:pt x="11911" y="66219"/>
                  </a:cubicBezTo>
                  <a:cubicBezTo>
                    <a:pt x="12688" y="66754"/>
                    <a:pt x="13598" y="67075"/>
                    <a:pt x="14615" y="67209"/>
                  </a:cubicBezTo>
                  <a:cubicBezTo>
                    <a:pt x="14882" y="67343"/>
                    <a:pt x="15177" y="67450"/>
                    <a:pt x="15498" y="67477"/>
                  </a:cubicBezTo>
                  <a:lnTo>
                    <a:pt x="16033" y="67477"/>
                  </a:lnTo>
                  <a:cubicBezTo>
                    <a:pt x="16863" y="67477"/>
                    <a:pt x="17746" y="67370"/>
                    <a:pt x="18630" y="67155"/>
                  </a:cubicBezTo>
                  <a:cubicBezTo>
                    <a:pt x="23367" y="68226"/>
                    <a:pt x="28479" y="68842"/>
                    <a:pt x="34635" y="69083"/>
                  </a:cubicBezTo>
                  <a:cubicBezTo>
                    <a:pt x="35546" y="69109"/>
                    <a:pt x="36375" y="69136"/>
                    <a:pt x="37151" y="69136"/>
                  </a:cubicBezTo>
                  <a:cubicBezTo>
                    <a:pt x="37847" y="69136"/>
                    <a:pt x="38463" y="69109"/>
                    <a:pt x="39105" y="69083"/>
                  </a:cubicBezTo>
                  <a:lnTo>
                    <a:pt x="39266" y="69083"/>
                  </a:lnTo>
                  <a:cubicBezTo>
                    <a:pt x="44566" y="68815"/>
                    <a:pt x="48634" y="67557"/>
                    <a:pt x="52060" y="65041"/>
                  </a:cubicBezTo>
                  <a:cubicBezTo>
                    <a:pt x="52113" y="65014"/>
                    <a:pt x="52167" y="64961"/>
                    <a:pt x="52221" y="64934"/>
                  </a:cubicBezTo>
                  <a:cubicBezTo>
                    <a:pt x="52247" y="64907"/>
                    <a:pt x="52247" y="64907"/>
                    <a:pt x="52274" y="64880"/>
                  </a:cubicBezTo>
                  <a:cubicBezTo>
                    <a:pt x="56423" y="61776"/>
                    <a:pt x="59742" y="57038"/>
                    <a:pt x="61615" y="51551"/>
                  </a:cubicBezTo>
                  <a:cubicBezTo>
                    <a:pt x="61642" y="51524"/>
                    <a:pt x="61642" y="51498"/>
                    <a:pt x="61642" y="51471"/>
                  </a:cubicBezTo>
                  <a:cubicBezTo>
                    <a:pt x="63676" y="50374"/>
                    <a:pt x="65282" y="48072"/>
                    <a:pt x="65978" y="45208"/>
                  </a:cubicBezTo>
                  <a:cubicBezTo>
                    <a:pt x="66058" y="44887"/>
                    <a:pt x="66112" y="44565"/>
                    <a:pt x="66139" y="44351"/>
                  </a:cubicBezTo>
                  <a:cubicBezTo>
                    <a:pt x="66647" y="41461"/>
                    <a:pt x="66058" y="38864"/>
                    <a:pt x="64720" y="37205"/>
                  </a:cubicBezTo>
                  <a:cubicBezTo>
                    <a:pt x="67878" y="34341"/>
                    <a:pt x="70475" y="31504"/>
                    <a:pt x="72562" y="28560"/>
                  </a:cubicBezTo>
                  <a:cubicBezTo>
                    <a:pt x="73124" y="27757"/>
                    <a:pt x="74677" y="25562"/>
                    <a:pt x="73954" y="23207"/>
                  </a:cubicBezTo>
                  <a:cubicBezTo>
                    <a:pt x="73339" y="21119"/>
                    <a:pt x="71197" y="19781"/>
                    <a:pt x="68521" y="19781"/>
                  </a:cubicBezTo>
                  <a:cubicBezTo>
                    <a:pt x="68280" y="19781"/>
                    <a:pt x="68039" y="19781"/>
                    <a:pt x="67798" y="19807"/>
                  </a:cubicBezTo>
                  <a:cubicBezTo>
                    <a:pt x="65014" y="20075"/>
                    <a:pt x="62659" y="21386"/>
                    <a:pt x="60625" y="23046"/>
                  </a:cubicBezTo>
                  <a:cubicBezTo>
                    <a:pt x="60518" y="22457"/>
                    <a:pt x="60411" y="21841"/>
                    <a:pt x="60277" y="21279"/>
                  </a:cubicBezTo>
                  <a:cubicBezTo>
                    <a:pt x="61160" y="20155"/>
                    <a:pt x="61642" y="18763"/>
                    <a:pt x="61615" y="17291"/>
                  </a:cubicBezTo>
                  <a:cubicBezTo>
                    <a:pt x="61562" y="16221"/>
                    <a:pt x="61267" y="15177"/>
                    <a:pt x="60678" y="14240"/>
                  </a:cubicBezTo>
                  <a:cubicBezTo>
                    <a:pt x="60625" y="14106"/>
                    <a:pt x="60518" y="13972"/>
                    <a:pt x="60464" y="13865"/>
                  </a:cubicBezTo>
                  <a:cubicBezTo>
                    <a:pt x="60411" y="13839"/>
                    <a:pt x="60384" y="13785"/>
                    <a:pt x="60331" y="13732"/>
                  </a:cubicBezTo>
                  <a:cubicBezTo>
                    <a:pt x="59180" y="12233"/>
                    <a:pt x="57386" y="11349"/>
                    <a:pt x="55513" y="11349"/>
                  </a:cubicBezTo>
                  <a:lnTo>
                    <a:pt x="55406" y="11349"/>
                  </a:lnTo>
                  <a:cubicBezTo>
                    <a:pt x="55299" y="11242"/>
                    <a:pt x="55191" y="11108"/>
                    <a:pt x="55084" y="10975"/>
                  </a:cubicBezTo>
                  <a:cubicBezTo>
                    <a:pt x="54710" y="10573"/>
                    <a:pt x="54335" y="10198"/>
                    <a:pt x="53934" y="9824"/>
                  </a:cubicBezTo>
                  <a:cubicBezTo>
                    <a:pt x="54442" y="9128"/>
                    <a:pt x="54736" y="8298"/>
                    <a:pt x="54736" y="7415"/>
                  </a:cubicBezTo>
                  <a:cubicBezTo>
                    <a:pt x="54736" y="5140"/>
                    <a:pt x="52863" y="3266"/>
                    <a:pt x="50588" y="3266"/>
                  </a:cubicBezTo>
                  <a:cubicBezTo>
                    <a:pt x="49758" y="3266"/>
                    <a:pt x="48982" y="3507"/>
                    <a:pt x="48339" y="3935"/>
                  </a:cubicBezTo>
                  <a:cubicBezTo>
                    <a:pt x="46118" y="1767"/>
                    <a:pt x="43147" y="429"/>
                    <a:pt x="39801" y="81"/>
                  </a:cubicBezTo>
                  <a:cubicBezTo>
                    <a:pt x="39266" y="28"/>
                    <a:pt x="38757" y="1"/>
                    <a:pt x="38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185;p48">
              <a:extLst>
                <a:ext uri="{FF2B5EF4-FFF2-40B4-BE49-F238E27FC236}">
                  <a16:creationId xmlns:a16="http://schemas.microsoft.com/office/drawing/2014/main" id="{F8DC37A7-284D-E573-C9DC-B4827690B4E7}"/>
                </a:ext>
              </a:extLst>
            </p:cNvPr>
            <p:cNvSpPr/>
            <p:nvPr/>
          </p:nvSpPr>
          <p:spPr>
            <a:xfrm>
              <a:off x="5451400" y="3080525"/>
              <a:ext cx="1452725" cy="1555600"/>
            </a:xfrm>
            <a:custGeom>
              <a:avLst/>
              <a:gdLst/>
              <a:ahLst/>
              <a:cxnLst/>
              <a:rect l="l" t="t" r="r" b="b"/>
              <a:pathLst>
                <a:path w="58109" h="62224" extrusionOk="0">
                  <a:moveTo>
                    <a:pt x="31914" y="1"/>
                  </a:moveTo>
                  <a:cubicBezTo>
                    <a:pt x="31352" y="1"/>
                    <a:pt x="30794" y="14"/>
                    <a:pt x="30245" y="45"/>
                  </a:cubicBezTo>
                  <a:cubicBezTo>
                    <a:pt x="29228" y="98"/>
                    <a:pt x="28184" y="206"/>
                    <a:pt x="27194" y="393"/>
                  </a:cubicBezTo>
                  <a:cubicBezTo>
                    <a:pt x="27060" y="420"/>
                    <a:pt x="26926" y="446"/>
                    <a:pt x="26793" y="473"/>
                  </a:cubicBezTo>
                  <a:cubicBezTo>
                    <a:pt x="21868" y="1464"/>
                    <a:pt x="17344" y="3979"/>
                    <a:pt x="13838" y="7539"/>
                  </a:cubicBezTo>
                  <a:cubicBezTo>
                    <a:pt x="13570" y="7807"/>
                    <a:pt x="13329" y="8075"/>
                    <a:pt x="13089" y="8342"/>
                  </a:cubicBezTo>
                  <a:cubicBezTo>
                    <a:pt x="11590" y="10028"/>
                    <a:pt x="10278" y="11902"/>
                    <a:pt x="9261" y="13909"/>
                  </a:cubicBezTo>
                  <a:cubicBezTo>
                    <a:pt x="9154" y="14124"/>
                    <a:pt x="9047" y="14338"/>
                    <a:pt x="8940" y="14579"/>
                  </a:cubicBezTo>
                  <a:cubicBezTo>
                    <a:pt x="8726" y="15034"/>
                    <a:pt x="8538" y="15515"/>
                    <a:pt x="8351" y="15970"/>
                  </a:cubicBezTo>
                  <a:cubicBezTo>
                    <a:pt x="8271" y="16131"/>
                    <a:pt x="8217" y="16292"/>
                    <a:pt x="8164" y="16452"/>
                  </a:cubicBezTo>
                  <a:cubicBezTo>
                    <a:pt x="6825" y="20119"/>
                    <a:pt x="4764" y="23277"/>
                    <a:pt x="2918" y="26650"/>
                  </a:cubicBezTo>
                  <a:cubicBezTo>
                    <a:pt x="2570" y="27319"/>
                    <a:pt x="2222" y="27988"/>
                    <a:pt x="1900" y="28657"/>
                  </a:cubicBezTo>
                  <a:cubicBezTo>
                    <a:pt x="643" y="31200"/>
                    <a:pt x="54" y="33877"/>
                    <a:pt x="27" y="36607"/>
                  </a:cubicBezTo>
                  <a:cubicBezTo>
                    <a:pt x="0" y="37303"/>
                    <a:pt x="27" y="37972"/>
                    <a:pt x="107" y="38668"/>
                  </a:cubicBezTo>
                  <a:cubicBezTo>
                    <a:pt x="161" y="39256"/>
                    <a:pt x="241" y="39845"/>
                    <a:pt x="348" y="40434"/>
                  </a:cubicBezTo>
                  <a:cubicBezTo>
                    <a:pt x="803" y="42923"/>
                    <a:pt x="1606" y="45413"/>
                    <a:pt x="2516" y="47928"/>
                  </a:cubicBezTo>
                  <a:cubicBezTo>
                    <a:pt x="3587" y="50846"/>
                    <a:pt x="5273" y="53549"/>
                    <a:pt x="7387" y="55798"/>
                  </a:cubicBezTo>
                  <a:cubicBezTo>
                    <a:pt x="7521" y="55958"/>
                    <a:pt x="7655" y="56092"/>
                    <a:pt x="7816" y="56253"/>
                  </a:cubicBezTo>
                  <a:cubicBezTo>
                    <a:pt x="7869" y="56333"/>
                    <a:pt x="7950" y="56386"/>
                    <a:pt x="8030" y="56467"/>
                  </a:cubicBezTo>
                  <a:cubicBezTo>
                    <a:pt x="8833" y="57296"/>
                    <a:pt x="9716" y="58099"/>
                    <a:pt x="10680" y="58661"/>
                  </a:cubicBezTo>
                  <a:cubicBezTo>
                    <a:pt x="11964" y="59411"/>
                    <a:pt x="13597" y="59679"/>
                    <a:pt x="15069" y="60053"/>
                  </a:cubicBezTo>
                  <a:cubicBezTo>
                    <a:pt x="15203" y="60080"/>
                    <a:pt x="15337" y="60107"/>
                    <a:pt x="15444" y="60134"/>
                  </a:cubicBezTo>
                  <a:cubicBezTo>
                    <a:pt x="15551" y="60160"/>
                    <a:pt x="15658" y="60187"/>
                    <a:pt x="15792" y="60214"/>
                  </a:cubicBezTo>
                  <a:cubicBezTo>
                    <a:pt x="21091" y="61418"/>
                    <a:pt x="26445" y="61954"/>
                    <a:pt x="31878" y="62168"/>
                  </a:cubicBezTo>
                  <a:cubicBezTo>
                    <a:pt x="32771" y="62201"/>
                    <a:pt x="33665" y="62224"/>
                    <a:pt x="34552" y="62224"/>
                  </a:cubicBezTo>
                  <a:cubicBezTo>
                    <a:pt x="35100" y="62224"/>
                    <a:pt x="35645" y="62215"/>
                    <a:pt x="36187" y="62194"/>
                  </a:cubicBezTo>
                  <a:cubicBezTo>
                    <a:pt x="36241" y="62194"/>
                    <a:pt x="36321" y="62168"/>
                    <a:pt x="36375" y="62168"/>
                  </a:cubicBezTo>
                  <a:cubicBezTo>
                    <a:pt x="40550" y="61980"/>
                    <a:pt x="44592" y="61097"/>
                    <a:pt x="48125" y="58501"/>
                  </a:cubicBezTo>
                  <a:cubicBezTo>
                    <a:pt x="48178" y="58447"/>
                    <a:pt x="48232" y="58421"/>
                    <a:pt x="48285" y="58367"/>
                  </a:cubicBezTo>
                  <a:cubicBezTo>
                    <a:pt x="52407" y="55289"/>
                    <a:pt x="55325" y="50766"/>
                    <a:pt x="56984" y="45948"/>
                  </a:cubicBezTo>
                  <a:cubicBezTo>
                    <a:pt x="57064" y="45653"/>
                    <a:pt x="57172" y="45386"/>
                    <a:pt x="57252" y="45091"/>
                  </a:cubicBezTo>
                  <a:cubicBezTo>
                    <a:pt x="57332" y="44850"/>
                    <a:pt x="57412" y="44583"/>
                    <a:pt x="57493" y="44315"/>
                  </a:cubicBezTo>
                  <a:cubicBezTo>
                    <a:pt x="57867" y="42870"/>
                    <a:pt x="58108" y="41344"/>
                    <a:pt x="58055" y="39845"/>
                  </a:cubicBezTo>
                  <a:cubicBezTo>
                    <a:pt x="58028" y="39524"/>
                    <a:pt x="58001" y="39203"/>
                    <a:pt x="57975" y="38882"/>
                  </a:cubicBezTo>
                  <a:cubicBezTo>
                    <a:pt x="57760" y="37195"/>
                    <a:pt x="57225" y="35590"/>
                    <a:pt x="56824" y="33957"/>
                  </a:cubicBezTo>
                  <a:cubicBezTo>
                    <a:pt x="56717" y="33555"/>
                    <a:pt x="56609" y="33127"/>
                    <a:pt x="56529" y="32699"/>
                  </a:cubicBezTo>
                  <a:cubicBezTo>
                    <a:pt x="56502" y="32512"/>
                    <a:pt x="56449" y="32324"/>
                    <a:pt x="56422" y="32137"/>
                  </a:cubicBezTo>
                  <a:cubicBezTo>
                    <a:pt x="56395" y="31949"/>
                    <a:pt x="56369" y="31762"/>
                    <a:pt x="56369" y="31548"/>
                  </a:cubicBezTo>
                  <a:cubicBezTo>
                    <a:pt x="56074" y="28764"/>
                    <a:pt x="56369" y="25927"/>
                    <a:pt x="56342" y="23117"/>
                  </a:cubicBezTo>
                  <a:cubicBezTo>
                    <a:pt x="56315" y="22796"/>
                    <a:pt x="56315" y="22474"/>
                    <a:pt x="56288" y="22127"/>
                  </a:cubicBezTo>
                  <a:cubicBezTo>
                    <a:pt x="56208" y="19985"/>
                    <a:pt x="55887" y="17844"/>
                    <a:pt x="55325" y="15783"/>
                  </a:cubicBezTo>
                  <a:cubicBezTo>
                    <a:pt x="55325" y="15756"/>
                    <a:pt x="55325" y="15756"/>
                    <a:pt x="55298" y="15730"/>
                  </a:cubicBezTo>
                  <a:cubicBezTo>
                    <a:pt x="54950" y="14445"/>
                    <a:pt x="54495" y="13160"/>
                    <a:pt x="53906" y="11956"/>
                  </a:cubicBezTo>
                  <a:cubicBezTo>
                    <a:pt x="53906" y="11929"/>
                    <a:pt x="53879" y="11902"/>
                    <a:pt x="53879" y="11875"/>
                  </a:cubicBezTo>
                  <a:cubicBezTo>
                    <a:pt x="53853" y="11849"/>
                    <a:pt x="53853" y="11822"/>
                    <a:pt x="53826" y="11795"/>
                  </a:cubicBezTo>
                  <a:cubicBezTo>
                    <a:pt x="53317" y="10751"/>
                    <a:pt x="52702" y="9734"/>
                    <a:pt x="52006" y="8771"/>
                  </a:cubicBezTo>
                  <a:cubicBezTo>
                    <a:pt x="51925" y="8663"/>
                    <a:pt x="51845" y="8556"/>
                    <a:pt x="51765" y="8449"/>
                  </a:cubicBezTo>
                  <a:cubicBezTo>
                    <a:pt x="51470" y="8048"/>
                    <a:pt x="51149" y="7673"/>
                    <a:pt x="50828" y="7298"/>
                  </a:cubicBezTo>
                  <a:cubicBezTo>
                    <a:pt x="49918" y="6308"/>
                    <a:pt x="48901" y="5425"/>
                    <a:pt x="47830" y="4649"/>
                  </a:cubicBezTo>
                  <a:cubicBezTo>
                    <a:pt x="47402" y="4354"/>
                    <a:pt x="46974" y="4060"/>
                    <a:pt x="46546" y="3792"/>
                  </a:cubicBezTo>
                  <a:cubicBezTo>
                    <a:pt x="46305" y="3632"/>
                    <a:pt x="46037" y="3498"/>
                    <a:pt x="45769" y="3337"/>
                  </a:cubicBezTo>
                  <a:cubicBezTo>
                    <a:pt x="45475" y="3177"/>
                    <a:pt x="45181" y="3016"/>
                    <a:pt x="44886" y="2882"/>
                  </a:cubicBezTo>
                  <a:cubicBezTo>
                    <a:pt x="43227" y="2052"/>
                    <a:pt x="41487" y="1410"/>
                    <a:pt x="39667" y="955"/>
                  </a:cubicBezTo>
                  <a:cubicBezTo>
                    <a:pt x="38462" y="661"/>
                    <a:pt x="37258" y="420"/>
                    <a:pt x="36027" y="259"/>
                  </a:cubicBezTo>
                  <a:lnTo>
                    <a:pt x="36000" y="259"/>
                  </a:lnTo>
                  <a:cubicBezTo>
                    <a:pt x="35036" y="152"/>
                    <a:pt x="34073" y="72"/>
                    <a:pt x="33109" y="18"/>
                  </a:cubicBezTo>
                  <a:cubicBezTo>
                    <a:pt x="32710" y="7"/>
                    <a:pt x="32311" y="1"/>
                    <a:pt x="319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186;p48">
              <a:extLst>
                <a:ext uri="{FF2B5EF4-FFF2-40B4-BE49-F238E27FC236}">
                  <a16:creationId xmlns:a16="http://schemas.microsoft.com/office/drawing/2014/main" id="{09DB3109-E04A-03AD-F830-B3FE8D71299B}"/>
                </a:ext>
              </a:extLst>
            </p:cNvPr>
            <p:cNvSpPr/>
            <p:nvPr/>
          </p:nvSpPr>
          <p:spPr>
            <a:xfrm>
              <a:off x="6396875" y="3499225"/>
              <a:ext cx="796325" cy="770150"/>
            </a:xfrm>
            <a:custGeom>
              <a:avLst/>
              <a:gdLst/>
              <a:ahLst/>
              <a:cxnLst/>
              <a:rect l="l" t="t" r="r" b="b"/>
              <a:pathLst>
                <a:path w="31853" h="30806" extrusionOk="0">
                  <a:moveTo>
                    <a:pt x="27872" y="1"/>
                  </a:moveTo>
                  <a:cubicBezTo>
                    <a:pt x="27698" y="1"/>
                    <a:pt x="27525" y="9"/>
                    <a:pt x="27355" y="25"/>
                  </a:cubicBezTo>
                  <a:cubicBezTo>
                    <a:pt x="23501" y="400"/>
                    <a:pt x="20396" y="3318"/>
                    <a:pt x="17747" y="6155"/>
                  </a:cubicBezTo>
                  <a:cubicBezTo>
                    <a:pt x="18041" y="4977"/>
                    <a:pt x="18255" y="3478"/>
                    <a:pt x="17318" y="2702"/>
                  </a:cubicBezTo>
                  <a:cubicBezTo>
                    <a:pt x="16981" y="2409"/>
                    <a:pt x="16548" y="2284"/>
                    <a:pt x="16106" y="2284"/>
                  </a:cubicBezTo>
                  <a:cubicBezTo>
                    <a:pt x="15741" y="2284"/>
                    <a:pt x="15370" y="2369"/>
                    <a:pt x="15043" y="2515"/>
                  </a:cubicBezTo>
                  <a:cubicBezTo>
                    <a:pt x="14294" y="2836"/>
                    <a:pt x="13732" y="3425"/>
                    <a:pt x="13170" y="4013"/>
                  </a:cubicBezTo>
                  <a:cubicBezTo>
                    <a:pt x="7469" y="10143"/>
                    <a:pt x="3748" y="17878"/>
                    <a:pt x="670" y="25667"/>
                  </a:cubicBezTo>
                  <a:cubicBezTo>
                    <a:pt x="108" y="27059"/>
                    <a:pt x="242" y="29334"/>
                    <a:pt x="1" y="30806"/>
                  </a:cubicBezTo>
                  <a:cubicBezTo>
                    <a:pt x="5220" y="26791"/>
                    <a:pt x="10841" y="23285"/>
                    <a:pt x="16141" y="19377"/>
                  </a:cubicBezTo>
                  <a:cubicBezTo>
                    <a:pt x="21467" y="15469"/>
                    <a:pt x="26526" y="11106"/>
                    <a:pt x="30326" y="5726"/>
                  </a:cubicBezTo>
                  <a:cubicBezTo>
                    <a:pt x="31103" y="4656"/>
                    <a:pt x="31852" y="3318"/>
                    <a:pt x="31477" y="2060"/>
                  </a:cubicBezTo>
                  <a:cubicBezTo>
                    <a:pt x="31045" y="642"/>
                    <a:pt x="29404" y="1"/>
                    <a:pt x="27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187;p48">
              <a:extLst>
                <a:ext uri="{FF2B5EF4-FFF2-40B4-BE49-F238E27FC236}">
                  <a16:creationId xmlns:a16="http://schemas.microsoft.com/office/drawing/2014/main" id="{C7782E73-E5E7-A9E9-8856-A2D5AE569EFE}"/>
                </a:ext>
              </a:extLst>
            </p:cNvPr>
            <p:cNvSpPr/>
            <p:nvPr/>
          </p:nvSpPr>
          <p:spPr>
            <a:xfrm>
              <a:off x="5432650" y="3336575"/>
              <a:ext cx="460400" cy="1061275"/>
            </a:xfrm>
            <a:custGeom>
              <a:avLst/>
              <a:gdLst/>
              <a:ahLst/>
              <a:cxnLst/>
              <a:rect l="l" t="t" r="r" b="b"/>
              <a:pathLst>
                <a:path w="18416" h="42451" extrusionOk="0">
                  <a:moveTo>
                    <a:pt x="3266" y="1"/>
                  </a:moveTo>
                  <a:cubicBezTo>
                    <a:pt x="2303" y="27"/>
                    <a:pt x="1553" y="830"/>
                    <a:pt x="1152" y="1580"/>
                  </a:cubicBezTo>
                  <a:cubicBezTo>
                    <a:pt x="1" y="3801"/>
                    <a:pt x="295" y="6183"/>
                    <a:pt x="830" y="8405"/>
                  </a:cubicBezTo>
                  <a:cubicBezTo>
                    <a:pt x="1955" y="13250"/>
                    <a:pt x="3908" y="17559"/>
                    <a:pt x="6879" y="21734"/>
                  </a:cubicBezTo>
                  <a:cubicBezTo>
                    <a:pt x="6184" y="21600"/>
                    <a:pt x="5675" y="21145"/>
                    <a:pt x="5086" y="20851"/>
                  </a:cubicBezTo>
                  <a:cubicBezTo>
                    <a:pt x="4703" y="20642"/>
                    <a:pt x="4217" y="20478"/>
                    <a:pt x="3740" y="20478"/>
                  </a:cubicBezTo>
                  <a:cubicBezTo>
                    <a:pt x="3485" y="20478"/>
                    <a:pt x="3232" y="20525"/>
                    <a:pt x="2998" y="20637"/>
                  </a:cubicBezTo>
                  <a:cubicBezTo>
                    <a:pt x="2383" y="20958"/>
                    <a:pt x="2195" y="21600"/>
                    <a:pt x="2142" y="22162"/>
                  </a:cubicBezTo>
                  <a:cubicBezTo>
                    <a:pt x="2035" y="23822"/>
                    <a:pt x="2891" y="25321"/>
                    <a:pt x="3882" y="26713"/>
                  </a:cubicBezTo>
                  <a:cubicBezTo>
                    <a:pt x="7950" y="32414"/>
                    <a:pt x="14481" y="36669"/>
                    <a:pt x="18415" y="42451"/>
                  </a:cubicBezTo>
                  <a:cubicBezTo>
                    <a:pt x="18067" y="30085"/>
                    <a:pt x="15391" y="18201"/>
                    <a:pt x="9797" y="7093"/>
                  </a:cubicBezTo>
                  <a:cubicBezTo>
                    <a:pt x="8592" y="4658"/>
                    <a:pt x="7147" y="2249"/>
                    <a:pt x="4711" y="563"/>
                  </a:cubicBezTo>
                  <a:cubicBezTo>
                    <a:pt x="4310" y="268"/>
                    <a:pt x="3828" y="1"/>
                    <a:pt x="3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188;p48">
              <a:extLst>
                <a:ext uri="{FF2B5EF4-FFF2-40B4-BE49-F238E27FC236}">
                  <a16:creationId xmlns:a16="http://schemas.microsoft.com/office/drawing/2014/main" id="{A939E6B4-7C71-8A57-12EF-10010E5BC1E7}"/>
                </a:ext>
              </a:extLst>
            </p:cNvPr>
            <p:cNvSpPr/>
            <p:nvPr/>
          </p:nvSpPr>
          <p:spPr>
            <a:xfrm>
              <a:off x="5902400" y="3004950"/>
              <a:ext cx="829075" cy="840050"/>
            </a:xfrm>
            <a:custGeom>
              <a:avLst/>
              <a:gdLst/>
              <a:ahLst/>
              <a:cxnLst/>
              <a:rect l="l" t="t" r="r" b="b"/>
              <a:pathLst>
                <a:path w="33163" h="33602" extrusionOk="0">
                  <a:moveTo>
                    <a:pt x="17376" y="1"/>
                  </a:moveTo>
                  <a:cubicBezTo>
                    <a:pt x="12562" y="1"/>
                    <a:pt x="7692" y="2583"/>
                    <a:pt x="6665" y="7645"/>
                  </a:cubicBezTo>
                  <a:cubicBezTo>
                    <a:pt x="6397" y="8956"/>
                    <a:pt x="6397" y="10402"/>
                    <a:pt x="5674" y="11526"/>
                  </a:cubicBezTo>
                  <a:cubicBezTo>
                    <a:pt x="4898" y="12730"/>
                    <a:pt x="3426" y="13319"/>
                    <a:pt x="2356" y="14309"/>
                  </a:cubicBezTo>
                  <a:cubicBezTo>
                    <a:pt x="214" y="16290"/>
                    <a:pt x="0" y="19770"/>
                    <a:pt x="1205" y="22393"/>
                  </a:cubicBezTo>
                  <a:cubicBezTo>
                    <a:pt x="2436" y="25042"/>
                    <a:pt x="4791" y="26996"/>
                    <a:pt x="7280" y="28522"/>
                  </a:cubicBezTo>
                  <a:cubicBezTo>
                    <a:pt x="11081" y="30851"/>
                    <a:pt x="15310" y="32456"/>
                    <a:pt x="19700" y="33233"/>
                  </a:cubicBezTo>
                  <a:cubicBezTo>
                    <a:pt x="21036" y="33453"/>
                    <a:pt x="22401" y="33601"/>
                    <a:pt x="23753" y="33601"/>
                  </a:cubicBezTo>
                  <a:cubicBezTo>
                    <a:pt x="25351" y="33601"/>
                    <a:pt x="26932" y="33395"/>
                    <a:pt x="28425" y="32858"/>
                  </a:cubicBezTo>
                  <a:cubicBezTo>
                    <a:pt x="29201" y="32564"/>
                    <a:pt x="29978" y="32189"/>
                    <a:pt x="30620" y="31627"/>
                  </a:cubicBezTo>
                  <a:cubicBezTo>
                    <a:pt x="31637" y="30744"/>
                    <a:pt x="32253" y="29486"/>
                    <a:pt x="32627" y="28174"/>
                  </a:cubicBezTo>
                  <a:cubicBezTo>
                    <a:pt x="33056" y="26729"/>
                    <a:pt x="33163" y="25096"/>
                    <a:pt x="32440" y="23758"/>
                  </a:cubicBezTo>
                  <a:cubicBezTo>
                    <a:pt x="31557" y="22152"/>
                    <a:pt x="29576" y="21322"/>
                    <a:pt x="28773" y="19663"/>
                  </a:cubicBezTo>
                  <a:cubicBezTo>
                    <a:pt x="27810" y="17628"/>
                    <a:pt x="28907" y="15273"/>
                    <a:pt x="29282" y="13051"/>
                  </a:cubicBezTo>
                  <a:cubicBezTo>
                    <a:pt x="29790" y="10295"/>
                    <a:pt x="29094" y="7404"/>
                    <a:pt x="27569" y="5102"/>
                  </a:cubicBezTo>
                  <a:cubicBezTo>
                    <a:pt x="27355" y="4781"/>
                    <a:pt x="27114" y="4460"/>
                    <a:pt x="26846" y="4165"/>
                  </a:cubicBezTo>
                  <a:cubicBezTo>
                    <a:pt x="24839" y="1756"/>
                    <a:pt x="21841" y="391"/>
                    <a:pt x="18736" y="70"/>
                  </a:cubicBezTo>
                  <a:cubicBezTo>
                    <a:pt x="18285" y="24"/>
                    <a:pt x="17831" y="1"/>
                    <a:pt x="17376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189;p48">
              <a:extLst>
                <a:ext uri="{FF2B5EF4-FFF2-40B4-BE49-F238E27FC236}">
                  <a16:creationId xmlns:a16="http://schemas.microsoft.com/office/drawing/2014/main" id="{E1ACCB55-E7EA-3481-8E27-67F52DEB13D5}"/>
                </a:ext>
              </a:extLst>
            </p:cNvPr>
            <p:cNvSpPr/>
            <p:nvPr/>
          </p:nvSpPr>
          <p:spPr>
            <a:xfrm>
              <a:off x="5652125" y="3646400"/>
              <a:ext cx="1090075" cy="989725"/>
            </a:xfrm>
            <a:custGeom>
              <a:avLst/>
              <a:gdLst/>
              <a:ahLst/>
              <a:cxnLst/>
              <a:rect l="l" t="t" r="r" b="b"/>
              <a:pathLst>
                <a:path w="43603" h="39589" extrusionOk="0">
                  <a:moveTo>
                    <a:pt x="21735" y="0"/>
                  </a:moveTo>
                  <a:cubicBezTo>
                    <a:pt x="21735" y="0"/>
                    <a:pt x="21601" y="54"/>
                    <a:pt x="21387" y="107"/>
                  </a:cubicBezTo>
                  <a:cubicBezTo>
                    <a:pt x="21360" y="134"/>
                    <a:pt x="21333" y="134"/>
                    <a:pt x="21306" y="134"/>
                  </a:cubicBezTo>
                  <a:cubicBezTo>
                    <a:pt x="21280" y="134"/>
                    <a:pt x="21253" y="161"/>
                    <a:pt x="21226" y="161"/>
                  </a:cubicBezTo>
                  <a:cubicBezTo>
                    <a:pt x="20343" y="455"/>
                    <a:pt x="18416" y="1097"/>
                    <a:pt x="16194" y="2061"/>
                  </a:cubicBezTo>
                  <a:cubicBezTo>
                    <a:pt x="16167" y="2088"/>
                    <a:pt x="16141" y="2088"/>
                    <a:pt x="16141" y="2115"/>
                  </a:cubicBezTo>
                  <a:cubicBezTo>
                    <a:pt x="16087" y="2115"/>
                    <a:pt x="16060" y="2141"/>
                    <a:pt x="16007" y="2141"/>
                  </a:cubicBezTo>
                  <a:cubicBezTo>
                    <a:pt x="13330" y="3346"/>
                    <a:pt x="10225" y="5005"/>
                    <a:pt x="8057" y="7066"/>
                  </a:cubicBezTo>
                  <a:cubicBezTo>
                    <a:pt x="7575" y="7521"/>
                    <a:pt x="7147" y="7976"/>
                    <a:pt x="6799" y="8458"/>
                  </a:cubicBezTo>
                  <a:cubicBezTo>
                    <a:pt x="6692" y="8592"/>
                    <a:pt x="6612" y="8726"/>
                    <a:pt x="6532" y="8833"/>
                  </a:cubicBezTo>
                  <a:lnTo>
                    <a:pt x="6532" y="8859"/>
                  </a:lnTo>
                  <a:lnTo>
                    <a:pt x="6505" y="8859"/>
                  </a:lnTo>
                  <a:cubicBezTo>
                    <a:pt x="6398" y="9020"/>
                    <a:pt x="6291" y="9181"/>
                    <a:pt x="6210" y="9341"/>
                  </a:cubicBezTo>
                  <a:cubicBezTo>
                    <a:pt x="5060" y="11322"/>
                    <a:pt x="3935" y="14293"/>
                    <a:pt x="2972" y="17558"/>
                  </a:cubicBezTo>
                  <a:cubicBezTo>
                    <a:pt x="2972" y="17558"/>
                    <a:pt x="2972" y="17585"/>
                    <a:pt x="2945" y="17585"/>
                  </a:cubicBezTo>
                  <a:cubicBezTo>
                    <a:pt x="2758" y="18308"/>
                    <a:pt x="2544" y="19030"/>
                    <a:pt x="2356" y="19753"/>
                  </a:cubicBezTo>
                  <a:cubicBezTo>
                    <a:pt x="2329" y="19833"/>
                    <a:pt x="2303" y="19914"/>
                    <a:pt x="2303" y="19967"/>
                  </a:cubicBezTo>
                  <a:cubicBezTo>
                    <a:pt x="2249" y="20154"/>
                    <a:pt x="2196" y="20342"/>
                    <a:pt x="2169" y="20529"/>
                  </a:cubicBezTo>
                  <a:cubicBezTo>
                    <a:pt x="2062" y="20904"/>
                    <a:pt x="1981" y="21252"/>
                    <a:pt x="1874" y="21627"/>
                  </a:cubicBezTo>
                  <a:cubicBezTo>
                    <a:pt x="1526" y="23045"/>
                    <a:pt x="1232" y="24464"/>
                    <a:pt x="964" y="25829"/>
                  </a:cubicBezTo>
                  <a:cubicBezTo>
                    <a:pt x="964" y="25909"/>
                    <a:pt x="938" y="25963"/>
                    <a:pt x="938" y="26043"/>
                  </a:cubicBezTo>
                  <a:cubicBezTo>
                    <a:pt x="349" y="29148"/>
                    <a:pt x="1" y="31985"/>
                    <a:pt x="1" y="33832"/>
                  </a:cubicBezTo>
                  <a:cubicBezTo>
                    <a:pt x="804" y="34661"/>
                    <a:pt x="1687" y="35464"/>
                    <a:pt x="2651" y="36026"/>
                  </a:cubicBezTo>
                  <a:cubicBezTo>
                    <a:pt x="3935" y="36776"/>
                    <a:pt x="5568" y="37044"/>
                    <a:pt x="7040" y="37418"/>
                  </a:cubicBezTo>
                  <a:cubicBezTo>
                    <a:pt x="7174" y="37445"/>
                    <a:pt x="7308" y="37472"/>
                    <a:pt x="7415" y="37499"/>
                  </a:cubicBezTo>
                  <a:cubicBezTo>
                    <a:pt x="7549" y="37525"/>
                    <a:pt x="7629" y="37552"/>
                    <a:pt x="7763" y="37579"/>
                  </a:cubicBezTo>
                  <a:cubicBezTo>
                    <a:pt x="13062" y="38810"/>
                    <a:pt x="18416" y="39319"/>
                    <a:pt x="23876" y="39533"/>
                  </a:cubicBezTo>
                  <a:cubicBezTo>
                    <a:pt x="24753" y="39566"/>
                    <a:pt x="25639" y="39589"/>
                    <a:pt x="26524" y="39589"/>
                  </a:cubicBezTo>
                  <a:cubicBezTo>
                    <a:pt x="27071" y="39589"/>
                    <a:pt x="27616" y="39580"/>
                    <a:pt x="28158" y="39559"/>
                  </a:cubicBezTo>
                  <a:cubicBezTo>
                    <a:pt x="28212" y="39559"/>
                    <a:pt x="28292" y="39533"/>
                    <a:pt x="28346" y="39533"/>
                  </a:cubicBezTo>
                  <a:cubicBezTo>
                    <a:pt x="32521" y="39345"/>
                    <a:pt x="36563" y="38462"/>
                    <a:pt x="40096" y="35866"/>
                  </a:cubicBezTo>
                  <a:cubicBezTo>
                    <a:pt x="40765" y="34661"/>
                    <a:pt x="41621" y="32868"/>
                    <a:pt x="42344" y="30754"/>
                  </a:cubicBezTo>
                  <a:cubicBezTo>
                    <a:pt x="42746" y="29549"/>
                    <a:pt x="43094" y="28211"/>
                    <a:pt x="43308" y="26846"/>
                  </a:cubicBezTo>
                  <a:cubicBezTo>
                    <a:pt x="43522" y="25481"/>
                    <a:pt x="43602" y="24062"/>
                    <a:pt x="43468" y="22644"/>
                  </a:cubicBezTo>
                  <a:cubicBezTo>
                    <a:pt x="43254" y="20154"/>
                    <a:pt x="42960" y="17933"/>
                    <a:pt x="42531" y="15926"/>
                  </a:cubicBezTo>
                  <a:cubicBezTo>
                    <a:pt x="41755" y="12232"/>
                    <a:pt x="40497" y="9368"/>
                    <a:pt x="38195" y="7280"/>
                  </a:cubicBezTo>
                  <a:cubicBezTo>
                    <a:pt x="38088" y="7173"/>
                    <a:pt x="37981" y="7066"/>
                    <a:pt x="37847" y="6959"/>
                  </a:cubicBezTo>
                  <a:cubicBezTo>
                    <a:pt x="37553" y="6691"/>
                    <a:pt x="37259" y="6451"/>
                    <a:pt x="36937" y="6210"/>
                  </a:cubicBezTo>
                  <a:cubicBezTo>
                    <a:pt x="36215" y="5648"/>
                    <a:pt x="35465" y="5086"/>
                    <a:pt x="34689" y="4550"/>
                  </a:cubicBezTo>
                  <a:cubicBezTo>
                    <a:pt x="34636" y="4523"/>
                    <a:pt x="34609" y="4497"/>
                    <a:pt x="34555" y="4443"/>
                  </a:cubicBezTo>
                  <a:cubicBezTo>
                    <a:pt x="31798" y="2570"/>
                    <a:pt x="29175" y="1097"/>
                    <a:pt x="28720" y="857"/>
                  </a:cubicBezTo>
                  <a:cubicBezTo>
                    <a:pt x="28694" y="830"/>
                    <a:pt x="28667" y="830"/>
                    <a:pt x="28667" y="830"/>
                  </a:cubicBezTo>
                  <a:lnTo>
                    <a:pt x="28587" y="803"/>
                  </a:lnTo>
                  <a:lnTo>
                    <a:pt x="27248" y="642"/>
                  </a:lnTo>
                  <a:lnTo>
                    <a:pt x="23180" y="187"/>
                  </a:lnTo>
                  <a:lnTo>
                    <a:pt x="21735" y="0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190;p48">
              <a:extLst>
                <a:ext uri="{FF2B5EF4-FFF2-40B4-BE49-F238E27FC236}">
                  <a16:creationId xmlns:a16="http://schemas.microsoft.com/office/drawing/2014/main" id="{B212B611-8CD0-8C76-62A8-097291427D61}"/>
                </a:ext>
              </a:extLst>
            </p:cNvPr>
            <p:cNvSpPr/>
            <p:nvPr/>
          </p:nvSpPr>
          <p:spPr>
            <a:xfrm>
              <a:off x="6224925" y="3556725"/>
              <a:ext cx="123800" cy="130775"/>
            </a:xfrm>
            <a:custGeom>
              <a:avLst/>
              <a:gdLst/>
              <a:ahLst/>
              <a:cxnLst/>
              <a:rect l="l" t="t" r="r" b="b"/>
              <a:pathLst>
                <a:path w="4952" h="5231" extrusionOk="0">
                  <a:moveTo>
                    <a:pt x="776" y="0"/>
                  </a:moveTo>
                  <a:lnTo>
                    <a:pt x="776" y="27"/>
                  </a:lnTo>
                  <a:lnTo>
                    <a:pt x="509" y="1339"/>
                  </a:lnTo>
                  <a:lnTo>
                    <a:pt x="0" y="3132"/>
                  </a:lnTo>
                  <a:cubicBezTo>
                    <a:pt x="0" y="3132"/>
                    <a:pt x="509" y="5059"/>
                    <a:pt x="2302" y="5220"/>
                  </a:cubicBezTo>
                  <a:cubicBezTo>
                    <a:pt x="2380" y="5227"/>
                    <a:pt x="2456" y="5230"/>
                    <a:pt x="2529" y="5230"/>
                  </a:cubicBezTo>
                  <a:cubicBezTo>
                    <a:pt x="4143" y="5230"/>
                    <a:pt x="4657" y="3614"/>
                    <a:pt x="4657" y="3614"/>
                  </a:cubicBezTo>
                  <a:lnTo>
                    <a:pt x="4845" y="1553"/>
                  </a:lnTo>
                  <a:lnTo>
                    <a:pt x="4952" y="429"/>
                  </a:lnTo>
                  <a:lnTo>
                    <a:pt x="883" y="2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191;p48">
              <a:extLst>
                <a:ext uri="{FF2B5EF4-FFF2-40B4-BE49-F238E27FC236}">
                  <a16:creationId xmlns:a16="http://schemas.microsoft.com/office/drawing/2014/main" id="{4586157D-24F3-0606-0E8A-CFD9A56CB371}"/>
                </a:ext>
              </a:extLst>
            </p:cNvPr>
            <p:cNvSpPr/>
            <p:nvPr/>
          </p:nvSpPr>
          <p:spPr>
            <a:xfrm>
              <a:off x="6237625" y="3557400"/>
              <a:ext cx="111100" cy="68325"/>
            </a:xfrm>
            <a:custGeom>
              <a:avLst/>
              <a:gdLst/>
              <a:ahLst/>
              <a:cxnLst/>
              <a:rect l="l" t="t" r="r" b="b"/>
              <a:pathLst>
                <a:path w="4444" h="2733" extrusionOk="0">
                  <a:moveTo>
                    <a:pt x="268" y="0"/>
                  </a:moveTo>
                  <a:lnTo>
                    <a:pt x="1" y="1312"/>
                  </a:lnTo>
                  <a:cubicBezTo>
                    <a:pt x="349" y="1847"/>
                    <a:pt x="857" y="2302"/>
                    <a:pt x="1446" y="2543"/>
                  </a:cubicBezTo>
                  <a:cubicBezTo>
                    <a:pt x="1687" y="2650"/>
                    <a:pt x="1928" y="2730"/>
                    <a:pt x="2196" y="2730"/>
                  </a:cubicBezTo>
                  <a:cubicBezTo>
                    <a:pt x="2223" y="2732"/>
                    <a:pt x="2250" y="2732"/>
                    <a:pt x="2277" y="2732"/>
                  </a:cubicBezTo>
                  <a:cubicBezTo>
                    <a:pt x="2838" y="2732"/>
                    <a:pt x="3393" y="2472"/>
                    <a:pt x="3801" y="2115"/>
                  </a:cubicBezTo>
                  <a:cubicBezTo>
                    <a:pt x="4016" y="1927"/>
                    <a:pt x="4176" y="1740"/>
                    <a:pt x="4337" y="1526"/>
                  </a:cubicBezTo>
                  <a:lnTo>
                    <a:pt x="4444" y="402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192;p48">
              <a:extLst>
                <a:ext uri="{FF2B5EF4-FFF2-40B4-BE49-F238E27FC236}">
                  <a16:creationId xmlns:a16="http://schemas.microsoft.com/office/drawing/2014/main" id="{917C7730-0C15-0F4C-DA15-353D7803AEB6}"/>
                </a:ext>
              </a:extLst>
            </p:cNvPr>
            <p:cNvSpPr/>
            <p:nvPr/>
          </p:nvSpPr>
          <p:spPr>
            <a:xfrm>
              <a:off x="6071025" y="3076625"/>
              <a:ext cx="527300" cy="508500"/>
            </a:xfrm>
            <a:custGeom>
              <a:avLst/>
              <a:gdLst/>
              <a:ahLst/>
              <a:cxnLst/>
              <a:rect l="l" t="t" r="r" b="b"/>
              <a:pathLst>
                <a:path w="21092" h="20340" extrusionOk="0">
                  <a:moveTo>
                    <a:pt x="10256" y="0"/>
                  </a:moveTo>
                  <a:cubicBezTo>
                    <a:pt x="5377" y="0"/>
                    <a:pt x="1072" y="3592"/>
                    <a:pt x="321" y="8632"/>
                  </a:cubicBezTo>
                  <a:cubicBezTo>
                    <a:pt x="0" y="10720"/>
                    <a:pt x="348" y="12781"/>
                    <a:pt x="1178" y="14547"/>
                  </a:cubicBezTo>
                  <a:cubicBezTo>
                    <a:pt x="2570" y="17491"/>
                    <a:pt x="5326" y="19686"/>
                    <a:pt x="8752" y="20222"/>
                  </a:cubicBezTo>
                  <a:cubicBezTo>
                    <a:pt x="9269" y="20301"/>
                    <a:pt x="9782" y="20339"/>
                    <a:pt x="10289" y="20339"/>
                  </a:cubicBezTo>
                  <a:cubicBezTo>
                    <a:pt x="13884" y="20339"/>
                    <a:pt x="17167" y="18403"/>
                    <a:pt x="18950" y="15377"/>
                  </a:cubicBezTo>
                  <a:cubicBezTo>
                    <a:pt x="19593" y="14280"/>
                    <a:pt x="20048" y="13048"/>
                    <a:pt x="20235" y="11710"/>
                  </a:cubicBezTo>
                  <a:cubicBezTo>
                    <a:pt x="21091" y="6143"/>
                    <a:pt x="17317" y="950"/>
                    <a:pt x="11804" y="121"/>
                  </a:cubicBezTo>
                  <a:cubicBezTo>
                    <a:pt x="11284" y="40"/>
                    <a:pt x="10767" y="0"/>
                    <a:pt x="10256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193;p48">
              <a:extLst>
                <a:ext uri="{FF2B5EF4-FFF2-40B4-BE49-F238E27FC236}">
                  <a16:creationId xmlns:a16="http://schemas.microsoft.com/office/drawing/2014/main" id="{156E2F5B-5D6D-2548-E7E6-363FF896A85A}"/>
                </a:ext>
              </a:extLst>
            </p:cNvPr>
            <p:cNvSpPr/>
            <p:nvPr/>
          </p:nvSpPr>
          <p:spPr>
            <a:xfrm>
              <a:off x="6004775" y="3266825"/>
              <a:ext cx="110425" cy="148725"/>
            </a:xfrm>
            <a:custGeom>
              <a:avLst/>
              <a:gdLst/>
              <a:ahLst/>
              <a:cxnLst/>
              <a:rect l="l" t="t" r="r" b="b"/>
              <a:pathLst>
                <a:path w="4417" h="5949" extrusionOk="0">
                  <a:moveTo>
                    <a:pt x="1930" y="0"/>
                  </a:moveTo>
                  <a:cubicBezTo>
                    <a:pt x="1768" y="0"/>
                    <a:pt x="1597" y="28"/>
                    <a:pt x="1419" y="87"/>
                  </a:cubicBezTo>
                  <a:cubicBezTo>
                    <a:pt x="750" y="328"/>
                    <a:pt x="268" y="997"/>
                    <a:pt x="134" y="1693"/>
                  </a:cubicBezTo>
                  <a:cubicBezTo>
                    <a:pt x="0" y="2389"/>
                    <a:pt x="188" y="3139"/>
                    <a:pt x="482" y="3781"/>
                  </a:cubicBezTo>
                  <a:cubicBezTo>
                    <a:pt x="1044" y="4932"/>
                    <a:pt x="2142" y="5922"/>
                    <a:pt x="3426" y="5949"/>
                  </a:cubicBezTo>
                  <a:cubicBezTo>
                    <a:pt x="3533" y="5949"/>
                    <a:pt x="3694" y="5949"/>
                    <a:pt x="3801" y="5895"/>
                  </a:cubicBezTo>
                  <a:cubicBezTo>
                    <a:pt x="4042" y="5762"/>
                    <a:pt x="4149" y="5467"/>
                    <a:pt x="4203" y="5173"/>
                  </a:cubicBezTo>
                  <a:cubicBezTo>
                    <a:pt x="4417" y="3861"/>
                    <a:pt x="3908" y="2630"/>
                    <a:pt x="3533" y="1399"/>
                  </a:cubicBezTo>
                  <a:cubicBezTo>
                    <a:pt x="3289" y="644"/>
                    <a:pt x="2714" y="0"/>
                    <a:pt x="1930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194;p48">
              <a:extLst>
                <a:ext uri="{FF2B5EF4-FFF2-40B4-BE49-F238E27FC236}">
                  <a16:creationId xmlns:a16="http://schemas.microsoft.com/office/drawing/2014/main" id="{5F0F8215-61AF-5AB9-B338-57B1082FD5DE}"/>
                </a:ext>
              </a:extLst>
            </p:cNvPr>
            <p:cNvSpPr/>
            <p:nvPr/>
          </p:nvSpPr>
          <p:spPr>
            <a:xfrm>
              <a:off x="6511300" y="3346750"/>
              <a:ext cx="125825" cy="135175"/>
            </a:xfrm>
            <a:custGeom>
              <a:avLst/>
              <a:gdLst/>
              <a:ahLst/>
              <a:cxnLst/>
              <a:rect l="l" t="t" r="r" b="b"/>
              <a:pathLst>
                <a:path w="5033" h="5407" extrusionOk="0">
                  <a:moveTo>
                    <a:pt x="3321" y="0"/>
                  </a:moveTo>
                  <a:cubicBezTo>
                    <a:pt x="2731" y="0"/>
                    <a:pt x="2180" y="394"/>
                    <a:pt x="1821" y="932"/>
                  </a:cubicBezTo>
                  <a:cubicBezTo>
                    <a:pt x="1072" y="1976"/>
                    <a:pt x="215" y="2993"/>
                    <a:pt x="28" y="4331"/>
                  </a:cubicBezTo>
                  <a:cubicBezTo>
                    <a:pt x="1" y="4626"/>
                    <a:pt x="1" y="4947"/>
                    <a:pt x="215" y="5134"/>
                  </a:cubicBezTo>
                  <a:cubicBezTo>
                    <a:pt x="322" y="5214"/>
                    <a:pt x="429" y="5268"/>
                    <a:pt x="563" y="5295"/>
                  </a:cubicBezTo>
                  <a:cubicBezTo>
                    <a:pt x="813" y="5371"/>
                    <a:pt x="1068" y="5406"/>
                    <a:pt x="1322" y="5406"/>
                  </a:cubicBezTo>
                  <a:cubicBezTo>
                    <a:pt x="2318" y="5406"/>
                    <a:pt x="3306" y="4863"/>
                    <a:pt x="3989" y="4117"/>
                  </a:cubicBezTo>
                  <a:cubicBezTo>
                    <a:pt x="4471" y="3582"/>
                    <a:pt x="4872" y="2939"/>
                    <a:pt x="4953" y="2217"/>
                  </a:cubicBezTo>
                  <a:cubicBezTo>
                    <a:pt x="5033" y="1521"/>
                    <a:pt x="4792" y="745"/>
                    <a:pt x="4203" y="316"/>
                  </a:cubicBezTo>
                  <a:cubicBezTo>
                    <a:pt x="3912" y="96"/>
                    <a:pt x="3612" y="0"/>
                    <a:pt x="332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195;p48">
              <a:extLst>
                <a:ext uri="{FF2B5EF4-FFF2-40B4-BE49-F238E27FC236}">
                  <a16:creationId xmlns:a16="http://schemas.microsoft.com/office/drawing/2014/main" id="{ED42F68D-A6D4-F0EB-35CE-64C0F6C77517}"/>
                </a:ext>
              </a:extLst>
            </p:cNvPr>
            <p:cNvSpPr/>
            <p:nvPr/>
          </p:nvSpPr>
          <p:spPr>
            <a:xfrm>
              <a:off x="6226250" y="3283550"/>
              <a:ext cx="41525" cy="39325"/>
            </a:xfrm>
            <a:custGeom>
              <a:avLst/>
              <a:gdLst/>
              <a:ahLst/>
              <a:cxnLst/>
              <a:rect l="l" t="t" r="r" b="b"/>
              <a:pathLst>
                <a:path w="1661" h="1573" extrusionOk="0">
                  <a:moveTo>
                    <a:pt x="864" y="1"/>
                  </a:moveTo>
                  <a:cubicBezTo>
                    <a:pt x="475" y="1"/>
                    <a:pt x="130" y="282"/>
                    <a:pt x="81" y="676"/>
                  </a:cubicBezTo>
                  <a:cubicBezTo>
                    <a:pt x="1" y="1105"/>
                    <a:pt x="295" y="1506"/>
                    <a:pt x="723" y="1560"/>
                  </a:cubicBezTo>
                  <a:cubicBezTo>
                    <a:pt x="771" y="1568"/>
                    <a:pt x="818" y="1573"/>
                    <a:pt x="865" y="1573"/>
                  </a:cubicBezTo>
                  <a:cubicBezTo>
                    <a:pt x="1237" y="1573"/>
                    <a:pt x="1559" y="1298"/>
                    <a:pt x="1607" y="917"/>
                  </a:cubicBezTo>
                  <a:cubicBezTo>
                    <a:pt x="1660" y="489"/>
                    <a:pt x="1393" y="87"/>
                    <a:pt x="964" y="7"/>
                  </a:cubicBezTo>
                  <a:cubicBezTo>
                    <a:pt x="931" y="3"/>
                    <a:pt x="897" y="1"/>
                    <a:pt x="8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196;p48">
              <a:extLst>
                <a:ext uri="{FF2B5EF4-FFF2-40B4-BE49-F238E27FC236}">
                  <a16:creationId xmlns:a16="http://schemas.microsoft.com/office/drawing/2014/main" id="{AC31FA58-A37B-EF03-B21E-56A1AC265715}"/>
                </a:ext>
              </a:extLst>
            </p:cNvPr>
            <p:cNvSpPr/>
            <p:nvPr/>
          </p:nvSpPr>
          <p:spPr>
            <a:xfrm>
              <a:off x="6392200" y="3309475"/>
              <a:ext cx="42175" cy="39325"/>
            </a:xfrm>
            <a:custGeom>
              <a:avLst/>
              <a:gdLst/>
              <a:ahLst/>
              <a:cxnLst/>
              <a:rect l="l" t="t" r="r" b="b"/>
              <a:pathLst>
                <a:path w="1687" h="1573" extrusionOk="0">
                  <a:moveTo>
                    <a:pt x="823" y="1"/>
                  </a:moveTo>
                  <a:cubicBezTo>
                    <a:pt x="451" y="1"/>
                    <a:pt x="129" y="276"/>
                    <a:pt x="81" y="656"/>
                  </a:cubicBezTo>
                  <a:cubicBezTo>
                    <a:pt x="1" y="1085"/>
                    <a:pt x="295" y="1486"/>
                    <a:pt x="723" y="1566"/>
                  </a:cubicBezTo>
                  <a:cubicBezTo>
                    <a:pt x="757" y="1571"/>
                    <a:pt x="791" y="1573"/>
                    <a:pt x="824" y="1573"/>
                  </a:cubicBezTo>
                  <a:cubicBezTo>
                    <a:pt x="1213" y="1573"/>
                    <a:pt x="1557" y="1292"/>
                    <a:pt x="1607" y="897"/>
                  </a:cubicBezTo>
                  <a:cubicBezTo>
                    <a:pt x="1687" y="469"/>
                    <a:pt x="1392" y="68"/>
                    <a:pt x="964" y="14"/>
                  </a:cubicBezTo>
                  <a:cubicBezTo>
                    <a:pt x="917" y="5"/>
                    <a:pt x="869" y="1"/>
                    <a:pt x="82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197;p48">
              <a:extLst>
                <a:ext uri="{FF2B5EF4-FFF2-40B4-BE49-F238E27FC236}">
                  <a16:creationId xmlns:a16="http://schemas.microsoft.com/office/drawing/2014/main" id="{8624CD47-404E-A89A-76F9-6B453D48ABAA}"/>
                </a:ext>
              </a:extLst>
            </p:cNvPr>
            <p:cNvSpPr/>
            <p:nvPr/>
          </p:nvSpPr>
          <p:spPr>
            <a:xfrm>
              <a:off x="6285150" y="3308375"/>
              <a:ext cx="63575" cy="79950"/>
            </a:xfrm>
            <a:custGeom>
              <a:avLst/>
              <a:gdLst/>
              <a:ahLst/>
              <a:cxnLst/>
              <a:rect l="l" t="t" r="r" b="b"/>
              <a:pathLst>
                <a:path w="2543" h="3198" extrusionOk="0">
                  <a:moveTo>
                    <a:pt x="1604" y="1"/>
                  </a:moveTo>
                  <a:cubicBezTo>
                    <a:pt x="1284" y="1"/>
                    <a:pt x="938" y="243"/>
                    <a:pt x="776" y="486"/>
                  </a:cubicBezTo>
                  <a:cubicBezTo>
                    <a:pt x="428" y="1022"/>
                    <a:pt x="187" y="1610"/>
                    <a:pt x="27" y="2253"/>
                  </a:cubicBezTo>
                  <a:cubicBezTo>
                    <a:pt x="0" y="2440"/>
                    <a:pt x="0" y="2681"/>
                    <a:pt x="187" y="2761"/>
                  </a:cubicBezTo>
                  <a:cubicBezTo>
                    <a:pt x="228" y="2775"/>
                    <a:pt x="274" y="2775"/>
                    <a:pt x="321" y="2775"/>
                  </a:cubicBezTo>
                  <a:cubicBezTo>
                    <a:pt x="368" y="2775"/>
                    <a:pt x="415" y="2775"/>
                    <a:pt x="455" y="2788"/>
                  </a:cubicBezTo>
                  <a:cubicBezTo>
                    <a:pt x="589" y="2815"/>
                    <a:pt x="669" y="2922"/>
                    <a:pt x="750" y="3002"/>
                  </a:cubicBezTo>
                  <a:cubicBezTo>
                    <a:pt x="874" y="3127"/>
                    <a:pt x="1062" y="3197"/>
                    <a:pt x="1250" y="3197"/>
                  </a:cubicBezTo>
                  <a:cubicBezTo>
                    <a:pt x="1386" y="3197"/>
                    <a:pt x="1521" y="3161"/>
                    <a:pt x="1633" y="3083"/>
                  </a:cubicBezTo>
                  <a:cubicBezTo>
                    <a:pt x="1740" y="3002"/>
                    <a:pt x="1820" y="2895"/>
                    <a:pt x="1981" y="2868"/>
                  </a:cubicBezTo>
                  <a:cubicBezTo>
                    <a:pt x="2021" y="2855"/>
                    <a:pt x="2068" y="2855"/>
                    <a:pt x="2115" y="2855"/>
                  </a:cubicBezTo>
                  <a:cubicBezTo>
                    <a:pt x="2161" y="2855"/>
                    <a:pt x="2208" y="2855"/>
                    <a:pt x="2248" y="2842"/>
                  </a:cubicBezTo>
                  <a:cubicBezTo>
                    <a:pt x="2382" y="2815"/>
                    <a:pt x="2463" y="2681"/>
                    <a:pt x="2489" y="2574"/>
                  </a:cubicBezTo>
                  <a:cubicBezTo>
                    <a:pt x="2543" y="2440"/>
                    <a:pt x="2516" y="2306"/>
                    <a:pt x="2516" y="2199"/>
                  </a:cubicBezTo>
                  <a:cubicBezTo>
                    <a:pt x="2489" y="1610"/>
                    <a:pt x="2436" y="995"/>
                    <a:pt x="2195" y="486"/>
                  </a:cubicBezTo>
                  <a:cubicBezTo>
                    <a:pt x="2115" y="326"/>
                    <a:pt x="2034" y="192"/>
                    <a:pt x="1900" y="85"/>
                  </a:cubicBezTo>
                  <a:cubicBezTo>
                    <a:pt x="1809" y="26"/>
                    <a:pt x="1708" y="1"/>
                    <a:pt x="1604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198;p48">
              <a:extLst>
                <a:ext uri="{FF2B5EF4-FFF2-40B4-BE49-F238E27FC236}">
                  <a16:creationId xmlns:a16="http://schemas.microsoft.com/office/drawing/2014/main" id="{7A70B481-965B-EC6F-3601-69D0635B1F67}"/>
                </a:ext>
              </a:extLst>
            </p:cNvPr>
            <p:cNvSpPr/>
            <p:nvPr/>
          </p:nvSpPr>
          <p:spPr>
            <a:xfrm>
              <a:off x="6211525" y="3236800"/>
              <a:ext cx="55575" cy="24200"/>
            </a:xfrm>
            <a:custGeom>
              <a:avLst/>
              <a:gdLst/>
              <a:ahLst/>
              <a:cxnLst/>
              <a:rect l="l" t="t" r="r" b="b"/>
              <a:pathLst>
                <a:path w="2223" h="968" extrusionOk="0">
                  <a:moveTo>
                    <a:pt x="1433" y="0"/>
                  </a:moveTo>
                  <a:cubicBezTo>
                    <a:pt x="1408" y="0"/>
                    <a:pt x="1386" y="1"/>
                    <a:pt x="1366" y="4"/>
                  </a:cubicBezTo>
                  <a:cubicBezTo>
                    <a:pt x="991" y="4"/>
                    <a:pt x="563" y="191"/>
                    <a:pt x="269" y="405"/>
                  </a:cubicBezTo>
                  <a:cubicBezTo>
                    <a:pt x="135" y="485"/>
                    <a:pt x="1" y="619"/>
                    <a:pt x="54" y="780"/>
                  </a:cubicBezTo>
                  <a:cubicBezTo>
                    <a:pt x="108" y="940"/>
                    <a:pt x="295" y="967"/>
                    <a:pt x="483" y="967"/>
                  </a:cubicBezTo>
                  <a:cubicBezTo>
                    <a:pt x="938" y="967"/>
                    <a:pt x="1393" y="887"/>
                    <a:pt x="1848" y="753"/>
                  </a:cubicBezTo>
                  <a:cubicBezTo>
                    <a:pt x="2008" y="699"/>
                    <a:pt x="2196" y="592"/>
                    <a:pt x="2222" y="432"/>
                  </a:cubicBezTo>
                  <a:cubicBezTo>
                    <a:pt x="2222" y="137"/>
                    <a:pt x="1705" y="0"/>
                    <a:pt x="143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199;p48">
              <a:extLst>
                <a:ext uri="{FF2B5EF4-FFF2-40B4-BE49-F238E27FC236}">
                  <a16:creationId xmlns:a16="http://schemas.microsoft.com/office/drawing/2014/main" id="{F5646701-5AF4-1D89-6BB0-25C87CDF982C}"/>
                </a:ext>
              </a:extLst>
            </p:cNvPr>
            <p:cNvSpPr/>
            <p:nvPr/>
          </p:nvSpPr>
          <p:spPr>
            <a:xfrm>
              <a:off x="6406925" y="3258500"/>
              <a:ext cx="54225" cy="27250"/>
            </a:xfrm>
            <a:custGeom>
              <a:avLst/>
              <a:gdLst/>
              <a:ahLst/>
              <a:cxnLst/>
              <a:rect l="l" t="t" r="r" b="b"/>
              <a:pathLst>
                <a:path w="2169" h="1090" extrusionOk="0">
                  <a:moveTo>
                    <a:pt x="712" y="1"/>
                  </a:moveTo>
                  <a:cubicBezTo>
                    <a:pt x="431" y="1"/>
                    <a:pt x="42" y="88"/>
                    <a:pt x="0" y="340"/>
                  </a:cubicBezTo>
                  <a:cubicBezTo>
                    <a:pt x="0" y="527"/>
                    <a:pt x="161" y="634"/>
                    <a:pt x="322" y="715"/>
                  </a:cubicBezTo>
                  <a:cubicBezTo>
                    <a:pt x="750" y="902"/>
                    <a:pt x="1205" y="1009"/>
                    <a:pt x="1687" y="1089"/>
                  </a:cubicBezTo>
                  <a:cubicBezTo>
                    <a:pt x="1847" y="1089"/>
                    <a:pt x="2035" y="1089"/>
                    <a:pt x="2115" y="956"/>
                  </a:cubicBezTo>
                  <a:cubicBezTo>
                    <a:pt x="2168" y="795"/>
                    <a:pt x="2061" y="661"/>
                    <a:pt x="1928" y="554"/>
                  </a:cubicBezTo>
                  <a:cubicBezTo>
                    <a:pt x="1660" y="313"/>
                    <a:pt x="1285" y="72"/>
                    <a:pt x="910" y="19"/>
                  </a:cubicBezTo>
                  <a:cubicBezTo>
                    <a:pt x="859" y="7"/>
                    <a:pt x="789" y="1"/>
                    <a:pt x="71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200;p48">
              <a:extLst>
                <a:ext uri="{FF2B5EF4-FFF2-40B4-BE49-F238E27FC236}">
                  <a16:creationId xmlns:a16="http://schemas.microsoft.com/office/drawing/2014/main" id="{4C029EC9-4C1E-CC39-5DD2-1E54013B1EB2}"/>
                </a:ext>
              </a:extLst>
            </p:cNvPr>
            <p:cNvSpPr/>
            <p:nvPr/>
          </p:nvSpPr>
          <p:spPr>
            <a:xfrm>
              <a:off x="6283125" y="3399650"/>
              <a:ext cx="61600" cy="19250"/>
            </a:xfrm>
            <a:custGeom>
              <a:avLst/>
              <a:gdLst/>
              <a:ahLst/>
              <a:cxnLst/>
              <a:rect l="l" t="t" r="r" b="b"/>
              <a:pathLst>
                <a:path w="2464" h="770" extrusionOk="0">
                  <a:moveTo>
                    <a:pt x="108" y="0"/>
                  </a:moveTo>
                  <a:cubicBezTo>
                    <a:pt x="88" y="0"/>
                    <a:pt x="68" y="7"/>
                    <a:pt x="54" y="20"/>
                  </a:cubicBezTo>
                  <a:cubicBezTo>
                    <a:pt x="28" y="47"/>
                    <a:pt x="1" y="101"/>
                    <a:pt x="28" y="127"/>
                  </a:cubicBezTo>
                  <a:cubicBezTo>
                    <a:pt x="295" y="502"/>
                    <a:pt x="750" y="743"/>
                    <a:pt x="1205" y="770"/>
                  </a:cubicBezTo>
                  <a:lnTo>
                    <a:pt x="1259" y="770"/>
                  </a:lnTo>
                  <a:cubicBezTo>
                    <a:pt x="1714" y="770"/>
                    <a:pt x="2169" y="556"/>
                    <a:pt x="2436" y="208"/>
                  </a:cubicBezTo>
                  <a:cubicBezTo>
                    <a:pt x="2463" y="181"/>
                    <a:pt x="2463" y="127"/>
                    <a:pt x="2436" y="101"/>
                  </a:cubicBezTo>
                  <a:cubicBezTo>
                    <a:pt x="2425" y="90"/>
                    <a:pt x="2410" y="83"/>
                    <a:pt x="2393" y="83"/>
                  </a:cubicBezTo>
                  <a:cubicBezTo>
                    <a:pt x="2370" y="83"/>
                    <a:pt x="2345" y="96"/>
                    <a:pt x="2329" y="127"/>
                  </a:cubicBezTo>
                  <a:cubicBezTo>
                    <a:pt x="2062" y="422"/>
                    <a:pt x="1634" y="609"/>
                    <a:pt x="1232" y="609"/>
                  </a:cubicBezTo>
                  <a:cubicBezTo>
                    <a:pt x="804" y="582"/>
                    <a:pt x="402" y="368"/>
                    <a:pt x="161" y="20"/>
                  </a:cubicBezTo>
                  <a:cubicBezTo>
                    <a:pt x="148" y="7"/>
                    <a:pt x="128" y="0"/>
                    <a:pt x="108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201;p48">
              <a:extLst>
                <a:ext uri="{FF2B5EF4-FFF2-40B4-BE49-F238E27FC236}">
                  <a16:creationId xmlns:a16="http://schemas.microsoft.com/office/drawing/2014/main" id="{CF4DEC31-B444-929A-F93E-C70D7A36C8C9}"/>
                </a:ext>
              </a:extLst>
            </p:cNvPr>
            <p:cNvSpPr/>
            <p:nvPr/>
          </p:nvSpPr>
          <p:spPr>
            <a:xfrm>
              <a:off x="6184775" y="3622300"/>
              <a:ext cx="184025" cy="293100"/>
            </a:xfrm>
            <a:custGeom>
              <a:avLst/>
              <a:gdLst/>
              <a:ahLst/>
              <a:cxnLst/>
              <a:rect l="l" t="t" r="r" b="b"/>
              <a:pathLst>
                <a:path w="7361" h="11724" extrusionOk="0">
                  <a:moveTo>
                    <a:pt x="1794" y="0"/>
                  </a:moveTo>
                  <a:lnTo>
                    <a:pt x="0" y="1018"/>
                  </a:lnTo>
                  <a:lnTo>
                    <a:pt x="375" y="4122"/>
                  </a:lnTo>
                  <a:lnTo>
                    <a:pt x="1339" y="11724"/>
                  </a:lnTo>
                  <a:lnTo>
                    <a:pt x="5460" y="4899"/>
                  </a:lnTo>
                  <a:lnTo>
                    <a:pt x="7361" y="1794"/>
                  </a:lnTo>
                  <a:cubicBezTo>
                    <a:pt x="7361" y="1794"/>
                    <a:pt x="6879" y="1178"/>
                    <a:pt x="6317" y="375"/>
                  </a:cubicBezTo>
                  <a:lnTo>
                    <a:pt x="1794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202;p48">
              <a:extLst>
                <a:ext uri="{FF2B5EF4-FFF2-40B4-BE49-F238E27FC236}">
                  <a16:creationId xmlns:a16="http://schemas.microsoft.com/office/drawing/2014/main" id="{F5E2CEF2-FD40-BF83-58A6-D515B335E5E6}"/>
                </a:ext>
              </a:extLst>
            </p:cNvPr>
            <p:cNvSpPr/>
            <p:nvPr/>
          </p:nvSpPr>
          <p:spPr>
            <a:xfrm>
              <a:off x="6194125" y="3725350"/>
              <a:ext cx="127175" cy="190050"/>
            </a:xfrm>
            <a:custGeom>
              <a:avLst/>
              <a:gdLst/>
              <a:ahLst/>
              <a:cxnLst/>
              <a:rect l="l" t="t" r="r" b="b"/>
              <a:pathLst>
                <a:path w="5087" h="7602" extrusionOk="0">
                  <a:moveTo>
                    <a:pt x="1" y="0"/>
                  </a:moveTo>
                  <a:lnTo>
                    <a:pt x="965" y="7602"/>
                  </a:lnTo>
                  <a:lnTo>
                    <a:pt x="5086" y="777"/>
                  </a:lnTo>
                  <a:lnTo>
                    <a:pt x="5086" y="777"/>
                  </a:lnTo>
                  <a:cubicBezTo>
                    <a:pt x="4629" y="862"/>
                    <a:pt x="4164" y="904"/>
                    <a:pt x="3698" y="904"/>
                  </a:cubicBezTo>
                  <a:cubicBezTo>
                    <a:pt x="2420" y="904"/>
                    <a:pt x="1139" y="589"/>
                    <a:pt x="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203;p48">
              <a:extLst>
                <a:ext uri="{FF2B5EF4-FFF2-40B4-BE49-F238E27FC236}">
                  <a16:creationId xmlns:a16="http://schemas.microsoft.com/office/drawing/2014/main" id="{3BACA1C5-0520-4FB5-709A-50677420F048}"/>
                </a:ext>
              </a:extLst>
            </p:cNvPr>
            <p:cNvSpPr/>
            <p:nvPr/>
          </p:nvSpPr>
          <p:spPr>
            <a:xfrm>
              <a:off x="6344025" y="3025425"/>
              <a:ext cx="265000" cy="319200"/>
            </a:xfrm>
            <a:custGeom>
              <a:avLst/>
              <a:gdLst/>
              <a:ahLst/>
              <a:cxnLst/>
              <a:rect l="l" t="t" r="r" b="b"/>
              <a:pathLst>
                <a:path w="10600" h="12768" extrusionOk="0">
                  <a:moveTo>
                    <a:pt x="295" y="1"/>
                  </a:moveTo>
                  <a:lnTo>
                    <a:pt x="295" y="1"/>
                  </a:lnTo>
                  <a:cubicBezTo>
                    <a:pt x="0" y="1446"/>
                    <a:pt x="268" y="2972"/>
                    <a:pt x="857" y="4337"/>
                  </a:cubicBezTo>
                  <a:cubicBezTo>
                    <a:pt x="1446" y="5675"/>
                    <a:pt x="2329" y="6879"/>
                    <a:pt x="3266" y="8030"/>
                  </a:cubicBezTo>
                  <a:cubicBezTo>
                    <a:pt x="4952" y="10064"/>
                    <a:pt x="6960" y="11965"/>
                    <a:pt x="9529" y="12768"/>
                  </a:cubicBezTo>
                  <a:cubicBezTo>
                    <a:pt x="10600" y="9877"/>
                    <a:pt x="10252" y="6371"/>
                    <a:pt x="8458" y="3882"/>
                  </a:cubicBezTo>
                  <a:cubicBezTo>
                    <a:pt x="6692" y="1392"/>
                    <a:pt x="3453" y="54"/>
                    <a:pt x="29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204;p48">
              <a:extLst>
                <a:ext uri="{FF2B5EF4-FFF2-40B4-BE49-F238E27FC236}">
                  <a16:creationId xmlns:a16="http://schemas.microsoft.com/office/drawing/2014/main" id="{95DD940D-EFF5-C56C-44DB-1EDC5D3318E2}"/>
                </a:ext>
              </a:extLst>
            </p:cNvPr>
            <p:cNvSpPr/>
            <p:nvPr/>
          </p:nvSpPr>
          <p:spPr>
            <a:xfrm>
              <a:off x="6065650" y="3018000"/>
              <a:ext cx="300475" cy="263725"/>
            </a:xfrm>
            <a:custGeom>
              <a:avLst/>
              <a:gdLst/>
              <a:ahLst/>
              <a:cxnLst/>
              <a:rect l="l" t="t" r="r" b="b"/>
              <a:pathLst>
                <a:path w="12019" h="10549" extrusionOk="0">
                  <a:moveTo>
                    <a:pt x="9718" y="1"/>
                  </a:moveTo>
                  <a:cubicBezTo>
                    <a:pt x="7318" y="1"/>
                    <a:pt x="4947" y="712"/>
                    <a:pt x="3266" y="2252"/>
                  </a:cubicBezTo>
                  <a:cubicBezTo>
                    <a:pt x="1018" y="4259"/>
                    <a:pt x="1" y="7578"/>
                    <a:pt x="510" y="10549"/>
                  </a:cubicBezTo>
                  <a:cubicBezTo>
                    <a:pt x="3159" y="10308"/>
                    <a:pt x="5515" y="8889"/>
                    <a:pt x="7549" y="7283"/>
                  </a:cubicBezTo>
                  <a:cubicBezTo>
                    <a:pt x="8700" y="6400"/>
                    <a:pt x="9797" y="5410"/>
                    <a:pt x="10627" y="4232"/>
                  </a:cubicBezTo>
                  <a:cubicBezTo>
                    <a:pt x="11483" y="3054"/>
                    <a:pt x="12019" y="1663"/>
                    <a:pt x="12019" y="217"/>
                  </a:cubicBezTo>
                  <a:cubicBezTo>
                    <a:pt x="11263" y="74"/>
                    <a:pt x="10489" y="1"/>
                    <a:pt x="9718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205;p48">
              <a:extLst>
                <a:ext uri="{FF2B5EF4-FFF2-40B4-BE49-F238E27FC236}">
                  <a16:creationId xmlns:a16="http://schemas.microsoft.com/office/drawing/2014/main" id="{6407A107-B204-11FF-2F2E-5212343B84D4}"/>
                </a:ext>
              </a:extLst>
            </p:cNvPr>
            <p:cNvSpPr/>
            <p:nvPr/>
          </p:nvSpPr>
          <p:spPr>
            <a:xfrm>
              <a:off x="6550125" y="3317800"/>
              <a:ext cx="42850" cy="65650"/>
            </a:xfrm>
            <a:custGeom>
              <a:avLst/>
              <a:gdLst/>
              <a:ahLst/>
              <a:cxnLst/>
              <a:rect l="l" t="t" r="r" b="b"/>
              <a:pathLst>
                <a:path w="1714" h="2626" extrusionOk="0">
                  <a:moveTo>
                    <a:pt x="1553" y="0"/>
                  </a:moveTo>
                  <a:cubicBezTo>
                    <a:pt x="1051" y="0"/>
                    <a:pt x="608" y="218"/>
                    <a:pt x="84" y="218"/>
                  </a:cubicBezTo>
                  <a:cubicBezTo>
                    <a:pt x="56" y="218"/>
                    <a:pt x="28" y="218"/>
                    <a:pt x="0" y="216"/>
                  </a:cubicBezTo>
                  <a:lnTo>
                    <a:pt x="0" y="216"/>
                  </a:lnTo>
                  <a:cubicBezTo>
                    <a:pt x="54" y="1019"/>
                    <a:pt x="107" y="1822"/>
                    <a:pt x="161" y="2625"/>
                  </a:cubicBezTo>
                  <a:cubicBezTo>
                    <a:pt x="643" y="2331"/>
                    <a:pt x="910" y="2036"/>
                    <a:pt x="1205" y="1635"/>
                  </a:cubicBezTo>
                  <a:cubicBezTo>
                    <a:pt x="1553" y="1180"/>
                    <a:pt x="1713" y="591"/>
                    <a:pt x="1633" y="2"/>
                  </a:cubicBezTo>
                  <a:cubicBezTo>
                    <a:pt x="1606" y="1"/>
                    <a:pt x="1580" y="0"/>
                    <a:pt x="155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206;p48">
              <a:extLst>
                <a:ext uri="{FF2B5EF4-FFF2-40B4-BE49-F238E27FC236}">
                  <a16:creationId xmlns:a16="http://schemas.microsoft.com/office/drawing/2014/main" id="{1CDEB913-0511-B351-752C-88B864E6739A}"/>
                </a:ext>
              </a:extLst>
            </p:cNvPr>
            <p:cNvSpPr/>
            <p:nvPr/>
          </p:nvSpPr>
          <p:spPr>
            <a:xfrm>
              <a:off x="6068350" y="3258300"/>
              <a:ext cx="43500" cy="70950"/>
            </a:xfrm>
            <a:custGeom>
              <a:avLst/>
              <a:gdLst/>
              <a:ahLst/>
              <a:cxnLst/>
              <a:rect l="l" t="t" r="r" b="b"/>
              <a:pathLst>
                <a:path w="1740" h="2838" extrusionOk="0">
                  <a:moveTo>
                    <a:pt x="187" y="0"/>
                  </a:moveTo>
                  <a:cubicBezTo>
                    <a:pt x="0" y="535"/>
                    <a:pt x="27" y="1151"/>
                    <a:pt x="294" y="1686"/>
                  </a:cubicBezTo>
                  <a:cubicBezTo>
                    <a:pt x="535" y="2115"/>
                    <a:pt x="723" y="2462"/>
                    <a:pt x="1151" y="2837"/>
                  </a:cubicBezTo>
                  <a:cubicBezTo>
                    <a:pt x="1365" y="2034"/>
                    <a:pt x="1552" y="1258"/>
                    <a:pt x="1740" y="482"/>
                  </a:cubicBezTo>
                  <a:cubicBezTo>
                    <a:pt x="1178" y="428"/>
                    <a:pt x="723" y="80"/>
                    <a:pt x="18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207;p48">
              <a:extLst>
                <a:ext uri="{FF2B5EF4-FFF2-40B4-BE49-F238E27FC236}">
                  <a16:creationId xmlns:a16="http://schemas.microsoft.com/office/drawing/2014/main" id="{AAC7F33A-812B-F71B-8735-71BBC5153C84}"/>
                </a:ext>
              </a:extLst>
            </p:cNvPr>
            <p:cNvSpPr/>
            <p:nvPr/>
          </p:nvSpPr>
          <p:spPr>
            <a:xfrm>
              <a:off x="6046925" y="3694125"/>
              <a:ext cx="473100" cy="401950"/>
            </a:xfrm>
            <a:custGeom>
              <a:avLst/>
              <a:gdLst/>
              <a:ahLst/>
              <a:cxnLst/>
              <a:rect l="l" t="t" r="r" b="b"/>
              <a:pathLst>
                <a:path w="18924" h="16078" extrusionOk="0">
                  <a:moveTo>
                    <a:pt x="91" y="1"/>
                  </a:moveTo>
                  <a:cubicBezTo>
                    <a:pt x="68" y="1"/>
                    <a:pt x="43" y="14"/>
                    <a:pt x="27" y="45"/>
                  </a:cubicBezTo>
                  <a:cubicBezTo>
                    <a:pt x="1" y="72"/>
                    <a:pt x="27" y="125"/>
                    <a:pt x="54" y="152"/>
                  </a:cubicBezTo>
                  <a:lnTo>
                    <a:pt x="2945" y="1811"/>
                  </a:lnTo>
                  <a:lnTo>
                    <a:pt x="536" y="3872"/>
                  </a:lnTo>
                  <a:cubicBezTo>
                    <a:pt x="509" y="3899"/>
                    <a:pt x="509" y="3926"/>
                    <a:pt x="536" y="3979"/>
                  </a:cubicBezTo>
                  <a:lnTo>
                    <a:pt x="5380" y="16024"/>
                  </a:lnTo>
                  <a:cubicBezTo>
                    <a:pt x="5380" y="16051"/>
                    <a:pt x="5407" y="16077"/>
                    <a:pt x="5434" y="16077"/>
                  </a:cubicBezTo>
                  <a:lnTo>
                    <a:pt x="5461" y="16077"/>
                  </a:lnTo>
                  <a:cubicBezTo>
                    <a:pt x="5461" y="16077"/>
                    <a:pt x="5488" y="16077"/>
                    <a:pt x="5514" y="16051"/>
                  </a:cubicBezTo>
                  <a:lnTo>
                    <a:pt x="13597" y="8744"/>
                  </a:lnTo>
                  <a:cubicBezTo>
                    <a:pt x="13624" y="8717"/>
                    <a:pt x="13624" y="8690"/>
                    <a:pt x="13624" y="8663"/>
                  </a:cubicBezTo>
                  <a:lnTo>
                    <a:pt x="13035" y="3391"/>
                  </a:lnTo>
                  <a:lnTo>
                    <a:pt x="18844" y="2695"/>
                  </a:lnTo>
                  <a:cubicBezTo>
                    <a:pt x="18897" y="2695"/>
                    <a:pt x="18924" y="2641"/>
                    <a:pt x="18924" y="2614"/>
                  </a:cubicBezTo>
                  <a:cubicBezTo>
                    <a:pt x="18897" y="2561"/>
                    <a:pt x="18870" y="2534"/>
                    <a:pt x="18817" y="2534"/>
                  </a:cubicBezTo>
                  <a:lnTo>
                    <a:pt x="12928" y="3257"/>
                  </a:lnTo>
                  <a:cubicBezTo>
                    <a:pt x="12875" y="3257"/>
                    <a:pt x="12848" y="3284"/>
                    <a:pt x="12848" y="3337"/>
                  </a:cubicBezTo>
                  <a:lnTo>
                    <a:pt x="13464" y="8637"/>
                  </a:lnTo>
                  <a:lnTo>
                    <a:pt x="5488" y="15863"/>
                  </a:lnTo>
                  <a:lnTo>
                    <a:pt x="696" y="3953"/>
                  </a:lnTo>
                  <a:lnTo>
                    <a:pt x="3132" y="1838"/>
                  </a:lnTo>
                  <a:cubicBezTo>
                    <a:pt x="3159" y="1838"/>
                    <a:pt x="3159" y="1811"/>
                    <a:pt x="3159" y="1785"/>
                  </a:cubicBezTo>
                  <a:cubicBezTo>
                    <a:pt x="3159" y="1758"/>
                    <a:pt x="3132" y="1731"/>
                    <a:pt x="3132" y="1731"/>
                  </a:cubicBezTo>
                  <a:lnTo>
                    <a:pt x="134" y="18"/>
                  </a:lnTo>
                  <a:cubicBezTo>
                    <a:pt x="123" y="7"/>
                    <a:pt x="108" y="1"/>
                    <a:pt x="9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208;p48">
              <a:extLst>
                <a:ext uri="{FF2B5EF4-FFF2-40B4-BE49-F238E27FC236}">
                  <a16:creationId xmlns:a16="http://schemas.microsoft.com/office/drawing/2014/main" id="{CEC6A2C3-0C44-6E65-4F3C-97ADA1D471C1}"/>
                </a:ext>
              </a:extLst>
            </p:cNvPr>
            <p:cNvSpPr/>
            <p:nvPr/>
          </p:nvSpPr>
          <p:spPr>
            <a:xfrm>
              <a:off x="6180750" y="3664850"/>
              <a:ext cx="190075" cy="431225"/>
            </a:xfrm>
            <a:custGeom>
              <a:avLst/>
              <a:gdLst/>
              <a:ahLst/>
              <a:cxnLst/>
              <a:rect l="l" t="t" r="r" b="b"/>
              <a:pathLst>
                <a:path w="7603" h="17249" extrusionOk="0">
                  <a:moveTo>
                    <a:pt x="7520" y="0"/>
                  </a:moveTo>
                  <a:cubicBezTo>
                    <a:pt x="7493" y="0"/>
                    <a:pt x="7460" y="19"/>
                    <a:pt x="7442" y="38"/>
                  </a:cubicBezTo>
                  <a:cubicBezTo>
                    <a:pt x="7415" y="92"/>
                    <a:pt x="3748" y="6007"/>
                    <a:pt x="1446" y="10129"/>
                  </a:cubicBezTo>
                  <a:cubicBezTo>
                    <a:pt x="295" y="12243"/>
                    <a:pt x="27" y="16954"/>
                    <a:pt x="1" y="17168"/>
                  </a:cubicBezTo>
                  <a:cubicBezTo>
                    <a:pt x="1" y="17222"/>
                    <a:pt x="54" y="17248"/>
                    <a:pt x="81" y="17248"/>
                  </a:cubicBezTo>
                  <a:lnTo>
                    <a:pt x="108" y="17248"/>
                  </a:lnTo>
                  <a:cubicBezTo>
                    <a:pt x="135" y="17248"/>
                    <a:pt x="161" y="17222"/>
                    <a:pt x="188" y="17168"/>
                  </a:cubicBezTo>
                  <a:cubicBezTo>
                    <a:pt x="188" y="17115"/>
                    <a:pt x="456" y="12297"/>
                    <a:pt x="1607" y="10209"/>
                  </a:cubicBezTo>
                  <a:cubicBezTo>
                    <a:pt x="3882" y="6087"/>
                    <a:pt x="7549" y="172"/>
                    <a:pt x="7575" y="119"/>
                  </a:cubicBezTo>
                  <a:cubicBezTo>
                    <a:pt x="7602" y="92"/>
                    <a:pt x="7602" y="38"/>
                    <a:pt x="7549" y="11"/>
                  </a:cubicBezTo>
                  <a:cubicBezTo>
                    <a:pt x="7541" y="4"/>
                    <a:pt x="7531" y="0"/>
                    <a:pt x="7520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209;p48">
              <a:extLst>
                <a:ext uri="{FF2B5EF4-FFF2-40B4-BE49-F238E27FC236}">
                  <a16:creationId xmlns:a16="http://schemas.microsoft.com/office/drawing/2014/main" id="{DEC9E575-E829-4872-3059-59315AC5BA56}"/>
                </a:ext>
              </a:extLst>
            </p:cNvPr>
            <p:cNvSpPr/>
            <p:nvPr/>
          </p:nvSpPr>
          <p:spPr>
            <a:xfrm>
              <a:off x="6182100" y="3645725"/>
              <a:ext cx="38825" cy="275700"/>
            </a:xfrm>
            <a:custGeom>
              <a:avLst/>
              <a:gdLst/>
              <a:ahLst/>
              <a:cxnLst/>
              <a:rect l="l" t="t" r="r" b="b"/>
              <a:pathLst>
                <a:path w="1553" h="11028" extrusionOk="0">
                  <a:moveTo>
                    <a:pt x="81" y="0"/>
                  </a:moveTo>
                  <a:cubicBezTo>
                    <a:pt x="54" y="27"/>
                    <a:pt x="0" y="54"/>
                    <a:pt x="27" y="107"/>
                  </a:cubicBezTo>
                  <a:lnTo>
                    <a:pt x="1392" y="10947"/>
                  </a:lnTo>
                  <a:cubicBezTo>
                    <a:pt x="1392" y="11001"/>
                    <a:pt x="1446" y="11028"/>
                    <a:pt x="1472" y="11028"/>
                  </a:cubicBezTo>
                  <a:cubicBezTo>
                    <a:pt x="1526" y="11028"/>
                    <a:pt x="1553" y="10974"/>
                    <a:pt x="1553" y="10921"/>
                  </a:cubicBezTo>
                  <a:lnTo>
                    <a:pt x="188" y="81"/>
                  </a:lnTo>
                  <a:cubicBezTo>
                    <a:pt x="161" y="27"/>
                    <a:pt x="134" y="0"/>
                    <a:pt x="8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210;p48">
              <a:extLst>
                <a:ext uri="{FF2B5EF4-FFF2-40B4-BE49-F238E27FC236}">
                  <a16:creationId xmlns:a16="http://schemas.microsoft.com/office/drawing/2014/main" id="{BDF2D331-47A8-79BA-8625-13A7D106B205}"/>
                </a:ext>
              </a:extLst>
            </p:cNvPr>
            <p:cNvSpPr/>
            <p:nvPr/>
          </p:nvSpPr>
          <p:spPr>
            <a:xfrm>
              <a:off x="5802700" y="3821000"/>
              <a:ext cx="227525" cy="69650"/>
            </a:xfrm>
            <a:custGeom>
              <a:avLst/>
              <a:gdLst/>
              <a:ahLst/>
              <a:cxnLst/>
              <a:rect l="l" t="t" r="r" b="b"/>
              <a:pathLst>
                <a:path w="9101" h="2786" extrusionOk="0">
                  <a:moveTo>
                    <a:pt x="3915" y="1"/>
                  </a:moveTo>
                  <a:cubicBezTo>
                    <a:pt x="2858" y="1"/>
                    <a:pt x="1919" y="58"/>
                    <a:pt x="1445" y="189"/>
                  </a:cubicBezTo>
                  <a:cubicBezTo>
                    <a:pt x="0" y="564"/>
                    <a:pt x="616" y="2598"/>
                    <a:pt x="616" y="2598"/>
                  </a:cubicBezTo>
                  <a:lnTo>
                    <a:pt x="9047" y="2785"/>
                  </a:lnTo>
                  <a:cubicBezTo>
                    <a:pt x="9047" y="2785"/>
                    <a:pt x="9100" y="1072"/>
                    <a:pt x="8886" y="564"/>
                  </a:cubicBezTo>
                  <a:cubicBezTo>
                    <a:pt x="8742" y="240"/>
                    <a:pt x="6082" y="1"/>
                    <a:pt x="391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211;p48">
              <a:extLst>
                <a:ext uri="{FF2B5EF4-FFF2-40B4-BE49-F238E27FC236}">
                  <a16:creationId xmlns:a16="http://schemas.microsoft.com/office/drawing/2014/main" id="{A05160FF-D671-8788-6191-89C5E271FD9C}"/>
                </a:ext>
              </a:extLst>
            </p:cNvPr>
            <p:cNvSpPr/>
            <p:nvPr/>
          </p:nvSpPr>
          <p:spPr>
            <a:xfrm>
              <a:off x="5674875" y="3849150"/>
              <a:ext cx="586875" cy="640375"/>
            </a:xfrm>
            <a:custGeom>
              <a:avLst/>
              <a:gdLst/>
              <a:ahLst/>
              <a:cxnLst/>
              <a:rect l="l" t="t" r="r" b="b"/>
              <a:pathLst>
                <a:path w="23475" h="25615" extrusionOk="0">
                  <a:moveTo>
                    <a:pt x="1" y="0"/>
                  </a:moveTo>
                  <a:lnTo>
                    <a:pt x="5381" y="24945"/>
                  </a:lnTo>
                  <a:lnTo>
                    <a:pt x="23474" y="25615"/>
                  </a:lnTo>
                  <a:lnTo>
                    <a:pt x="23474" y="25615"/>
                  </a:lnTo>
                  <a:lnTo>
                    <a:pt x="19834" y="12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212;p48">
              <a:extLst>
                <a:ext uri="{FF2B5EF4-FFF2-40B4-BE49-F238E27FC236}">
                  <a16:creationId xmlns:a16="http://schemas.microsoft.com/office/drawing/2014/main" id="{729D5695-254E-3927-F861-CD3A474CE09B}"/>
                </a:ext>
              </a:extLst>
            </p:cNvPr>
            <p:cNvSpPr/>
            <p:nvPr/>
          </p:nvSpPr>
          <p:spPr>
            <a:xfrm>
              <a:off x="5885675" y="4097450"/>
              <a:ext cx="384100" cy="389400"/>
            </a:xfrm>
            <a:custGeom>
              <a:avLst/>
              <a:gdLst/>
              <a:ahLst/>
              <a:cxnLst/>
              <a:rect l="l" t="t" r="r" b="b"/>
              <a:pathLst>
                <a:path w="15364" h="15576" extrusionOk="0">
                  <a:moveTo>
                    <a:pt x="11452" y="0"/>
                  </a:moveTo>
                  <a:cubicBezTo>
                    <a:pt x="10543" y="0"/>
                    <a:pt x="7365" y="3731"/>
                    <a:pt x="5728" y="5164"/>
                  </a:cubicBezTo>
                  <a:cubicBezTo>
                    <a:pt x="4015" y="6636"/>
                    <a:pt x="0" y="9232"/>
                    <a:pt x="0" y="9232"/>
                  </a:cubicBezTo>
                  <a:lnTo>
                    <a:pt x="2917" y="15576"/>
                  </a:lnTo>
                  <a:cubicBezTo>
                    <a:pt x="2917" y="15576"/>
                    <a:pt x="11402" y="12043"/>
                    <a:pt x="12232" y="11427"/>
                  </a:cubicBezTo>
                  <a:cubicBezTo>
                    <a:pt x="13062" y="10838"/>
                    <a:pt x="15364" y="8028"/>
                    <a:pt x="15256" y="6984"/>
                  </a:cubicBezTo>
                  <a:cubicBezTo>
                    <a:pt x="15202" y="6435"/>
                    <a:pt x="15013" y="6301"/>
                    <a:pt x="14842" y="6301"/>
                  </a:cubicBezTo>
                  <a:cubicBezTo>
                    <a:pt x="14680" y="6301"/>
                    <a:pt x="14534" y="6422"/>
                    <a:pt x="14534" y="6422"/>
                  </a:cubicBezTo>
                  <a:cubicBezTo>
                    <a:pt x="14534" y="6422"/>
                    <a:pt x="15149" y="5431"/>
                    <a:pt x="15203" y="4495"/>
                  </a:cubicBezTo>
                  <a:cubicBezTo>
                    <a:pt x="15256" y="3558"/>
                    <a:pt x="14213" y="3344"/>
                    <a:pt x="14213" y="3344"/>
                  </a:cubicBezTo>
                  <a:cubicBezTo>
                    <a:pt x="14587" y="1898"/>
                    <a:pt x="13169" y="1524"/>
                    <a:pt x="13169" y="1524"/>
                  </a:cubicBezTo>
                  <a:lnTo>
                    <a:pt x="9850" y="4869"/>
                  </a:lnTo>
                  <a:cubicBezTo>
                    <a:pt x="9850" y="4869"/>
                    <a:pt x="12285" y="426"/>
                    <a:pt x="11563" y="25"/>
                  </a:cubicBezTo>
                  <a:cubicBezTo>
                    <a:pt x="11531" y="8"/>
                    <a:pt x="11494" y="0"/>
                    <a:pt x="11452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213;p48">
              <a:extLst>
                <a:ext uri="{FF2B5EF4-FFF2-40B4-BE49-F238E27FC236}">
                  <a16:creationId xmlns:a16="http://schemas.microsoft.com/office/drawing/2014/main" id="{BC73C14D-DBAF-3776-8473-DE813F061E1B}"/>
                </a:ext>
              </a:extLst>
            </p:cNvPr>
            <p:cNvSpPr/>
            <p:nvPr/>
          </p:nvSpPr>
          <p:spPr>
            <a:xfrm>
              <a:off x="6192125" y="4179850"/>
              <a:ext cx="51550" cy="68125"/>
            </a:xfrm>
            <a:custGeom>
              <a:avLst/>
              <a:gdLst/>
              <a:ahLst/>
              <a:cxnLst/>
              <a:rect l="l" t="t" r="r" b="b"/>
              <a:pathLst>
                <a:path w="2062" h="2725" extrusionOk="0">
                  <a:moveTo>
                    <a:pt x="1955" y="1"/>
                  </a:moveTo>
                  <a:cubicBezTo>
                    <a:pt x="1935" y="1"/>
                    <a:pt x="1914" y="8"/>
                    <a:pt x="1901" y="21"/>
                  </a:cubicBezTo>
                  <a:lnTo>
                    <a:pt x="27" y="2590"/>
                  </a:lnTo>
                  <a:cubicBezTo>
                    <a:pt x="1" y="2617"/>
                    <a:pt x="1" y="2671"/>
                    <a:pt x="54" y="2697"/>
                  </a:cubicBezTo>
                  <a:cubicBezTo>
                    <a:pt x="54" y="2697"/>
                    <a:pt x="81" y="2724"/>
                    <a:pt x="108" y="2724"/>
                  </a:cubicBezTo>
                  <a:cubicBezTo>
                    <a:pt x="135" y="2724"/>
                    <a:pt x="135" y="2697"/>
                    <a:pt x="161" y="2671"/>
                  </a:cubicBezTo>
                  <a:lnTo>
                    <a:pt x="2035" y="128"/>
                  </a:lnTo>
                  <a:cubicBezTo>
                    <a:pt x="2062" y="101"/>
                    <a:pt x="2062" y="48"/>
                    <a:pt x="2008" y="21"/>
                  </a:cubicBezTo>
                  <a:cubicBezTo>
                    <a:pt x="1995" y="8"/>
                    <a:pt x="1975" y="1"/>
                    <a:pt x="19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214;p48">
              <a:extLst>
                <a:ext uri="{FF2B5EF4-FFF2-40B4-BE49-F238E27FC236}">
                  <a16:creationId xmlns:a16="http://schemas.microsoft.com/office/drawing/2014/main" id="{3DF98A74-8F36-C800-CF7B-9E5F62A59301}"/>
                </a:ext>
              </a:extLst>
            </p:cNvPr>
            <p:cNvSpPr/>
            <p:nvPr/>
          </p:nvSpPr>
          <p:spPr>
            <a:xfrm>
              <a:off x="6215550" y="4199100"/>
              <a:ext cx="52225" cy="102400"/>
            </a:xfrm>
            <a:custGeom>
              <a:avLst/>
              <a:gdLst/>
              <a:ahLst/>
              <a:cxnLst/>
              <a:rect l="l" t="t" r="r" b="b"/>
              <a:pathLst>
                <a:path w="2089" h="4096" extrusionOk="0">
                  <a:moveTo>
                    <a:pt x="1981" y="0"/>
                  </a:moveTo>
                  <a:cubicBezTo>
                    <a:pt x="1954" y="0"/>
                    <a:pt x="1901" y="27"/>
                    <a:pt x="1901" y="81"/>
                  </a:cubicBezTo>
                  <a:cubicBezTo>
                    <a:pt x="1928" y="750"/>
                    <a:pt x="1713" y="1472"/>
                    <a:pt x="1339" y="2168"/>
                  </a:cubicBezTo>
                  <a:cubicBezTo>
                    <a:pt x="1044" y="2730"/>
                    <a:pt x="643" y="3293"/>
                    <a:pt x="27" y="3935"/>
                  </a:cubicBezTo>
                  <a:cubicBezTo>
                    <a:pt x="0" y="3988"/>
                    <a:pt x="0" y="4042"/>
                    <a:pt x="27" y="4069"/>
                  </a:cubicBezTo>
                  <a:cubicBezTo>
                    <a:pt x="54" y="4069"/>
                    <a:pt x="81" y="4096"/>
                    <a:pt x="81" y="4096"/>
                  </a:cubicBezTo>
                  <a:cubicBezTo>
                    <a:pt x="108" y="4096"/>
                    <a:pt x="134" y="4069"/>
                    <a:pt x="161" y="4069"/>
                  </a:cubicBezTo>
                  <a:cubicBezTo>
                    <a:pt x="750" y="3400"/>
                    <a:pt x="1178" y="2838"/>
                    <a:pt x="1499" y="2249"/>
                  </a:cubicBezTo>
                  <a:cubicBezTo>
                    <a:pt x="1874" y="1526"/>
                    <a:pt x="2088" y="777"/>
                    <a:pt x="2061" y="81"/>
                  </a:cubicBezTo>
                  <a:cubicBezTo>
                    <a:pt x="2061" y="27"/>
                    <a:pt x="2035" y="0"/>
                    <a:pt x="198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215;p48">
              <a:extLst>
                <a:ext uri="{FF2B5EF4-FFF2-40B4-BE49-F238E27FC236}">
                  <a16:creationId xmlns:a16="http://schemas.microsoft.com/office/drawing/2014/main" id="{5CA2048B-5F84-F452-F967-DC3B5615CB73}"/>
                </a:ext>
              </a:extLst>
            </p:cNvPr>
            <p:cNvSpPr/>
            <p:nvPr/>
          </p:nvSpPr>
          <p:spPr>
            <a:xfrm>
              <a:off x="5608650" y="4077975"/>
              <a:ext cx="404850" cy="511425"/>
            </a:xfrm>
            <a:custGeom>
              <a:avLst/>
              <a:gdLst/>
              <a:ahLst/>
              <a:cxnLst/>
              <a:rect l="l" t="t" r="r" b="b"/>
              <a:pathLst>
                <a:path w="16194" h="20457" extrusionOk="0">
                  <a:moveTo>
                    <a:pt x="4631" y="1"/>
                  </a:moveTo>
                  <a:cubicBezTo>
                    <a:pt x="4631" y="1"/>
                    <a:pt x="3158" y="2651"/>
                    <a:pt x="2248" y="7361"/>
                  </a:cubicBezTo>
                  <a:cubicBezTo>
                    <a:pt x="1338" y="12072"/>
                    <a:pt x="0" y="17104"/>
                    <a:pt x="3881" y="19754"/>
                  </a:cubicBezTo>
                  <a:cubicBezTo>
                    <a:pt x="4613" y="20253"/>
                    <a:pt x="5507" y="20456"/>
                    <a:pt x="6475" y="20456"/>
                  </a:cubicBezTo>
                  <a:cubicBezTo>
                    <a:pt x="10642" y="20456"/>
                    <a:pt x="16193" y="16703"/>
                    <a:pt x="16193" y="16703"/>
                  </a:cubicBezTo>
                  <a:lnTo>
                    <a:pt x="11911" y="6799"/>
                  </a:lnTo>
                  <a:lnTo>
                    <a:pt x="7066" y="9021"/>
                  </a:lnTo>
                  <a:lnTo>
                    <a:pt x="4631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216;p48">
              <a:extLst>
                <a:ext uri="{FF2B5EF4-FFF2-40B4-BE49-F238E27FC236}">
                  <a16:creationId xmlns:a16="http://schemas.microsoft.com/office/drawing/2014/main" id="{493BC413-2E61-2298-36B6-11703A3F2D92}"/>
                </a:ext>
              </a:extLst>
            </p:cNvPr>
            <p:cNvSpPr/>
            <p:nvPr/>
          </p:nvSpPr>
          <p:spPr>
            <a:xfrm>
              <a:off x="5726400" y="4245650"/>
              <a:ext cx="289775" cy="349600"/>
            </a:xfrm>
            <a:custGeom>
              <a:avLst/>
              <a:gdLst/>
              <a:ahLst/>
              <a:cxnLst/>
              <a:rect l="l" t="t" r="r" b="b"/>
              <a:pathLst>
                <a:path w="11591" h="13984" extrusionOk="0">
                  <a:moveTo>
                    <a:pt x="7203" y="1"/>
                  </a:moveTo>
                  <a:cubicBezTo>
                    <a:pt x="7192" y="1"/>
                    <a:pt x="7182" y="4"/>
                    <a:pt x="7174" y="12"/>
                  </a:cubicBezTo>
                  <a:lnTo>
                    <a:pt x="54" y="3117"/>
                  </a:lnTo>
                  <a:cubicBezTo>
                    <a:pt x="28" y="3144"/>
                    <a:pt x="1" y="3197"/>
                    <a:pt x="28" y="3224"/>
                  </a:cubicBezTo>
                  <a:cubicBezTo>
                    <a:pt x="28" y="3277"/>
                    <a:pt x="81" y="3277"/>
                    <a:pt x="135" y="3277"/>
                  </a:cubicBezTo>
                  <a:lnTo>
                    <a:pt x="7147" y="199"/>
                  </a:lnTo>
                  <a:lnTo>
                    <a:pt x="11403" y="9781"/>
                  </a:lnTo>
                  <a:cubicBezTo>
                    <a:pt x="10911" y="10195"/>
                    <a:pt x="6570" y="13810"/>
                    <a:pt x="2244" y="13810"/>
                  </a:cubicBezTo>
                  <a:cubicBezTo>
                    <a:pt x="2094" y="13810"/>
                    <a:pt x="1944" y="13805"/>
                    <a:pt x="1794" y="13796"/>
                  </a:cubicBezTo>
                  <a:cubicBezTo>
                    <a:pt x="1767" y="13796"/>
                    <a:pt x="1714" y="13823"/>
                    <a:pt x="1714" y="13877"/>
                  </a:cubicBezTo>
                  <a:cubicBezTo>
                    <a:pt x="1714" y="13930"/>
                    <a:pt x="1741" y="13957"/>
                    <a:pt x="1794" y="13957"/>
                  </a:cubicBezTo>
                  <a:cubicBezTo>
                    <a:pt x="1928" y="13957"/>
                    <a:pt x="2089" y="13984"/>
                    <a:pt x="2222" y="13984"/>
                  </a:cubicBezTo>
                  <a:cubicBezTo>
                    <a:pt x="6853" y="13984"/>
                    <a:pt x="11510" y="9915"/>
                    <a:pt x="11537" y="9862"/>
                  </a:cubicBezTo>
                  <a:cubicBezTo>
                    <a:pt x="11564" y="9835"/>
                    <a:pt x="11590" y="9808"/>
                    <a:pt x="11564" y="9781"/>
                  </a:cubicBezTo>
                  <a:lnTo>
                    <a:pt x="7281" y="39"/>
                  </a:lnTo>
                  <a:cubicBezTo>
                    <a:pt x="7262" y="20"/>
                    <a:pt x="7230" y="1"/>
                    <a:pt x="72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217;p48">
              <a:extLst>
                <a:ext uri="{FF2B5EF4-FFF2-40B4-BE49-F238E27FC236}">
                  <a16:creationId xmlns:a16="http://schemas.microsoft.com/office/drawing/2014/main" id="{6033DCFC-4E8B-BF31-2182-C85DC5D6E5B6}"/>
                </a:ext>
              </a:extLst>
            </p:cNvPr>
            <p:cNvSpPr/>
            <p:nvPr/>
          </p:nvSpPr>
          <p:spPr>
            <a:xfrm>
              <a:off x="6356075" y="4028875"/>
              <a:ext cx="183375" cy="606525"/>
            </a:xfrm>
            <a:custGeom>
              <a:avLst/>
              <a:gdLst/>
              <a:ahLst/>
              <a:cxnLst/>
              <a:rect l="l" t="t" r="r" b="b"/>
              <a:pathLst>
                <a:path w="7335" h="24261" extrusionOk="0">
                  <a:moveTo>
                    <a:pt x="7239" y="0"/>
                  </a:moveTo>
                  <a:cubicBezTo>
                    <a:pt x="7202" y="0"/>
                    <a:pt x="7173" y="25"/>
                    <a:pt x="7173" y="64"/>
                  </a:cubicBezTo>
                  <a:cubicBezTo>
                    <a:pt x="6611" y="2313"/>
                    <a:pt x="6049" y="4588"/>
                    <a:pt x="5434" y="6809"/>
                  </a:cubicBezTo>
                  <a:cubicBezTo>
                    <a:pt x="3828" y="12698"/>
                    <a:pt x="2008" y="18533"/>
                    <a:pt x="0" y="24260"/>
                  </a:cubicBezTo>
                  <a:cubicBezTo>
                    <a:pt x="54" y="24260"/>
                    <a:pt x="134" y="24234"/>
                    <a:pt x="188" y="24234"/>
                  </a:cubicBezTo>
                  <a:cubicBezTo>
                    <a:pt x="2222" y="18479"/>
                    <a:pt x="4042" y="12591"/>
                    <a:pt x="5648" y="6676"/>
                  </a:cubicBezTo>
                  <a:cubicBezTo>
                    <a:pt x="6237" y="4481"/>
                    <a:pt x="6799" y="2286"/>
                    <a:pt x="7334" y="91"/>
                  </a:cubicBezTo>
                  <a:cubicBezTo>
                    <a:pt x="7334" y="64"/>
                    <a:pt x="7307" y="11"/>
                    <a:pt x="7281" y="11"/>
                  </a:cubicBezTo>
                  <a:cubicBezTo>
                    <a:pt x="7266" y="4"/>
                    <a:pt x="7252" y="0"/>
                    <a:pt x="7239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218;p48">
              <a:extLst>
                <a:ext uri="{FF2B5EF4-FFF2-40B4-BE49-F238E27FC236}">
                  <a16:creationId xmlns:a16="http://schemas.microsoft.com/office/drawing/2014/main" id="{09832384-3340-43E5-28EF-B8DC1D4A81CD}"/>
                </a:ext>
              </a:extLst>
            </p:cNvPr>
            <p:cNvSpPr/>
            <p:nvPr/>
          </p:nvSpPr>
          <p:spPr>
            <a:xfrm>
              <a:off x="5640750" y="3288675"/>
              <a:ext cx="339275" cy="212825"/>
            </a:xfrm>
            <a:custGeom>
              <a:avLst/>
              <a:gdLst/>
              <a:ahLst/>
              <a:cxnLst/>
              <a:rect l="l" t="t" r="r" b="b"/>
              <a:pathLst>
                <a:path w="13571" h="8513" extrusionOk="0">
                  <a:moveTo>
                    <a:pt x="6135" y="0"/>
                  </a:moveTo>
                  <a:cubicBezTo>
                    <a:pt x="3388" y="0"/>
                    <a:pt x="1112" y="1113"/>
                    <a:pt x="456" y="2800"/>
                  </a:cubicBezTo>
                  <a:cubicBezTo>
                    <a:pt x="376" y="3014"/>
                    <a:pt x="295" y="3255"/>
                    <a:pt x="268" y="3469"/>
                  </a:cubicBezTo>
                  <a:cubicBezTo>
                    <a:pt x="1" y="5798"/>
                    <a:pt x="2704" y="8019"/>
                    <a:pt x="6317" y="8447"/>
                  </a:cubicBezTo>
                  <a:cubicBezTo>
                    <a:pt x="6585" y="8474"/>
                    <a:pt x="6826" y="8501"/>
                    <a:pt x="7067" y="8501"/>
                  </a:cubicBezTo>
                  <a:cubicBezTo>
                    <a:pt x="7231" y="8509"/>
                    <a:pt x="7394" y="8513"/>
                    <a:pt x="7556" y="8513"/>
                  </a:cubicBezTo>
                  <a:cubicBezTo>
                    <a:pt x="10628" y="8513"/>
                    <a:pt x="13129" y="7083"/>
                    <a:pt x="13384" y="5048"/>
                  </a:cubicBezTo>
                  <a:cubicBezTo>
                    <a:pt x="13384" y="5021"/>
                    <a:pt x="13384" y="4968"/>
                    <a:pt x="13384" y="4941"/>
                  </a:cubicBezTo>
                  <a:cubicBezTo>
                    <a:pt x="13571" y="2666"/>
                    <a:pt x="10921" y="525"/>
                    <a:pt x="7388" y="97"/>
                  </a:cubicBezTo>
                  <a:cubicBezTo>
                    <a:pt x="7375" y="83"/>
                    <a:pt x="7361" y="83"/>
                    <a:pt x="7351" y="83"/>
                  </a:cubicBezTo>
                  <a:cubicBezTo>
                    <a:pt x="7341" y="83"/>
                    <a:pt x="7335" y="83"/>
                    <a:pt x="7335" y="70"/>
                  </a:cubicBezTo>
                  <a:cubicBezTo>
                    <a:pt x="6927" y="23"/>
                    <a:pt x="6526" y="0"/>
                    <a:pt x="6135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219;p48">
              <a:extLst>
                <a:ext uri="{FF2B5EF4-FFF2-40B4-BE49-F238E27FC236}">
                  <a16:creationId xmlns:a16="http://schemas.microsoft.com/office/drawing/2014/main" id="{B1B7F69E-FCF3-A8AF-1E25-66DCF7FB955D}"/>
                </a:ext>
              </a:extLst>
            </p:cNvPr>
            <p:cNvSpPr/>
            <p:nvPr/>
          </p:nvSpPr>
          <p:spPr>
            <a:xfrm>
              <a:off x="5647450" y="3269000"/>
              <a:ext cx="339275" cy="212925"/>
            </a:xfrm>
            <a:custGeom>
              <a:avLst/>
              <a:gdLst/>
              <a:ahLst/>
              <a:cxnLst/>
              <a:rect l="l" t="t" r="r" b="b"/>
              <a:pathLst>
                <a:path w="13571" h="8517" extrusionOk="0">
                  <a:moveTo>
                    <a:pt x="5978" y="0"/>
                  </a:moveTo>
                  <a:cubicBezTo>
                    <a:pt x="2903" y="0"/>
                    <a:pt x="424" y="1429"/>
                    <a:pt x="188" y="3480"/>
                  </a:cubicBezTo>
                  <a:cubicBezTo>
                    <a:pt x="188" y="3507"/>
                    <a:pt x="188" y="3560"/>
                    <a:pt x="188" y="3587"/>
                  </a:cubicBezTo>
                  <a:cubicBezTo>
                    <a:pt x="0" y="5862"/>
                    <a:pt x="2677" y="8030"/>
                    <a:pt x="6237" y="8458"/>
                  </a:cubicBezTo>
                  <a:cubicBezTo>
                    <a:pt x="6371" y="8458"/>
                    <a:pt x="6505" y="8485"/>
                    <a:pt x="6638" y="8485"/>
                  </a:cubicBezTo>
                  <a:cubicBezTo>
                    <a:pt x="6911" y="8506"/>
                    <a:pt x="7180" y="8517"/>
                    <a:pt x="7445" y="8517"/>
                  </a:cubicBezTo>
                  <a:cubicBezTo>
                    <a:pt x="10175" y="8517"/>
                    <a:pt x="12457" y="7412"/>
                    <a:pt x="13116" y="5728"/>
                  </a:cubicBezTo>
                  <a:cubicBezTo>
                    <a:pt x="13196" y="5514"/>
                    <a:pt x="13249" y="5273"/>
                    <a:pt x="13303" y="5032"/>
                  </a:cubicBezTo>
                  <a:cubicBezTo>
                    <a:pt x="13571" y="2757"/>
                    <a:pt x="10894" y="536"/>
                    <a:pt x="7307" y="81"/>
                  </a:cubicBezTo>
                  <a:lnTo>
                    <a:pt x="7254" y="81"/>
                  </a:lnTo>
                  <a:cubicBezTo>
                    <a:pt x="6820" y="26"/>
                    <a:pt x="6394" y="0"/>
                    <a:pt x="5978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220;p48">
              <a:extLst>
                <a:ext uri="{FF2B5EF4-FFF2-40B4-BE49-F238E27FC236}">
                  <a16:creationId xmlns:a16="http://schemas.microsoft.com/office/drawing/2014/main" id="{495BE127-3BBD-C263-F94C-6B870DC6C4C0}"/>
                </a:ext>
              </a:extLst>
            </p:cNvPr>
            <p:cNvSpPr/>
            <p:nvPr/>
          </p:nvSpPr>
          <p:spPr>
            <a:xfrm>
              <a:off x="5810725" y="3271000"/>
              <a:ext cx="176000" cy="210925"/>
            </a:xfrm>
            <a:custGeom>
              <a:avLst/>
              <a:gdLst/>
              <a:ahLst/>
              <a:cxnLst/>
              <a:rect l="l" t="t" r="r" b="b"/>
              <a:pathLst>
                <a:path w="7040" h="8437" extrusionOk="0">
                  <a:moveTo>
                    <a:pt x="776" y="1"/>
                  </a:moveTo>
                  <a:cubicBezTo>
                    <a:pt x="696" y="268"/>
                    <a:pt x="643" y="536"/>
                    <a:pt x="589" y="804"/>
                  </a:cubicBezTo>
                  <a:cubicBezTo>
                    <a:pt x="161" y="2543"/>
                    <a:pt x="54" y="4363"/>
                    <a:pt x="27" y="6157"/>
                  </a:cubicBezTo>
                  <a:cubicBezTo>
                    <a:pt x="0" y="6906"/>
                    <a:pt x="0" y="7656"/>
                    <a:pt x="107" y="8405"/>
                  </a:cubicBezTo>
                  <a:cubicBezTo>
                    <a:pt x="380" y="8426"/>
                    <a:pt x="649" y="8437"/>
                    <a:pt x="914" y="8437"/>
                  </a:cubicBezTo>
                  <a:cubicBezTo>
                    <a:pt x="3644" y="8437"/>
                    <a:pt x="5926" y="7332"/>
                    <a:pt x="6585" y="5648"/>
                  </a:cubicBezTo>
                  <a:cubicBezTo>
                    <a:pt x="6665" y="5434"/>
                    <a:pt x="6745" y="5193"/>
                    <a:pt x="6772" y="4952"/>
                  </a:cubicBezTo>
                  <a:cubicBezTo>
                    <a:pt x="7040" y="2677"/>
                    <a:pt x="4363" y="456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221;p48">
              <a:extLst>
                <a:ext uri="{FF2B5EF4-FFF2-40B4-BE49-F238E27FC236}">
                  <a16:creationId xmlns:a16="http://schemas.microsoft.com/office/drawing/2014/main" id="{8A817FA6-2516-C51B-6830-3B1C5E373CD8}"/>
                </a:ext>
              </a:extLst>
            </p:cNvPr>
            <p:cNvSpPr/>
            <p:nvPr/>
          </p:nvSpPr>
          <p:spPr>
            <a:xfrm>
              <a:off x="6758900" y="3887900"/>
              <a:ext cx="242250" cy="324450"/>
            </a:xfrm>
            <a:custGeom>
              <a:avLst/>
              <a:gdLst/>
              <a:ahLst/>
              <a:cxnLst/>
              <a:rect l="l" t="t" r="r" b="b"/>
              <a:pathLst>
                <a:path w="9690" h="12978" extrusionOk="0">
                  <a:moveTo>
                    <a:pt x="5786" y="0"/>
                  </a:moveTo>
                  <a:cubicBezTo>
                    <a:pt x="3705" y="0"/>
                    <a:pt x="1589" y="2267"/>
                    <a:pt x="803" y="5436"/>
                  </a:cubicBezTo>
                  <a:cubicBezTo>
                    <a:pt x="803" y="5436"/>
                    <a:pt x="776" y="5463"/>
                    <a:pt x="776" y="5489"/>
                  </a:cubicBezTo>
                  <a:cubicBezTo>
                    <a:pt x="0" y="8674"/>
                    <a:pt x="830" y="11645"/>
                    <a:pt x="2650" y="12636"/>
                  </a:cubicBezTo>
                  <a:cubicBezTo>
                    <a:pt x="2864" y="12743"/>
                    <a:pt x="3078" y="12823"/>
                    <a:pt x="3319" y="12903"/>
                  </a:cubicBezTo>
                  <a:cubicBezTo>
                    <a:pt x="3530" y="12953"/>
                    <a:pt x="3742" y="12978"/>
                    <a:pt x="3956" y="12978"/>
                  </a:cubicBezTo>
                  <a:cubicBezTo>
                    <a:pt x="6029" y="12978"/>
                    <a:pt x="8190" y="10697"/>
                    <a:pt x="8967" y="7470"/>
                  </a:cubicBezTo>
                  <a:cubicBezTo>
                    <a:pt x="9047" y="7229"/>
                    <a:pt x="9074" y="6988"/>
                    <a:pt x="9127" y="6747"/>
                  </a:cubicBezTo>
                  <a:cubicBezTo>
                    <a:pt x="9689" y="3509"/>
                    <a:pt x="8538" y="591"/>
                    <a:pt x="6451" y="56"/>
                  </a:cubicBezTo>
                  <a:lnTo>
                    <a:pt x="6344" y="56"/>
                  </a:lnTo>
                  <a:cubicBezTo>
                    <a:pt x="6159" y="18"/>
                    <a:pt x="5972" y="0"/>
                    <a:pt x="5786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222;p48">
              <a:extLst>
                <a:ext uri="{FF2B5EF4-FFF2-40B4-BE49-F238E27FC236}">
                  <a16:creationId xmlns:a16="http://schemas.microsoft.com/office/drawing/2014/main" id="{29C7F8B8-E320-537B-A015-D437B303437A}"/>
                </a:ext>
              </a:extLst>
            </p:cNvPr>
            <p:cNvSpPr/>
            <p:nvPr/>
          </p:nvSpPr>
          <p:spPr>
            <a:xfrm>
              <a:off x="6737475" y="3880725"/>
              <a:ext cx="244275" cy="324450"/>
            </a:xfrm>
            <a:custGeom>
              <a:avLst/>
              <a:gdLst/>
              <a:ahLst/>
              <a:cxnLst/>
              <a:rect l="l" t="t" r="r" b="b"/>
              <a:pathLst>
                <a:path w="9771" h="12978" extrusionOk="0">
                  <a:moveTo>
                    <a:pt x="5889" y="0"/>
                  </a:moveTo>
                  <a:cubicBezTo>
                    <a:pt x="3822" y="0"/>
                    <a:pt x="1684" y="2253"/>
                    <a:pt x="884" y="5428"/>
                  </a:cubicBezTo>
                  <a:cubicBezTo>
                    <a:pt x="884" y="5455"/>
                    <a:pt x="884" y="5482"/>
                    <a:pt x="884" y="5482"/>
                  </a:cubicBezTo>
                  <a:cubicBezTo>
                    <a:pt x="1" y="9042"/>
                    <a:pt x="1152" y="12361"/>
                    <a:pt x="3400" y="12896"/>
                  </a:cubicBezTo>
                  <a:cubicBezTo>
                    <a:pt x="3453" y="12923"/>
                    <a:pt x="3480" y="12923"/>
                    <a:pt x="3507" y="12923"/>
                  </a:cubicBezTo>
                  <a:cubicBezTo>
                    <a:pt x="3690" y="12960"/>
                    <a:pt x="3875" y="12978"/>
                    <a:pt x="4060" y="12978"/>
                  </a:cubicBezTo>
                  <a:cubicBezTo>
                    <a:pt x="6146" y="12978"/>
                    <a:pt x="8288" y="10685"/>
                    <a:pt x="9074" y="7489"/>
                  </a:cubicBezTo>
                  <a:cubicBezTo>
                    <a:pt x="9101" y="7356"/>
                    <a:pt x="9128" y="7222"/>
                    <a:pt x="9155" y="7088"/>
                  </a:cubicBezTo>
                  <a:cubicBezTo>
                    <a:pt x="9770" y="4063"/>
                    <a:pt x="8940" y="1280"/>
                    <a:pt x="7201" y="343"/>
                  </a:cubicBezTo>
                  <a:cubicBezTo>
                    <a:pt x="6987" y="209"/>
                    <a:pt x="6772" y="129"/>
                    <a:pt x="6532" y="75"/>
                  </a:cubicBezTo>
                  <a:cubicBezTo>
                    <a:pt x="6319" y="25"/>
                    <a:pt x="6104" y="0"/>
                    <a:pt x="588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223;p48">
              <a:extLst>
                <a:ext uri="{FF2B5EF4-FFF2-40B4-BE49-F238E27FC236}">
                  <a16:creationId xmlns:a16="http://schemas.microsoft.com/office/drawing/2014/main" id="{F8C6216A-9E4B-F50C-E33D-01C68198D020}"/>
                </a:ext>
              </a:extLst>
            </p:cNvPr>
            <p:cNvSpPr/>
            <p:nvPr/>
          </p:nvSpPr>
          <p:spPr>
            <a:xfrm>
              <a:off x="6759550" y="3880725"/>
              <a:ext cx="222200" cy="177350"/>
            </a:xfrm>
            <a:custGeom>
              <a:avLst/>
              <a:gdLst/>
              <a:ahLst/>
              <a:cxnLst/>
              <a:rect l="l" t="t" r="r" b="b"/>
              <a:pathLst>
                <a:path w="8888" h="7094" extrusionOk="0">
                  <a:moveTo>
                    <a:pt x="5006" y="0"/>
                  </a:moveTo>
                  <a:cubicBezTo>
                    <a:pt x="2939" y="0"/>
                    <a:pt x="801" y="2253"/>
                    <a:pt x="1" y="5428"/>
                  </a:cubicBezTo>
                  <a:cubicBezTo>
                    <a:pt x="269" y="5535"/>
                    <a:pt x="510" y="5643"/>
                    <a:pt x="777" y="5723"/>
                  </a:cubicBezTo>
                  <a:cubicBezTo>
                    <a:pt x="2463" y="6338"/>
                    <a:pt x="4257" y="6660"/>
                    <a:pt x="6023" y="6927"/>
                  </a:cubicBezTo>
                  <a:cubicBezTo>
                    <a:pt x="6674" y="7020"/>
                    <a:pt x="7325" y="7093"/>
                    <a:pt x="7976" y="7093"/>
                  </a:cubicBezTo>
                  <a:cubicBezTo>
                    <a:pt x="8074" y="7093"/>
                    <a:pt x="8173" y="7091"/>
                    <a:pt x="8272" y="7088"/>
                  </a:cubicBezTo>
                  <a:cubicBezTo>
                    <a:pt x="8887" y="4063"/>
                    <a:pt x="8057" y="1280"/>
                    <a:pt x="6318" y="343"/>
                  </a:cubicBezTo>
                  <a:cubicBezTo>
                    <a:pt x="6104" y="209"/>
                    <a:pt x="5889" y="129"/>
                    <a:pt x="5649" y="75"/>
                  </a:cubicBezTo>
                  <a:cubicBezTo>
                    <a:pt x="5436" y="25"/>
                    <a:pt x="5221" y="0"/>
                    <a:pt x="5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224;p48">
              <a:extLst>
                <a:ext uri="{FF2B5EF4-FFF2-40B4-BE49-F238E27FC236}">
                  <a16:creationId xmlns:a16="http://schemas.microsoft.com/office/drawing/2014/main" id="{63F05EC3-D575-4C24-1995-710DC435C624}"/>
                </a:ext>
              </a:extLst>
            </p:cNvPr>
            <p:cNvSpPr/>
            <p:nvPr/>
          </p:nvSpPr>
          <p:spPr>
            <a:xfrm>
              <a:off x="6652500" y="3299750"/>
              <a:ext cx="211475" cy="208225"/>
            </a:xfrm>
            <a:custGeom>
              <a:avLst/>
              <a:gdLst/>
              <a:ahLst/>
              <a:cxnLst/>
              <a:rect l="l" t="t" r="r" b="b"/>
              <a:pathLst>
                <a:path w="8459" h="8329" extrusionOk="0">
                  <a:moveTo>
                    <a:pt x="4221" y="0"/>
                  </a:moveTo>
                  <a:cubicBezTo>
                    <a:pt x="4188" y="0"/>
                    <a:pt x="4155" y="1"/>
                    <a:pt x="4122" y="2"/>
                  </a:cubicBezTo>
                  <a:cubicBezTo>
                    <a:pt x="1821" y="55"/>
                    <a:pt x="0" y="1982"/>
                    <a:pt x="81" y="4284"/>
                  </a:cubicBezTo>
                  <a:cubicBezTo>
                    <a:pt x="133" y="6537"/>
                    <a:pt x="1955" y="8328"/>
                    <a:pt x="4190" y="8328"/>
                  </a:cubicBezTo>
                  <a:cubicBezTo>
                    <a:pt x="4239" y="8328"/>
                    <a:pt x="4287" y="8327"/>
                    <a:pt x="4336" y="8326"/>
                  </a:cubicBezTo>
                  <a:cubicBezTo>
                    <a:pt x="6638" y="8272"/>
                    <a:pt x="8458" y="6372"/>
                    <a:pt x="8405" y="4070"/>
                  </a:cubicBezTo>
                  <a:cubicBezTo>
                    <a:pt x="8326" y="1801"/>
                    <a:pt x="6478" y="0"/>
                    <a:pt x="4221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225;p48">
              <a:extLst>
                <a:ext uri="{FF2B5EF4-FFF2-40B4-BE49-F238E27FC236}">
                  <a16:creationId xmlns:a16="http://schemas.microsoft.com/office/drawing/2014/main" id="{2A4C8E8B-17AB-A3C2-FAD6-8409A3682E35}"/>
                </a:ext>
              </a:extLst>
            </p:cNvPr>
            <p:cNvSpPr/>
            <p:nvPr/>
          </p:nvSpPr>
          <p:spPr>
            <a:xfrm>
              <a:off x="6662525" y="3289050"/>
              <a:ext cx="211475" cy="208200"/>
            </a:xfrm>
            <a:custGeom>
              <a:avLst/>
              <a:gdLst/>
              <a:ahLst/>
              <a:cxnLst/>
              <a:rect l="l" t="t" r="r" b="b"/>
              <a:pathLst>
                <a:path w="8459" h="8328" extrusionOk="0">
                  <a:moveTo>
                    <a:pt x="4223" y="0"/>
                  </a:moveTo>
                  <a:cubicBezTo>
                    <a:pt x="4190" y="0"/>
                    <a:pt x="4156" y="0"/>
                    <a:pt x="4123" y="1"/>
                  </a:cubicBezTo>
                  <a:cubicBezTo>
                    <a:pt x="1821" y="55"/>
                    <a:pt x="1" y="1982"/>
                    <a:pt x="81" y="4284"/>
                  </a:cubicBezTo>
                  <a:cubicBezTo>
                    <a:pt x="134" y="6537"/>
                    <a:pt x="1981" y="8328"/>
                    <a:pt x="4217" y="8328"/>
                  </a:cubicBezTo>
                  <a:cubicBezTo>
                    <a:pt x="4266" y="8328"/>
                    <a:pt x="4315" y="8327"/>
                    <a:pt x="4364" y="8325"/>
                  </a:cubicBezTo>
                  <a:cubicBezTo>
                    <a:pt x="6666" y="8272"/>
                    <a:pt x="8459" y="6345"/>
                    <a:pt x="8405" y="4043"/>
                  </a:cubicBezTo>
                  <a:cubicBezTo>
                    <a:pt x="8353" y="1775"/>
                    <a:pt x="6480" y="0"/>
                    <a:pt x="422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226;p48">
              <a:extLst>
                <a:ext uri="{FF2B5EF4-FFF2-40B4-BE49-F238E27FC236}">
                  <a16:creationId xmlns:a16="http://schemas.microsoft.com/office/drawing/2014/main" id="{4ABF0C8E-F183-FB03-34AF-F69CD2EB2D3D}"/>
                </a:ext>
              </a:extLst>
            </p:cNvPr>
            <p:cNvSpPr/>
            <p:nvPr/>
          </p:nvSpPr>
          <p:spPr>
            <a:xfrm>
              <a:off x="6687975" y="3332450"/>
              <a:ext cx="167300" cy="131950"/>
            </a:xfrm>
            <a:custGeom>
              <a:avLst/>
              <a:gdLst/>
              <a:ahLst/>
              <a:cxnLst/>
              <a:rect l="l" t="t" r="r" b="b"/>
              <a:pathLst>
                <a:path w="6692" h="5278" extrusionOk="0">
                  <a:moveTo>
                    <a:pt x="6577" y="1"/>
                  </a:moveTo>
                  <a:cubicBezTo>
                    <a:pt x="6558" y="1"/>
                    <a:pt x="6542" y="9"/>
                    <a:pt x="6531" y="32"/>
                  </a:cubicBezTo>
                  <a:lnTo>
                    <a:pt x="54" y="5117"/>
                  </a:lnTo>
                  <a:cubicBezTo>
                    <a:pt x="27" y="5144"/>
                    <a:pt x="0" y="5198"/>
                    <a:pt x="54" y="5251"/>
                  </a:cubicBezTo>
                  <a:cubicBezTo>
                    <a:pt x="54" y="5251"/>
                    <a:pt x="80" y="5278"/>
                    <a:pt x="107" y="5278"/>
                  </a:cubicBezTo>
                  <a:cubicBezTo>
                    <a:pt x="134" y="5278"/>
                    <a:pt x="161" y="5278"/>
                    <a:pt x="161" y="5251"/>
                  </a:cubicBezTo>
                  <a:lnTo>
                    <a:pt x="6638" y="166"/>
                  </a:lnTo>
                  <a:cubicBezTo>
                    <a:pt x="6665" y="139"/>
                    <a:pt x="6691" y="85"/>
                    <a:pt x="6665" y="32"/>
                  </a:cubicBezTo>
                  <a:cubicBezTo>
                    <a:pt x="6634" y="16"/>
                    <a:pt x="6603" y="1"/>
                    <a:pt x="6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227;p48">
              <a:extLst>
                <a:ext uri="{FF2B5EF4-FFF2-40B4-BE49-F238E27FC236}">
                  <a16:creationId xmlns:a16="http://schemas.microsoft.com/office/drawing/2014/main" id="{20E79741-6BDF-A429-DE04-B524E6683A2C}"/>
                </a:ext>
              </a:extLst>
            </p:cNvPr>
            <p:cNvSpPr/>
            <p:nvPr/>
          </p:nvSpPr>
          <p:spPr>
            <a:xfrm>
              <a:off x="5510275" y="4107400"/>
              <a:ext cx="211475" cy="208225"/>
            </a:xfrm>
            <a:custGeom>
              <a:avLst/>
              <a:gdLst/>
              <a:ahLst/>
              <a:cxnLst/>
              <a:rect l="l" t="t" r="r" b="b"/>
              <a:pathLst>
                <a:path w="8459" h="8329" extrusionOk="0">
                  <a:moveTo>
                    <a:pt x="4221" y="0"/>
                  </a:moveTo>
                  <a:cubicBezTo>
                    <a:pt x="4188" y="0"/>
                    <a:pt x="4155" y="1"/>
                    <a:pt x="4122" y="2"/>
                  </a:cubicBezTo>
                  <a:cubicBezTo>
                    <a:pt x="1821" y="82"/>
                    <a:pt x="1" y="1982"/>
                    <a:pt x="54" y="4284"/>
                  </a:cubicBezTo>
                  <a:cubicBezTo>
                    <a:pt x="133" y="6537"/>
                    <a:pt x="1955" y="8328"/>
                    <a:pt x="4190" y="8328"/>
                  </a:cubicBezTo>
                  <a:cubicBezTo>
                    <a:pt x="4239" y="8328"/>
                    <a:pt x="4288" y="8327"/>
                    <a:pt x="4337" y="8326"/>
                  </a:cubicBezTo>
                  <a:cubicBezTo>
                    <a:pt x="6638" y="8272"/>
                    <a:pt x="8458" y="6372"/>
                    <a:pt x="8405" y="4070"/>
                  </a:cubicBezTo>
                  <a:cubicBezTo>
                    <a:pt x="8326" y="1801"/>
                    <a:pt x="6478" y="0"/>
                    <a:pt x="4221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228;p48">
              <a:extLst>
                <a:ext uri="{FF2B5EF4-FFF2-40B4-BE49-F238E27FC236}">
                  <a16:creationId xmlns:a16="http://schemas.microsoft.com/office/drawing/2014/main" id="{6FB16C0E-952F-3E70-CE1C-6062B5688558}"/>
                </a:ext>
              </a:extLst>
            </p:cNvPr>
            <p:cNvSpPr/>
            <p:nvPr/>
          </p:nvSpPr>
          <p:spPr>
            <a:xfrm>
              <a:off x="5510950" y="4096775"/>
              <a:ext cx="230875" cy="208450"/>
            </a:xfrm>
            <a:custGeom>
              <a:avLst/>
              <a:gdLst/>
              <a:ahLst/>
              <a:cxnLst/>
              <a:rect l="l" t="t" r="r" b="b"/>
              <a:pathLst>
                <a:path w="9235" h="8338" extrusionOk="0">
                  <a:moveTo>
                    <a:pt x="4615" y="1"/>
                  </a:moveTo>
                  <a:cubicBezTo>
                    <a:pt x="3610" y="1"/>
                    <a:pt x="2601" y="364"/>
                    <a:pt x="1794" y="1096"/>
                  </a:cubicBezTo>
                  <a:cubicBezTo>
                    <a:pt x="107" y="2648"/>
                    <a:pt x="0" y="5298"/>
                    <a:pt x="1553" y="6984"/>
                  </a:cubicBezTo>
                  <a:cubicBezTo>
                    <a:pt x="2377" y="7879"/>
                    <a:pt x="3503" y="8337"/>
                    <a:pt x="4634" y="8337"/>
                  </a:cubicBezTo>
                  <a:cubicBezTo>
                    <a:pt x="5634" y="8337"/>
                    <a:pt x="6638" y="7980"/>
                    <a:pt x="7441" y="7252"/>
                  </a:cubicBezTo>
                  <a:cubicBezTo>
                    <a:pt x="9127" y="5673"/>
                    <a:pt x="9234" y="3050"/>
                    <a:pt x="7682" y="1363"/>
                  </a:cubicBezTo>
                  <a:cubicBezTo>
                    <a:pt x="6861" y="458"/>
                    <a:pt x="5741" y="1"/>
                    <a:pt x="4615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229;p48">
              <a:extLst>
                <a:ext uri="{FF2B5EF4-FFF2-40B4-BE49-F238E27FC236}">
                  <a16:creationId xmlns:a16="http://schemas.microsoft.com/office/drawing/2014/main" id="{E6D818AB-9DB7-103B-41D2-D1CCD0816E79}"/>
                </a:ext>
              </a:extLst>
            </p:cNvPr>
            <p:cNvSpPr/>
            <p:nvPr/>
          </p:nvSpPr>
          <p:spPr>
            <a:xfrm>
              <a:off x="5545750" y="4140100"/>
              <a:ext cx="167300" cy="131950"/>
            </a:xfrm>
            <a:custGeom>
              <a:avLst/>
              <a:gdLst/>
              <a:ahLst/>
              <a:cxnLst/>
              <a:rect l="l" t="t" r="r" b="b"/>
              <a:pathLst>
                <a:path w="6692" h="5278" extrusionOk="0">
                  <a:moveTo>
                    <a:pt x="6575" y="1"/>
                  </a:moveTo>
                  <a:cubicBezTo>
                    <a:pt x="6558" y="1"/>
                    <a:pt x="6542" y="9"/>
                    <a:pt x="6531" y="32"/>
                  </a:cubicBezTo>
                  <a:lnTo>
                    <a:pt x="54" y="5117"/>
                  </a:lnTo>
                  <a:cubicBezTo>
                    <a:pt x="0" y="5144"/>
                    <a:pt x="0" y="5198"/>
                    <a:pt x="27" y="5251"/>
                  </a:cubicBezTo>
                  <a:cubicBezTo>
                    <a:pt x="54" y="5278"/>
                    <a:pt x="80" y="5278"/>
                    <a:pt x="107" y="5278"/>
                  </a:cubicBezTo>
                  <a:cubicBezTo>
                    <a:pt x="134" y="5278"/>
                    <a:pt x="161" y="5278"/>
                    <a:pt x="161" y="5251"/>
                  </a:cubicBezTo>
                  <a:lnTo>
                    <a:pt x="6638" y="166"/>
                  </a:lnTo>
                  <a:cubicBezTo>
                    <a:pt x="6665" y="139"/>
                    <a:pt x="6691" y="85"/>
                    <a:pt x="6638" y="32"/>
                  </a:cubicBezTo>
                  <a:cubicBezTo>
                    <a:pt x="6623" y="16"/>
                    <a:pt x="6598" y="1"/>
                    <a:pt x="6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230;p48">
              <a:extLst>
                <a:ext uri="{FF2B5EF4-FFF2-40B4-BE49-F238E27FC236}">
                  <a16:creationId xmlns:a16="http://schemas.microsoft.com/office/drawing/2014/main" id="{7455B480-0254-0947-9A76-053F77BABEC3}"/>
                </a:ext>
              </a:extLst>
            </p:cNvPr>
            <p:cNvSpPr/>
            <p:nvPr/>
          </p:nvSpPr>
          <p:spPr>
            <a:xfrm>
              <a:off x="5774575" y="363635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215"/>
                  </a:moveTo>
                  <a:cubicBezTo>
                    <a:pt x="3454" y="215"/>
                    <a:pt x="4390" y="1151"/>
                    <a:pt x="4390" y="2302"/>
                  </a:cubicBezTo>
                  <a:cubicBezTo>
                    <a:pt x="4390" y="3453"/>
                    <a:pt x="3454" y="4417"/>
                    <a:pt x="2303" y="4417"/>
                  </a:cubicBezTo>
                  <a:cubicBezTo>
                    <a:pt x="1152" y="4417"/>
                    <a:pt x="188" y="3453"/>
                    <a:pt x="188" y="2302"/>
                  </a:cubicBezTo>
                  <a:cubicBezTo>
                    <a:pt x="188" y="1151"/>
                    <a:pt x="1152" y="215"/>
                    <a:pt x="2303" y="215"/>
                  </a:cubicBezTo>
                  <a:close/>
                  <a:moveTo>
                    <a:pt x="2303" y="1"/>
                  </a:moveTo>
                  <a:cubicBezTo>
                    <a:pt x="1018" y="1"/>
                    <a:pt x="1" y="1044"/>
                    <a:pt x="1" y="2302"/>
                  </a:cubicBezTo>
                  <a:cubicBezTo>
                    <a:pt x="1" y="3587"/>
                    <a:pt x="1018" y="4604"/>
                    <a:pt x="2303" y="4604"/>
                  </a:cubicBezTo>
                  <a:cubicBezTo>
                    <a:pt x="3561" y="4604"/>
                    <a:pt x="4605" y="3587"/>
                    <a:pt x="4605" y="2302"/>
                  </a:cubicBezTo>
                  <a:cubicBezTo>
                    <a:pt x="4605" y="1044"/>
                    <a:pt x="3561" y="1"/>
                    <a:pt x="23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231;p48">
              <a:extLst>
                <a:ext uri="{FF2B5EF4-FFF2-40B4-BE49-F238E27FC236}">
                  <a16:creationId xmlns:a16="http://schemas.microsoft.com/office/drawing/2014/main" id="{3763E6EB-7E67-CB2C-1695-81E20F90FFB4}"/>
                </a:ext>
              </a:extLst>
            </p:cNvPr>
            <p:cNvSpPr/>
            <p:nvPr/>
          </p:nvSpPr>
          <p:spPr>
            <a:xfrm>
              <a:off x="6590950" y="3087000"/>
              <a:ext cx="109750" cy="109750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5" y="0"/>
                  </a:moveTo>
                  <a:cubicBezTo>
                    <a:pt x="990" y="0"/>
                    <a:pt x="0" y="990"/>
                    <a:pt x="0" y="2195"/>
                  </a:cubicBezTo>
                  <a:cubicBezTo>
                    <a:pt x="0" y="3399"/>
                    <a:pt x="990" y="4390"/>
                    <a:pt x="2195" y="4390"/>
                  </a:cubicBezTo>
                  <a:cubicBezTo>
                    <a:pt x="3399" y="4390"/>
                    <a:pt x="4390" y="3399"/>
                    <a:pt x="4390" y="2195"/>
                  </a:cubicBezTo>
                  <a:cubicBezTo>
                    <a:pt x="4390" y="990"/>
                    <a:pt x="3399" y="0"/>
                    <a:pt x="21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232;p48">
              <a:extLst>
                <a:ext uri="{FF2B5EF4-FFF2-40B4-BE49-F238E27FC236}">
                  <a16:creationId xmlns:a16="http://schemas.microsoft.com/office/drawing/2014/main" id="{72FF9B56-E192-C105-84A7-EEA45BD7F433}"/>
                </a:ext>
              </a:extLst>
            </p:cNvPr>
            <p:cNvSpPr/>
            <p:nvPr/>
          </p:nvSpPr>
          <p:spPr>
            <a:xfrm>
              <a:off x="6599625" y="4274700"/>
              <a:ext cx="115125" cy="115125"/>
            </a:xfrm>
            <a:custGeom>
              <a:avLst/>
              <a:gdLst/>
              <a:ahLst/>
              <a:cxnLst/>
              <a:rect l="l" t="t" r="r" b="b"/>
              <a:pathLst>
                <a:path w="4605" h="4605" extrusionOk="0">
                  <a:moveTo>
                    <a:pt x="2303" y="215"/>
                  </a:moveTo>
                  <a:cubicBezTo>
                    <a:pt x="3400" y="215"/>
                    <a:pt x="4310" y="1072"/>
                    <a:pt x="4391" y="2169"/>
                  </a:cubicBezTo>
                  <a:cubicBezTo>
                    <a:pt x="4391" y="2222"/>
                    <a:pt x="4391" y="2249"/>
                    <a:pt x="4391" y="2303"/>
                  </a:cubicBezTo>
                  <a:cubicBezTo>
                    <a:pt x="4391" y="2999"/>
                    <a:pt x="4069" y="3587"/>
                    <a:pt x="3561" y="3962"/>
                  </a:cubicBezTo>
                  <a:cubicBezTo>
                    <a:pt x="3213" y="4257"/>
                    <a:pt x="2785" y="4390"/>
                    <a:pt x="2303" y="4390"/>
                  </a:cubicBezTo>
                  <a:cubicBezTo>
                    <a:pt x="1152" y="4390"/>
                    <a:pt x="188" y="3454"/>
                    <a:pt x="188" y="2303"/>
                  </a:cubicBezTo>
                  <a:cubicBezTo>
                    <a:pt x="188" y="1152"/>
                    <a:pt x="1152" y="215"/>
                    <a:pt x="2303" y="215"/>
                  </a:cubicBezTo>
                  <a:close/>
                  <a:moveTo>
                    <a:pt x="2303" y="1"/>
                  </a:moveTo>
                  <a:cubicBezTo>
                    <a:pt x="1018" y="1"/>
                    <a:pt x="1" y="1045"/>
                    <a:pt x="1" y="2303"/>
                  </a:cubicBezTo>
                  <a:cubicBezTo>
                    <a:pt x="1" y="3587"/>
                    <a:pt x="1018" y="4605"/>
                    <a:pt x="2303" y="4605"/>
                  </a:cubicBezTo>
                  <a:cubicBezTo>
                    <a:pt x="2785" y="4605"/>
                    <a:pt x="3213" y="4444"/>
                    <a:pt x="3588" y="4203"/>
                  </a:cubicBezTo>
                  <a:cubicBezTo>
                    <a:pt x="4203" y="3802"/>
                    <a:pt x="4605" y="3106"/>
                    <a:pt x="4605" y="2303"/>
                  </a:cubicBezTo>
                  <a:cubicBezTo>
                    <a:pt x="4605" y="2222"/>
                    <a:pt x="4578" y="2115"/>
                    <a:pt x="4578" y="2035"/>
                  </a:cubicBezTo>
                  <a:cubicBezTo>
                    <a:pt x="4444" y="884"/>
                    <a:pt x="3481" y="1"/>
                    <a:pt x="230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233;p48">
              <a:extLst>
                <a:ext uri="{FF2B5EF4-FFF2-40B4-BE49-F238E27FC236}">
                  <a16:creationId xmlns:a16="http://schemas.microsoft.com/office/drawing/2014/main" id="{1480C215-C120-A916-AC5F-B1566E4F675E}"/>
                </a:ext>
              </a:extLst>
            </p:cNvPr>
            <p:cNvSpPr/>
            <p:nvPr/>
          </p:nvSpPr>
          <p:spPr>
            <a:xfrm>
              <a:off x="6688625" y="4316875"/>
              <a:ext cx="109775" cy="109750"/>
            </a:xfrm>
            <a:custGeom>
              <a:avLst/>
              <a:gdLst/>
              <a:ahLst/>
              <a:cxnLst/>
              <a:rect l="l" t="t" r="r" b="b"/>
              <a:pathLst>
                <a:path w="4391" h="4390" extrusionOk="0">
                  <a:moveTo>
                    <a:pt x="2196" y="0"/>
                  </a:moveTo>
                  <a:cubicBezTo>
                    <a:pt x="991" y="0"/>
                    <a:pt x="1" y="964"/>
                    <a:pt x="1" y="2195"/>
                  </a:cubicBezTo>
                  <a:cubicBezTo>
                    <a:pt x="1" y="3399"/>
                    <a:pt x="991" y="4390"/>
                    <a:pt x="2196" y="4390"/>
                  </a:cubicBezTo>
                  <a:cubicBezTo>
                    <a:pt x="3400" y="4390"/>
                    <a:pt x="4390" y="3399"/>
                    <a:pt x="4390" y="2195"/>
                  </a:cubicBezTo>
                  <a:cubicBezTo>
                    <a:pt x="4390" y="964"/>
                    <a:pt x="3400" y="0"/>
                    <a:pt x="2196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234;p48">
              <a:extLst>
                <a:ext uri="{FF2B5EF4-FFF2-40B4-BE49-F238E27FC236}">
                  <a16:creationId xmlns:a16="http://schemas.microsoft.com/office/drawing/2014/main" id="{BB7B9D06-3558-7DBD-747C-ECA679AAAEBF}"/>
                </a:ext>
              </a:extLst>
            </p:cNvPr>
            <p:cNvSpPr/>
            <p:nvPr/>
          </p:nvSpPr>
          <p:spPr>
            <a:xfrm>
              <a:off x="5440025" y="3978175"/>
              <a:ext cx="95700" cy="86625"/>
            </a:xfrm>
            <a:custGeom>
              <a:avLst/>
              <a:gdLst/>
              <a:ahLst/>
              <a:cxnLst/>
              <a:rect l="l" t="t" r="r" b="b"/>
              <a:pathLst>
                <a:path w="3828" h="3465" extrusionOk="0">
                  <a:moveTo>
                    <a:pt x="1824" y="1"/>
                  </a:moveTo>
                  <a:cubicBezTo>
                    <a:pt x="1393" y="1"/>
                    <a:pt x="967" y="162"/>
                    <a:pt x="642" y="487"/>
                  </a:cubicBezTo>
                  <a:cubicBezTo>
                    <a:pt x="0" y="1156"/>
                    <a:pt x="0" y="2253"/>
                    <a:pt x="696" y="2949"/>
                  </a:cubicBezTo>
                  <a:cubicBezTo>
                    <a:pt x="1051" y="3290"/>
                    <a:pt x="1510" y="3464"/>
                    <a:pt x="1964" y="3464"/>
                  </a:cubicBezTo>
                  <a:cubicBezTo>
                    <a:pt x="2400" y="3464"/>
                    <a:pt x="2831" y="3304"/>
                    <a:pt x="3158" y="2976"/>
                  </a:cubicBezTo>
                  <a:cubicBezTo>
                    <a:pt x="3828" y="2333"/>
                    <a:pt x="3801" y="1209"/>
                    <a:pt x="3105" y="540"/>
                  </a:cubicBezTo>
                  <a:cubicBezTo>
                    <a:pt x="2747" y="182"/>
                    <a:pt x="2282" y="1"/>
                    <a:pt x="1824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235;p48">
              <a:extLst>
                <a:ext uri="{FF2B5EF4-FFF2-40B4-BE49-F238E27FC236}">
                  <a16:creationId xmlns:a16="http://schemas.microsoft.com/office/drawing/2014/main" id="{46E2BC77-4F1B-E6B2-DFC3-476721A2199D}"/>
                </a:ext>
              </a:extLst>
            </p:cNvPr>
            <p:cNvSpPr/>
            <p:nvPr/>
          </p:nvSpPr>
          <p:spPr>
            <a:xfrm>
              <a:off x="6704025" y="3754700"/>
              <a:ext cx="95700" cy="87200"/>
            </a:xfrm>
            <a:custGeom>
              <a:avLst/>
              <a:gdLst/>
              <a:ahLst/>
              <a:cxnLst/>
              <a:rect l="l" t="t" r="r" b="b"/>
              <a:pathLst>
                <a:path w="3828" h="3488" extrusionOk="0">
                  <a:moveTo>
                    <a:pt x="1852" y="0"/>
                  </a:moveTo>
                  <a:cubicBezTo>
                    <a:pt x="1420" y="0"/>
                    <a:pt x="994" y="161"/>
                    <a:pt x="670" y="486"/>
                  </a:cubicBezTo>
                  <a:cubicBezTo>
                    <a:pt x="0" y="1155"/>
                    <a:pt x="27" y="2252"/>
                    <a:pt x="723" y="2948"/>
                  </a:cubicBezTo>
                  <a:cubicBezTo>
                    <a:pt x="1068" y="3306"/>
                    <a:pt x="1532" y="3487"/>
                    <a:pt x="1990" y="3487"/>
                  </a:cubicBezTo>
                  <a:cubicBezTo>
                    <a:pt x="2422" y="3487"/>
                    <a:pt x="2847" y="3327"/>
                    <a:pt x="3159" y="3002"/>
                  </a:cubicBezTo>
                  <a:cubicBezTo>
                    <a:pt x="3828" y="2333"/>
                    <a:pt x="3828" y="1235"/>
                    <a:pt x="3132" y="539"/>
                  </a:cubicBezTo>
                  <a:cubicBezTo>
                    <a:pt x="2774" y="181"/>
                    <a:pt x="2309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988C"/>
        </a:solidFill>
        <a:effectLst/>
      </p:bgPr>
    </p:bg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DC386-72DD-F15A-384C-FA6BAE29E42E}"/>
              </a:ext>
            </a:extLst>
          </p:cNvPr>
          <p:cNvSpPr/>
          <p:nvPr/>
        </p:nvSpPr>
        <p:spPr>
          <a:xfrm>
            <a:off x="-863600" y="-711200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4" name="Google Shape;1544;p54"/>
          <p:cNvSpPr txBox="1">
            <a:spLocks noGrp="1"/>
          </p:cNvSpPr>
          <p:nvPr>
            <p:ph type="title"/>
          </p:nvPr>
        </p:nvSpPr>
        <p:spPr>
          <a:xfrm>
            <a:off x="920500" y="798401"/>
            <a:ext cx="2978400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CONCLUSION</a:t>
            </a:r>
            <a:endParaRPr dirty="0"/>
          </a:p>
        </p:txBody>
      </p:sp>
      <p:grpSp>
        <p:nvGrpSpPr>
          <p:cNvPr id="1546" name="Google Shape;1546;p54"/>
          <p:cNvGrpSpPr/>
          <p:nvPr/>
        </p:nvGrpSpPr>
        <p:grpSpPr>
          <a:xfrm>
            <a:off x="5245102" y="1476101"/>
            <a:ext cx="2872404" cy="2656654"/>
            <a:chOff x="1423700" y="548325"/>
            <a:chExt cx="2342525" cy="2166575"/>
          </a:xfrm>
        </p:grpSpPr>
        <p:sp>
          <p:nvSpPr>
            <p:cNvPr id="1547" name="Google Shape;1547;p54"/>
            <p:cNvSpPr/>
            <p:nvPr/>
          </p:nvSpPr>
          <p:spPr>
            <a:xfrm>
              <a:off x="1423700" y="548325"/>
              <a:ext cx="2342525" cy="2166575"/>
            </a:xfrm>
            <a:custGeom>
              <a:avLst/>
              <a:gdLst/>
              <a:ahLst/>
              <a:cxnLst/>
              <a:rect l="l" t="t" r="r" b="b"/>
              <a:pathLst>
                <a:path w="93701" h="86663" extrusionOk="0">
                  <a:moveTo>
                    <a:pt x="49002" y="1"/>
                  </a:moveTo>
                  <a:cubicBezTo>
                    <a:pt x="43398" y="1"/>
                    <a:pt x="37960" y="1102"/>
                    <a:pt x="32823" y="3303"/>
                  </a:cubicBezTo>
                  <a:cubicBezTo>
                    <a:pt x="32423" y="3270"/>
                    <a:pt x="32056" y="3237"/>
                    <a:pt x="31656" y="3237"/>
                  </a:cubicBezTo>
                  <a:cubicBezTo>
                    <a:pt x="28220" y="3237"/>
                    <a:pt x="25085" y="4437"/>
                    <a:pt x="22383" y="6806"/>
                  </a:cubicBezTo>
                  <a:cubicBezTo>
                    <a:pt x="20415" y="8507"/>
                    <a:pt x="19247" y="10575"/>
                    <a:pt x="18847" y="13010"/>
                  </a:cubicBezTo>
                  <a:cubicBezTo>
                    <a:pt x="16745" y="15245"/>
                    <a:pt x="14911" y="17714"/>
                    <a:pt x="13343" y="20349"/>
                  </a:cubicBezTo>
                  <a:cubicBezTo>
                    <a:pt x="12009" y="21316"/>
                    <a:pt x="10708" y="22650"/>
                    <a:pt x="9440" y="23918"/>
                  </a:cubicBezTo>
                  <a:lnTo>
                    <a:pt x="9373" y="23985"/>
                  </a:lnTo>
                  <a:cubicBezTo>
                    <a:pt x="9040" y="24318"/>
                    <a:pt x="7072" y="26153"/>
                    <a:pt x="5270" y="28221"/>
                  </a:cubicBezTo>
                  <a:cubicBezTo>
                    <a:pt x="3536" y="30189"/>
                    <a:pt x="0" y="34259"/>
                    <a:pt x="2302" y="37294"/>
                  </a:cubicBezTo>
                  <a:cubicBezTo>
                    <a:pt x="3169" y="38462"/>
                    <a:pt x="4403" y="39062"/>
                    <a:pt x="5771" y="39062"/>
                  </a:cubicBezTo>
                  <a:cubicBezTo>
                    <a:pt x="6471" y="39062"/>
                    <a:pt x="7105" y="38929"/>
                    <a:pt x="7672" y="38729"/>
                  </a:cubicBezTo>
                  <a:lnTo>
                    <a:pt x="7672" y="38729"/>
                  </a:lnTo>
                  <a:cubicBezTo>
                    <a:pt x="7605" y="39629"/>
                    <a:pt x="7572" y="40563"/>
                    <a:pt x="7572" y="41431"/>
                  </a:cubicBezTo>
                  <a:cubicBezTo>
                    <a:pt x="7572" y="42832"/>
                    <a:pt x="7639" y="44266"/>
                    <a:pt x="7806" y="45700"/>
                  </a:cubicBezTo>
                  <a:cubicBezTo>
                    <a:pt x="6671" y="46601"/>
                    <a:pt x="5704" y="47735"/>
                    <a:pt x="4870" y="49036"/>
                  </a:cubicBezTo>
                  <a:cubicBezTo>
                    <a:pt x="4803" y="49103"/>
                    <a:pt x="4770" y="49169"/>
                    <a:pt x="4703" y="49269"/>
                  </a:cubicBezTo>
                  <a:cubicBezTo>
                    <a:pt x="2835" y="52272"/>
                    <a:pt x="2102" y="55741"/>
                    <a:pt x="2769" y="58576"/>
                  </a:cubicBezTo>
                  <a:cubicBezTo>
                    <a:pt x="3202" y="60411"/>
                    <a:pt x="4170" y="61912"/>
                    <a:pt x="5604" y="62846"/>
                  </a:cubicBezTo>
                  <a:cubicBezTo>
                    <a:pt x="5904" y="63113"/>
                    <a:pt x="6204" y="63346"/>
                    <a:pt x="6538" y="63546"/>
                  </a:cubicBezTo>
                  <a:cubicBezTo>
                    <a:pt x="7539" y="64180"/>
                    <a:pt x="8740" y="64514"/>
                    <a:pt x="10007" y="64514"/>
                  </a:cubicBezTo>
                  <a:cubicBezTo>
                    <a:pt x="11308" y="64514"/>
                    <a:pt x="12642" y="64180"/>
                    <a:pt x="13943" y="63513"/>
                  </a:cubicBezTo>
                  <a:cubicBezTo>
                    <a:pt x="15178" y="65448"/>
                    <a:pt x="16545" y="67282"/>
                    <a:pt x="18080" y="69017"/>
                  </a:cubicBezTo>
                  <a:cubicBezTo>
                    <a:pt x="16512" y="71452"/>
                    <a:pt x="16312" y="73754"/>
                    <a:pt x="17679" y="75422"/>
                  </a:cubicBezTo>
                  <a:cubicBezTo>
                    <a:pt x="17913" y="75688"/>
                    <a:pt x="18180" y="75955"/>
                    <a:pt x="18480" y="76155"/>
                  </a:cubicBezTo>
                  <a:cubicBezTo>
                    <a:pt x="19381" y="77089"/>
                    <a:pt x="20681" y="77590"/>
                    <a:pt x="22183" y="77590"/>
                  </a:cubicBezTo>
                  <a:cubicBezTo>
                    <a:pt x="23584" y="77590"/>
                    <a:pt x="25151" y="77156"/>
                    <a:pt x="26719" y="76356"/>
                  </a:cubicBezTo>
                  <a:cubicBezTo>
                    <a:pt x="33090" y="80458"/>
                    <a:pt x="40396" y="82693"/>
                    <a:pt x="47968" y="82860"/>
                  </a:cubicBezTo>
                  <a:cubicBezTo>
                    <a:pt x="48501" y="83361"/>
                    <a:pt x="49068" y="83794"/>
                    <a:pt x="49635" y="84161"/>
                  </a:cubicBezTo>
                  <a:cubicBezTo>
                    <a:pt x="50002" y="84428"/>
                    <a:pt x="50369" y="84628"/>
                    <a:pt x="50636" y="84795"/>
                  </a:cubicBezTo>
                  <a:cubicBezTo>
                    <a:pt x="52738" y="85996"/>
                    <a:pt x="55039" y="86663"/>
                    <a:pt x="57174" y="86663"/>
                  </a:cubicBezTo>
                  <a:cubicBezTo>
                    <a:pt x="59776" y="86663"/>
                    <a:pt x="61978" y="85629"/>
                    <a:pt x="63312" y="83828"/>
                  </a:cubicBezTo>
                  <a:cubicBezTo>
                    <a:pt x="63579" y="83527"/>
                    <a:pt x="63846" y="83227"/>
                    <a:pt x="64079" y="82894"/>
                  </a:cubicBezTo>
                  <a:cubicBezTo>
                    <a:pt x="64713" y="81926"/>
                    <a:pt x="65080" y="80825"/>
                    <a:pt x="65147" y="79625"/>
                  </a:cubicBezTo>
                  <a:cubicBezTo>
                    <a:pt x="70584" y="77323"/>
                    <a:pt x="75521" y="73854"/>
                    <a:pt x="79523" y="69484"/>
                  </a:cubicBezTo>
                  <a:cubicBezTo>
                    <a:pt x="79724" y="69351"/>
                    <a:pt x="79890" y="69217"/>
                    <a:pt x="80057" y="69050"/>
                  </a:cubicBezTo>
                  <a:cubicBezTo>
                    <a:pt x="80291" y="68817"/>
                    <a:pt x="80457" y="68550"/>
                    <a:pt x="80591" y="68283"/>
                  </a:cubicBezTo>
                  <a:cubicBezTo>
                    <a:pt x="81992" y="66615"/>
                    <a:pt x="83293" y="64814"/>
                    <a:pt x="84460" y="62913"/>
                  </a:cubicBezTo>
                  <a:cubicBezTo>
                    <a:pt x="85027" y="61979"/>
                    <a:pt x="85594" y="60978"/>
                    <a:pt x="86061" y="60011"/>
                  </a:cubicBezTo>
                  <a:cubicBezTo>
                    <a:pt x="87729" y="56708"/>
                    <a:pt x="88964" y="53172"/>
                    <a:pt x="89664" y="49536"/>
                  </a:cubicBezTo>
                  <a:cubicBezTo>
                    <a:pt x="90198" y="46901"/>
                    <a:pt x="90465" y="44166"/>
                    <a:pt x="90465" y="41431"/>
                  </a:cubicBezTo>
                  <a:cubicBezTo>
                    <a:pt x="90465" y="39196"/>
                    <a:pt x="90264" y="36927"/>
                    <a:pt x="89898" y="34726"/>
                  </a:cubicBezTo>
                  <a:lnTo>
                    <a:pt x="90098" y="34592"/>
                  </a:lnTo>
                  <a:cubicBezTo>
                    <a:pt x="92866" y="32858"/>
                    <a:pt x="93700" y="29222"/>
                    <a:pt x="91966" y="26453"/>
                  </a:cubicBezTo>
                  <a:lnTo>
                    <a:pt x="90431" y="24018"/>
                  </a:lnTo>
                  <a:cubicBezTo>
                    <a:pt x="89330" y="22284"/>
                    <a:pt x="87462" y="21249"/>
                    <a:pt x="85428" y="21249"/>
                  </a:cubicBezTo>
                  <a:lnTo>
                    <a:pt x="85228" y="21249"/>
                  </a:lnTo>
                  <a:cubicBezTo>
                    <a:pt x="82826" y="16946"/>
                    <a:pt x="79590" y="13044"/>
                    <a:pt x="75821" y="9841"/>
                  </a:cubicBezTo>
                  <a:cubicBezTo>
                    <a:pt x="75187" y="7339"/>
                    <a:pt x="73686" y="5238"/>
                    <a:pt x="71484" y="3770"/>
                  </a:cubicBezTo>
                  <a:cubicBezTo>
                    <a:pt x="68983" y="2069"/>
                    <a:pt x="66314" y="1235"/>
                    <a:pt x="63512" y="1235"/>
                  </a:cubicBezTo>
                  <a:cubicBezTo>
                    <a:pt x="62478" y="1235"/>
                    <a:pt x="61444" y="1335"/>
                    <a:pt x="60376" y="1569"/>
                  </a:cubicBezTo>
                  <a:cubicBezTo>
                    <a:pt x="56707" y="535"/>
                    <a:pt x="52871" y="1"/>
                    <a:pt x="49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4"/>
            <p:cNvSpPr/>
            <p:nvPr/>
          </p:nvSpPr>
          <p:spPr>
            <a:xfrm>
              <a:off x="1688875" y="618375"/>
              <a:ext cx="1932250" cy="1931425"/>
            </a:xfrm>
            <a:custGeom>
              <a:avLst/>
              <a:gdLst/>
              <a:ahLst/>
              <a:cxnLst/>
              <a:rect l="l" t="t" r="r" b="b"/>
              <a:pathLst>
                <a:path w="77290" h="77257" extrusionOk="0">
                  <a:moveTo>
                    <a:pt x="38628" y="1"/>
                  </a:moveTo>
                  <a:cubicBezTo>
                    <a:pt x="17313" y="1"/>
                    <a:pt x="1" y="17280"/>
                    <a:pt x="1" y="38629"/>
                  </a:cubicBezTo>
                  <a:cubicBezTo>
                    <a:pt x="1" y="59977"/>
                    <a:pt x="17313" y="77256"/>
                    <a:pt x="38628" y="77256"/>
                  </a:cubicBezTo>
                  <a:cubicBezTo>
                    <a:pt x="50136" y="77256"/>
                    <a:pt x="60477" y="72253"/>
                    <a:pt x="67549" y="64280"/>
                  </a:cubicBezTo>
                  <a:cubicBezTo>
                    <a:pt x="67582" y="64214"/>
                    <a:pt x="67649" y="64180"/>
                    <a:pt x="67682" y="64113"/>
                  </a:cubicBezTo>
                  <a:cubicBezTo>
                    <a:pt x="67749" y="64047"/>
                    <a:pt x="67849" y="63947"/>
                    <a:pt x="67916" y="63847"/>
                  </a:cubicBezTo>
                  <a:cubicBezTo>
                    <a:pt x="69317" y="62245"/>
                    <a:pt x="70584" y="60511"/>
                    <a:pt x="71685" y="58676"/>
                  </a:cubicBezTo>
                  <a:cubicBezTo>
                    <a:pt x="72219" y="57776"/>
                    <a:pt x="72719" y="56875"/>
                    <a:pt x="73186" y="55974"/>
                  </a:cubicBezTo>
                  <a:cubicBezTo>
                    <a:pt x="74721" y="52905"/>
                    <a:pt x="75855" y="49636"/>
                    <a:pt x="76555" y="46201"/>
                  </a:cubicBezTo>
                  <a:cubicBezTo>
                    <a:pt x="77022" y="43732"/>
                    <a:pt x="77289" y="41230"/>
                    <a:pt x="77289" y="38629"/>
                  </a:cubicBezTo>
                  <a:cubicBezTo>
                    <a:pt x="77289" y="17280"/>
                    <a:pt x="59977" y="1"/>
                    <a:pt x="38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54"/>
            <p:cNvSpPr/>
            <p:nvPr/>
          </p:nvSpPr>
          <p:spPr>
            <a:xfrm>
              <a:off x="1879850" y="648875"/>
              <a:ext cx="1421875" cy="1157875"/>
            </a:xfrm>
            <a:custGeom>
              <a:avLst/>
              <a:gdLst/>
              <a:ahLst/>
              <a:cxnLst/>
              <a:rect l="l" t="t" r="r" b="b"/>
              <a:pathLst>
                <a:path w="56875" h="46315" extrusionOk="0">
                  <a:moveTo>
                    <a:pt x="45503" y="0"/>
                  </a:moveTo>
                  <a:cubicBezTo>
                    <a:pt x="36801" y="0"/>
                    <a:pt x="29521" y="10322"/>
                    <a:pt x="29521" y="10322"/>
                  </a:cubicBezTo>
                  <a:lnTo>
                    <a:pt x="29455" y="10456"/>
                  </a:lnTo>
                  <a:cubicBezTo>
                    <a:pt x="29455" y="10456"/>
                    <a:pt x="21830" y="2031"/>
                    <a:pt x="13677" y="2031"/>
                  </a:cubicBezTo>
                  <a:cubicBezTo>
                    <a:pt x="11167" y="2031"/>
                    <a:pt x="8608" y="2830"/>
                    <a:pt x="6205" y="4919"/>
                  </a:cubicBezTo>
                  <a:cubicBezTo>
                    <a:pt x="0" y="10289"/>
                    <a:pt x="5404" y="19829"/>
                    <a:pt x="12810" y="28435"/>
                  </a:cubicBezTo>
                  <a:cubicBezTo>
                    <a:pt x="12976" y="28602"/>
                    <a:pt x="13110" y="28769"/>
                    <a:pt x="13277" y="28936"/>
                  </a:cubicBezTo>
                  <a:cubicBezTo>
                    <a:pt x="21416" y="38276"/>
                    <a:pt x="31723" y="46315"/>
                    <a:pt x="31723" y="46315"/>
                  </a:cubicBezTo>
                  <a:lnTo>
                    <a:pt x="31723" y="46148"/>
                  </a:lnTo>
                  <a:cubicBezTo>
                    <a:pt x="32724" y="45147"/>
                    <a:pt x="45967" y="31738"/>
                    <a:pt x="52204" y="19562"/>
                  </a:cubicBezTo>
                  <a:cubicBezTo>
                    <a:pt x="52371" y="19229"/>
                    <a:pt x="52538" y="18895"/>
                    <a:pt x="52705" y="18562"/>
                  </a:cubicBezTo>
                  <a:cubicBezTo>
                    <a:pt x="56007" y="11723"/>
                    <a:pt x="56874" y="5419"/>
                    <a:pt x="51904" y="2050"/>
                  </a:cubicBezTo>
                  <a:cubicBezTo>
                    <a:pt x="49742" y="590"/>
                    <a:pt x="47582" y="0"/>
                    <a:pt x="45503" y="0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4"/>
            <p:cNvSpPr/>
            <p:nvPr/>
          </p:nvSpPr>
          <p:spPr>
            <a:xfrm>
              <a:off x="2200075" y="857725"/>
              <a:ext cx="998250" cy="602125"/>
            </a:xfrm>
            <a:custGeom>
              <a:avLst/>
              <a:gdLst/>
              <a:ahLst/>
              <a:cxnLst/>
              <a:rect l="l" t="t" r="r" b="b"/>
              <a:pathLst>
                <a:path w="39930" h="24085" extrusionOk="0">
                  <a:moveTo>
                    <a:pt x="38094" y="0"/>
                  </a:moveTo>
                  <a:cubicBezTo>
                    <a:pt x="37961" y="0"/>
                    <a:pt x="37828" y="67"/>
                    <a:pt x="37794" y="234"/>
                  </a:cubicBezTo>
                  <a:lnTo>
                    <a:pt x="32657" y="16979"/>
                  </a:lnTo>
                  <a:lnTo>
                    <a:pt x="24418" y="16779"/>
                  </a:lnTo>
                  <a:cubicBezTo>
                    <a:pt x="24251" y="16779"/>
                    <a:pt x="24151" y="16879"/>
                    <a:pt x="24084" y="17013"/>
                  </a:cubicBezTo>
                  <a:lnTo>
                    <a:pt x="22650" y="22283"/>
                  </a:lnTo>
                  <a:lnTo>
                    <a:pt x="19381" y="14811"/>
                  </a:lnTo>
                  <a:cubicBezTo>
                    <a:pt x="19314" y="14678"/>
                    <a:pt x="19181" y="14611"/>
                    <a:pt x="19047" y="14611"/>
                  </a:cubicBezTo>
                  <a:cubicBezTo>
                    <a:pt x="18914" y="14611"/>
                    <a:pt x="18814" y="14711"/>
                    <a:pt x="18781" y="14844"/>
                  </a:cubicBezTo>
                  <a:lnTo>
                    <a:pt x="16279" y="22750"/>
                  </a:lnTo>
                  <a:lnTo>
                    <a:pt x="9107" y="1768"/>
                  </a:lnTo>
                  <a:cubicBezTo>
                    <a:pt x="9040" y="1635"/>
                    <a:pt x="8940" y="1568"/>
                    <a:pt x="8807" y="1568"/>
                  </a:cubicBezTo>
                  <a:cubicBezTo>
                    <a:pt x="8673" y="1568"/>
                    <a:pt x="8540" y="1635"/>
                    <a:pt x="8507" y="1735"/>
                  </a:cubicBezTo>
                  <a:lnTo>
                    <a:pt x="1" y="20081"/>
                  </a:lnTo>
                  <a:cubicBezTo>
                    <a:pt x="167" y="20248"/>
                    <a:pt x="301" y="20415"/>
                    <a:pt x="468" y="20615"/>
                  </a:cubicBezTo>
                  <a:lnTo>
                    <a:pt x="8740" y="2736"/>
                  </a:lnTo>
                  <a:lnTo>
                    <a:pt x="15979" y="23884"/>
                  </a:lnTo>
                  <a:cubicBezTo>
                    <a:pt x="16045" y="24018"/>
                    <a:pt x="16145" y="24084"/>
                    <a:pt x="16312" y="24084"/>
                  </a:cubicBezTo>
                  <a:cubicBezTo>
                    <a:pt x="16412" y="24084"/>
                    <a:pt x="16546" y="23984"/>
                    <a:pt x="16579" y="23884"/>
                  </a:cubicBezTo>
                  <a:lnTo>
                    <a:pt x="19114" y="15845"/>
                  </a:lnTo>
                  <a:lnTo>
                    <a:pt x="22450" y="23384"/>
                  </a:lnTo>
                  <a:cubicBezTo>
                    <a:pt x="22483" y="23484"/>
                    <a:pt x="22617" y="23584"/>
                    <a:pt x="22750" y="23584"/>
                  </a:cubicBezTo>
                  <a:cubicBezTo>
                    <a:pt x="22884" y="23551"/>
                    <a:pt x="23017" y="23451"/>
                    <a:pt x="23050" y="23350"/>
                  </a:cubicBezTo>
                  <a:lnTo>
                    <a:pt x="24651" y="17413"/>
                  </a:lnTo>
                  <a:lnTo>
                    <a:pt x="32891" y="17613"/>
                  </a:lnTo>
                  <a:cubicBezTo>
                    <a:pt x="33024" y="17613"/>
                    <a:pt x="33158" y="17546"/>
                    <a:pt x="33191" y="17380"/>
                  </a:cubicBezTo>
                  <a:lnTo>
                    <a:pt x="37961" y="1768"/>
                  </a:lnTo>
                  <a:lnTo>
                    <a:pt x="39395" y="11208"/>
                  </a:lnTo>
                  <a:lnTo>
                    <a:pt x="39429" y="11475"/>
                  </a:lnTo>
                  <a:cubicBezTo>
                    <a:pt x="39595" y="11142"/>
                    <a:pt x="39762" y="10808"/>
                    <a:pt x="39929" y="10508"/>
                  </a:cubicBezTo>
                  <a:lnTo>
                    <a:pt x="39896" y="10208"/>
                  </a:lnTo>
                  <a:lnTo>
                    <a:pt x="38395" y="267"/>
                  </a:lnTo>
                  <a:cubicBezTo>
                    <a:pt x="38361" y="134"/>
                    <a:pt x="38261" y="0"/>
                    <a:pt x="38094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4"/>
            <p:cNvSpPr/>
            <p:nvPr/>
          </p:nvSpPr>
          <p:spPr>
            <a:xfrm>
              <a:off x="3380925" y="2214525"/>
              <a:ext cx="5850" cy="6700"/>
            </a:xfrm>
            <a:custGeom>
              <a:avLst/>
              <a:gdLst/>
              <a:ahLst/>
              <a:cxnLst/>
              <a:rect l="l" t="t" r="r" b="b"/>
              <a:pathLst>
                <a:path w="234" h="268" extrusionOk="0">
                  <a:moveTo>
                    <a:pt x="234" y="1"/>
                  </a:moveTo>
                  <a:lnTo>
                    <a:pt x="0" y="34"/>
                  </a:lnTo>
                  <a:cubicBezTo>
                    <a:pt x="0" y="101"/>
                    <a:pt x="0" y="201"/>
                    <a:pt x="0" y="267"/>
                  </a:cubicBezTo>
                  <a:cubicBezTo>
                    <a:pt x="67" y="201"/>
                    <a:pt x="167" y="101"/>
                    <a:pt x="23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4"/>
            <p:cNvSpPr/>
            <p:nvPr/>
          </p:nvSpPr>
          <p:spPr>
            <a:xfrm>
              <a:off x="1876500" y="1772725"/>
              <a:ext cx="1495275" cy="466125"/>
            </a:xfrm>
            <a:custGeom>
              <a:avLst/>
              <a:gdLst/>
              <a:ahLst/>
              <a:cxnLst/>
              <a:rect l="l" t="t" r="r" b="b"/>
              <a:pathLst>
                <a:path w="59811" h="18645" extrusionOk="0">
                  <a:moveTo>
                    <a:pt x="46807" y="0"/>
                  </a:moveTo>
                  <a:cubicBezTo>
                    <a:pt x="45687" y="0"/>
                    <a:pt x="44637" y="84"/>
                    <a:pt x="43766" y="293"/>
                  </a:cubicBezTo>
                  <a:cubicBezTo>
                    <a:pt x="39429" y="1294"/>
                    <a:pt x="35927" y="2295"/>
                    <a:pt x="32224" y="2895"/>
                  </a:cubicBezTo>
                  <a:cubicBezTo>
                    <a:pt x="28488" y="3496"/>
                    <a:pt x="23985" y="2995"/>
                    <a:pt x="24585" y="6398"/>
                  </a:cubicBezTo>
                  <a:cubicBezTo>
                    <a:pt x="24585" y="6398"/>
                    <a:pt x="17782" y="4362"/>
                    <a:pt x="13274" y="4362"/>
                  </a:cubicBezTo>
                  <a:cubicBezTo>
                    <a:pt x="11540" y="4362"/>
                    <a:pt x="10145" y="4663"/>
                    <a:pt x="9608" y="5497"/>
                  </a:cubicBezTo>
                  <a:cubicBezTo>
                    <a:pt x="9608" y="5497"/>
                    <a:pt x="7805" y="4855"/>
                    <a:pt x="5989" y="4855"/>
                  </a:cubicBezTo>
                  <a:cubicBezTo>
                    <a:pt x="4519" y="4855"/>
                    <a:pt x="3040" y="5276"/>
                    <a:pt x="2503" y="6798"/>
                  </a:cubicBezTo>
                  <a:cubicBezTo>
                    <a:pt x="2503" y="6798"/>
                    <a:pt x="1" y="6898"/>
                    <a:pt x="501" y="9100"/>
                  </a:cubicBezTo>
                  <a:cubicBezTo>
                    <a:pt x="1002" y="11368"/>
                    <a:pt x="24985" y="15338"/>
                    <a:pt x="24985" y="15338"/>
                  </a:cubicBezTo>
                  <a:cubicBezTo>
                    <a:pt x="24985" y="15338"/>
                    <a:pt x="28788" y="18540"/>
                    <a:pt x="31223" y="18640"/>
                  </a:cubicBezTo>
                  <a:cubicBezTo>
                    <a:pt x="31301" y="18643"/>
                    <a:pt x="31399" y="18645"/>
                    <a:pt x="31515" y="18645"/>
                  </a:cubicBezTo>
                  <a:cubicBezTo>
                    <a:pt x="35020" y="18645"/>
                    <a:pt x="55607" y="17239"/>
                    <a:pt x="55607" y="17239"/>
                  </a:cubicBezTo>
                  <a:cubicBezTo>
                    <a:pt x="55607" y="17239"/>
                    <a:pt x="59810" y="7699"/>
                    <a:pt x="56708" y="1294"/>
                  </a:cubicBezTo>
                  <a:cubicBezTo>
                    <a:pt x="56708" y="1294"/>
                    <a:pt x="51215" y="0"/>
                    <a:pt x="4680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54"/>
            <p:cNvSpPr/>
            <p:nvPr/>
          </p:nvSpPr>
          <p:spPr>
            <a:xfrm>
              <a:off x="2491125" y="1932650"/>
              <a:ext cx="410300" cy="54250"/>
            </a:xfrm>
            <a:custGeom>
              <a:avLst/>
              <a:gdLst/>
              <a:ahLst/>
              <a:cxnLst/>
              <a:rect l="l" t="t" r="r" b="b"/>
              <a:pathLst>
                <a:path w="16412" h="2170" fill="none" extrusionOk="0">
                  <a:moveTo>
                    <a:pt x="0" y="1"/>
                  </a:moveTo>
                  <a:cubicBezTo>
                    <a:pt x="0" y="1"/>
                    <a:pt x="501" y="1102"/>
                    <a:pt x="4437" y="1635"/>
                  </a:cubicBezTo>
                  <a:cubicBezTo>
                    <a:pt x="8406" y="2169"/>
                    <a:pt x="16412" y="2036"/>
                    <a:pt x="16412" y="2036"/>
                  </a:cubicBezTo>
                </a:path>
              </a:pathLst>
            </a:custGeom>
            <a:noFill/>
            <a:ln w="500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4"/>
            <p:cNvSpPr/>
            <p:nvPr/>
          </p:nvSpPr>
          <p:spPr>
            <a:xfrm>
              <a:off x="1874850" y="1938500"/>
              <a:ext cx="838125" cy="231850"/>
            </a:xfrm>
            <a:custGeom>
              <a:avLst/>
              <a:gdLst/>
              <a:ahLst/>
              <a:cxnLst/>
              <a:rect l="l" t="t" r="r" b="b"/>
              <a:pathLst>
                <a:path w="33525" h="9274" fill="none" extrusionOk="0">
                  <a:moveTo>
                    <a:pt x="33524" y="9174"/>
                  </a:moveTo>
                  <a:cubicBezTo>
                    <a:pt x="33524" y="9174"/>
                    <a:pt x="28754" y="9274"/>
                    <a:pt x="21082" y="7939"/>
                  </a:cubicBezTo>
                  <a:cubicBezTo>
                    <a:pt x="17880" y="7406"/>
                    <a:pt x="14677" y="6805"/>
                    <a:pt x="11475" y="6138"/>
                  </a:cubicBezTo>
                  <a:cubicBezTo>
                    <a:pt x="9574" y="5738"/>
                    <a:pt x="7672" y="5371"/>
                    <a:pt x="5804" y="4837"/>
                  </a:cubicBezTo>
                  <a:cubicBezTo>
                    <a:pt x="4437" y="4470"/>
                    <a:pt x="2936" y="4203"/>
                    <a:pt x="1701" y="3436"/>
                  </a:cubicBezTo>
                  <a:cubicBezTo>
                    <a:pt x="868" y="2936"/>
                    <a:pt x="0" y="1835"/>
                    <a:pt x="767" y="868"/>
                  </a:cubicBezTo>
                  <a:cubicBezTo>
                    <a:pt x="1368" y="134"/>
                    <a:pt x="2535" y="0"/>
                    <a:pt x="3403" y="67"/>
                  </a:cubicBezTo>
                  <a:cubicBezTo>
                    <a:pt x="4470" y="167"/>
                    <a:pt x="11842" y="934"/>
                    <a:pt x="15244" y="1135"/>
                  </a:cubicBezTo>
                  <a:cubicBezTo>
                    <a:pt x="18680" y="1335"/>
                    <a:pt x="28154" y="2369"/>
                    <a:pt x="31589" y="1668"/>
                  </a:cubicBezTo>
                </a:path>
              </a:pathLst>
            </a:custGeom>
            <a:noFill/>
            <a:ln w="500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4"/>
            <p:cNvSpPr/>
            <p:nvPr/>
          </p:nvSpPr>
          <p:spPr>
            <a:xfrm>
              <a:off x="1939050" y="1894300"/>
              <a:ext cx="572100" cy="55900"/>
            </a:xfrm>
            <a:custGeom>
              <a:avLst/>
              <a:gdLst/>
              <a:ahLst/>
              <a:cxnLst/>
              <a:rect l="l" t="t" r="r" b="b"/>
              <a:pathLst>
                <a:path w="22884" h="2236" fill="none" extrusionOk="0">
                  <a:moveTo>
                    <a:pt x="1" y="1702"/>
                  </a:moveTo>
                  <a:cubicBezTo>
                    <a:pt x="1" y="1702"/>
                    <a:pt x="501" y="0"/>
                    <a:pt x="2869" y="67"/>
                  </a:cubicBezTo>
                  <a:cubicBezTo>
                    <a:pt x="4671" y="100"/>
                    <a:pt x="5605" y="367"/>
                    <a:pt x="8040" y="901"/>
                  </a:cubicBezTo>
                  <a:cubicBezTo>
                    <a:pt x="10408" y="1401"/>
                    <a:pt x="22884" y="2235"/>
                    <a:pt x="22884" y="2235"/>
                  </a:cubicBezTo>
                </a:path>
              </a:pathLst>
            </a:custGeom>
            <a:noFill/>
            <a:ln w="500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4"/>
            <p:cNvSpPr/>
            <p:nvPr/>
          </p:nvSpPr>
          <p:spPr>
            <a:xfrm>
              <a:off x="3241650" y="1797550"/>
              <a:ext cx="291075" cy="427850"/>
            </a:xfrm>
            <a:custGeom>
              <a:avLst/>
              <a:gdLst/>
              <a:ahLst/>
              <a:cxnLst/>
              <a:rect l="l" t="t" r="r" b="b"/>
              <a:pathLst>
                <a:path w="11643" h="17114" extrusionOk="0">
                  <a:moveTo>
                    <a:pt x="11642" y="1"/>
                  </a:moveTo>
                  <a:lnTo>
                    <a:pt x="9474" y="34"/>
                  </a:lnTo>
                  <a:lnTo>
                    <a:pt x="1635" y="201"/>
                  </a:lnTo>
                  <a:lnTo>
                    <a:pt x="1602" y="201"/>
                  </a:lnTo>
                  <a:cubicBezTo>
                    <a:pt x="1602" y="201"/>
                    <a:pt x="2502" y="3704"/>
                    <a:pt x="1935" y="10275"/>
                  </a:cubicBezTo>
                  <a:cubicBezTo>
                    <a:pt x="1702" y="12877"/>
                    <a:pt x="668" y="15345"/>
                    <a:pt x="201" y="16313"/>
                  </a:cubicBezTo>
                  <a:cubicBezTo>
                    <a:pt x="67" y="16580"/>
                    <a:pt x="1" y="16746"/>
                    <a:pt x="1" y="16746"/>
                  </a:cubicBezTo>
                  <a:lnTo>
                    <a:pt x="5438" y="17113"/>
                  </a:lnTo>
                  <a:lnTo>
                    <a:pt x="5571" y="17113"/>
                  </a:lnTo>
                  <a:cubicBezTo>
                    <a:pt x="5571" y="17080"/>
                    <a:pt x="5571" y="17013"/>
                    <a:pt x="5571" y="16946"/>
                  </a:cubicBezTo>
                  <a:cubicBezTo>
                    <a:pt x="5638" y="16880"/>
                    <a:pt x="5738" y="16780"/>
                    <a:pt x="5805" y="16680"/>
                  </a:cubicBezTo>
                  <a:cubicBezTo>
                    <a:pt x="7206" y="15078"/>
                    <a:pt x="8473" y="13344"/>
                    <a:pt x="9574" y="11509"/>
                  </a:cubicBezTo>
                  <a:cubicBezTo>
                    <a:pt x="10108" y="10609"/>
                    <a:pt x="10608" y="9708"/>
                    <a:pt x="11075" y="8807"/>
                  </a:cubicBezTo>
                  <a:lnTo>
                    <a:pt x="11642" y="1"/>
                  </a:ln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54"/>
            <p:cNvSpPr/>
            <p:nvPr/>
          </p:nvSpPr>
          <p:spPr>
            <a:xfrm>
              <a:off x="3477650" y="1773375"/>
              <a:ext cx="125125" cy="311925"/>
            </a:xfrm>
            <a:custGeom>
              <a:avLst/>
              <a:gdLst/>
              <a:ahLst/>
              <a:cxnLst/>
              <a:rect l="l" t="t" r="r" b="b"/>
              <a:pathLst>
                <a:path w="5005" h="12477" extrusionOk="0">
                  <a:moveTo>
                    <a:pt x="5004" y="1"/>
                  </a:moveTo>
                  <a:lnTo>
                    <a:pt x="1" y="167"/>
                  </a:lnTo>
                  <a:cubicBezTo>
                    <a:pt x="1" y="167"/>
                    <a:pt x="1" y="468"/>
                    <a:pt x="34" y="1001"/>
                  </a:cubicBezTo>
                  <a:cubicBezTo>
                    <a:pt x="134" y="2869"/>
                    <a:pt x="301" y="7539"/>
                    <a:pt x="134" y="12476"/>
                  </a:cubicBezTo>
                  <a:cubicBezTo>
                    <a:pt x="668" y="11576"/>
                    <a:pt x="1168" y="10675"/>
                    <a:pt x="1635" y="9774"/>
                  </a:cubicBezTo>
                  <a:cubicBezTo>
                    <a:pt x="3170" y="6705"/>
                    <a:pt x="4304" y="3436"/>
                    <a:pt x="5004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54"/>
            <p:cNvSpPr/>
            <p:nvPr/>
          </p:nvSpPr>
          <p:spPr>
            <a:xfrm>
              <a:off x="3328375" y="2109450"/>
              <a:ext cx="66750" cy="66750"/>
            </a:xfrm>
            <a:custGeom>
              <a:avLst/>
              <a:gdLst/>
              <a:ahLst/>
              <a:cxnLst/>
              <a:rect l="l" t="t" r="r" b="b"/>
              <a:pathLst>
                <a:path w="2670" h="2670" extrusionOk="0">
                  <a:moveTo>
                    <a:pt x="1335" y="1"/>
                  </a:moveTo>
                  <a:cubicBezTo>
                    <a:pt x="601" y="1"/>
                    <a:pt x="1" y="601"/>
                    <a:pt x="1" y="1335"/>
                  </a:cubicBezTo>
                  <a:cubicBezTo>
                    <a:pt x="1" y="2069"/>
                    <a:pt x="601" y="2669"/>
                    <a:pt x="1335" y="2669"/>
                  </a:cubicBezTo>
                  <a:cubicBezTo>
                    <a:pt x="2069" y="2669"/>
                    <a:pt x="2669" y="2069"/>
                    <a:pt x="2669" y="1335"/>
                  </a:cubicBezTo>
                  <a:cubicBezTo>
                    <a:pt x="2669" y="601"/>
                    <a:pt x="2069" y="1"/>
                    <a:pt x="133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4"/>
            <p:cNvSpPr/>
            <p:nvPr/>
          </p:nvSpPr>
          <p:spPr>
            <a:xfrm>
              <a:off x="1506250" y="1085625"/>
              <a:ext cx="898175" cy="750575"/>
            </a:xfrm>
            <a:custGeom>
              <a:avLst/>
              <a:gdLst/>
              <a:ahLst/>
              <a:cxnLst/>
              <a:rect l="l" t="t" r="r" b="b"/>
              <a:pathLst>
                <a:path w="35927" h="30023" extrusionOk="0">
                  <a:moveTo>
                    <a:pt x="14505" y="1"/>
                  </a:moveTo>
                  <a:cubicBezTo>
                    <a:pt x="12680" y="1"/>
                    <a:pt x="10490" y="2251"/>
                    <a:pt x="8273" y="4528"/>
                  </a:cubicBezTo>
                  <a:cubicBezTo>
                    <a:pt x="8273" y="4528"/>
                    <a:pt x="0" y="12166"/>
                    <a:pt x="1468" y="14101"/>
                  </a:cubicBezTo>
                  <a:cubicBezTo>
                    <a:pt x="1852" y="14605"/>
                    <a:pt x="2280" y="14778"/>
                    <a:pt x="2731" y="14778"/>
                  </a:cubicBezTo>
                  <a:cubicBezTo>
                    <a:pt x="3738" y="14778"/>
                    <a:pt x="4862" y="13913"/>
                    <a:pt x="5880" y="13913"/>
                  </a:cubicBezTo>
                  <a:cubicBezTo>
                    <a:pt x="6189" y="13913"/>
                    <a:pt x="6488" y="13993"/>
                    <a:pt x="6772" y="14201"/>
                  </a:cubicBezTo>
                  <a:cubicBezTo>
                    <a:pt x="8200" y="15221"/>
                    <a:pt x="19257" y="30023"/>
                    <a:pt x="26454" y="30023"/>
                  </a:cubicBezTo>
                  <a:cubicBezTo>
                    <a:pt x="27492" y="30023"/>
                    <a:pt x="28451" y="29714"/>
                    <a:pt x="29288" y="29012"/>
                  </a:cubicBezTo>
                  <a:cubicBezTo>
                    <a:pt x="35926" y="23474"/>
                    <a:pt x="15345" y="6429"/>
                    <a:pt x="15445" y="5428"/>
                  </a:cubicBezTo>
                  <a:cubicBezTo>
                    <a:pt x="15545" y="4427"/>
                    <a:pt x="17046" y="658"/>
                    <a:pt x="15111" y="91"/>
                  </a:cubicBezTo>
                  <a:cubicBezTo>
                    <a:pt x="14914" y="30"/>
                    <a:pt x="14712" y="1"/>
                    <a:pt x="1450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4"/>
            <p:cNvSpPr/>
            <p:nvPr/>
          </p:nvSpPr>
          <p:spPr>
            <a:xfrm>
              <a:off x="1557125" y="1102900"/>
              <a:ext cx="317750" cy="311925"/>
            </a:xfrm>
            <a:custGeom>
              <a:avLst/>
              <a:gdLst/>
              <a:ahLst/>
              <a:cxnLst/>
              <a:rect l="l" t="t" r="r" b="b"/>
              <a:pathLst>
                <a:path w="12710" h="12477" fill="none" extrusionOk="0">
                  <a:moveTo>
                    <a:pt x="12409" y="334"/>
                  </a:moveTo>
                  <a:cubicBezTo>
                    <a:pt x="12709" y="634"/>
                    <a:pt x="10274" y="3536"/>
                    <a:pt x="6905" y="6805"/>
                  </a:cubicBezTo>
                  <a:cubicBezTo>
                    <a:pt x="3569" y="10074"/>
                    <a:pt x="601" y="12476"/>
                    <a:pt x="300" y="12142"/>
                  </a:cubicBezTo>
                  <a:cubicBezTo>
                    <a:pt x="0" y="11842"/>
                    <a:pt x="2435" y="8907"/>
                    <a:pt x="5771" y="5638"/>
                  </a:cubicBezTo>
                  <a:cubicBezTo>
                    <a:pt x="9140" y="2402"/>
                    <a:pt x="12075" y="0"/>
                    <a:pt x="12409" y="334"/>
                  </a:cubicBezTo>
                  <a:close/>
                </a:path>
              </a:pathLst>
            </a:custGeom>
            <a:noFill/>
            <a:ln w="3325" cap="flat" cmpd="sng">
              <a:solidFill>
                <a:srgbClr val="3D2929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4"/>
            <p:cNvSpPr/>
            <p:nvPr/>
          </p:nvSpPr>
          <p:spPr>
            <a:xfrm>
              <a:off x="1773950" y="1350575"/>
              <a:ext cx="462850" cy="439675"/>
            </a:xfrm>
            <a:custGeom>
              <a:avLst/>
              <a:gdLst/>
              <a:ahLst/>
              <a:cxnLst/>
              <a:rect l="l" t="t" r="r" b="b"/>
              <a:pathLst>
                <a:path w="18514" h="17587" extrusionOk="0">
                  <a:moveTo>
                    <a:pt x="6905" y="1"/>
                  </a:moveTo>
                  <a:cubicBezTo>
                    <a:pt x="6905" y="1"/>
                    <a:pt x="6872" y="1"/>
                    <a:pt x="6772" y="67"/>
                  </a:cubicBezTo>
                  <a:cubicBezTo>
                    <a:pt x="6138" y="434"/>
                    <a:pt x="2935" y="2369"/>
                    <a:pt x="0" y="5104"/>
                  </a:cubicBezTo>
                  <a:cubicBezTo>
                    <a:pt x="0" y="5104"/>
                    <a:pt x="8673" y="16079"/>
                    <a:pt x="14244" y="17446"/>
                  </a:cubicBezTo>
                  <a:cubicBezTo>
                    <a:pt x="14613" y="17539"/>
                    <a:pt x="14967" y="17587"/>
                    <a:pt x="15303" y="17587"/>
                  </a:cubicBezTo>
                  <a:cubicBezTo>
                    <a:pt x="16059" y="17587"/>
                    <a:pt x="16725" y="17344"/>
                    <a:pt x="17279" y="16813"/>
                  </a:cubicBezTo>
                  <a:cubicBezTo>
                    <a:pt x="18313" y="15778"/>
                    <a:pt x="18513" y="14478"/>
                    <a:pt x="18180" y="13077"/>
                  </a:cubicBezTo>
                  <a:cubicBezTo>
                    <a:pt x="17312" y="9374"/>
                    <a:pt x="12776" y="5071"/>
                    <a:pt x="11308" y="3837"/>
                  </a:cubicBezTo>
                  <a:cubicBezTo>
                    <a:pt x="9273" y="2135"/>
                    <a:pt x="6905" y="1"/>
                    <a:pt x="6905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54"/>
            <p:cNvSpPr/>
            <p:nvPr/>
          </p:nvSpPr>
          <p:spPr>
            <a:xfrm>
              <a:off x="1773950" y="1352250"/>
              <a:ext cx="169300" cy="128725"/>
            </a:xfrm>
            <a:custGeom>
              <a:avLst/>
              <a:gdLst/>
              <a:ahLst/>
              <a:cxnLst/>
              <a:rect l="l" t="t" r="r" b="b"/>
              <a:pathLst>
                <a:path w="6772" h="5149" extrusionOk="0">
                  <a:moveTo>
                    <a:pt x="6772" y="0"/>
                  </a:moveTo>
                  <a:cubicBezTo>
                    <a:pt x="6138" y="367"/>
                    <a:pt x="2935" y="2302"/>
                    <a:pt x="0" y="5037"/>
                  </a:cubicBezTo>
                  <a:cubicBezTo>
                    <a:pt x="366" y="5112"/>
                    <a:pt x="737" y="5148"/>
                    <a:pt x="1107" y="5148"/>
                  </a:cubicBezTo>
                  <a:cubicBezTo>
                    <a:pt x="2388" y="5148"/>
                    <a:pt x="3653" y="4713"/>
                    <a:pt x="4637" y="3936"/>
                  </a:cubicBezTo>
                  <a:cubicBezTo>
                    <a:pt x="5838" y="2969"/>
                    <a:pt x="6638" y="1501"/>
                    <a:pt x="677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54"/>
            <p:cNvSpPr/>
            <p:nvPr/>
          </p:nvSpPr>
          <p:spPr>
            <a:xfrm>
              <a:off x="2130025" y="1677475"/>
              <a:ext cx="106775" cy="112775"/>
            </a:xfrm>
            <a:custGeom>
              <a:avLst/>
              <a:gdLst/>
              <a:ahLst/>
              <a:cxnLst/>
              <a:rect l="l" t="t" r="r" b="b"/>
              <a:pathLst>
                <a:path w="4271" h="4511" extrusionOk="0">
                  <a:moveTo>
                    <a:pt x="3937" y="1"/>
                  </a:moveTo>
                  <a:lnTo>
                    <a:pt x="3937" y="1"/>
                  </a:lnTo>
                  <a:cubicBezTo>
                    <a:pt x="3770" y="1035"/>
                    <a:pt x="3370" y="2035"/>
                    <a:pt x="2669" y="2836"/>
                  </a:cubicBezTo>
                  <a:cubicBezTo>
                    <a:pt x="2002" y="3636"/>
                    <a:pt x="1035" y="4204"/>
                    <a:pt x="1" y="4370"/>
                  </a:cubicBezTo>
                  <a:cubicBezTo>
                    <a:pt x="370" y="4463"/>
                    <a:pt x="724" y="4511"/>
                    <a:pt x="1060" y="4511"/>
                  </a:cubicBezTo>
                  <a:cubicBezTo>
                    <a:pt x="1816" y="4511"/>
                    <a:pt x="2482" y="4268"/>
                    <a:pt x="3036" y="3737"/>
                  </a:cubicBezTo>
                  <a:cubicBezTo>
                    <a:pt x="4070" y="2702"/>
                    <a:pt x="4270" y="1402"/>
                    <a:pt x="3937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54"/>
            <p:cNvSpPr/>
            <p:nvPr/>
          </p:nvSpPr>
          <p:spPr>
            <a:xfrm>
              <a:off x="1898200" y="1534875"/>
              <a:ext cx="70075" cy="70900"/>
            </a:xfrm>
            <a:custGeom>
              <a:avLst/>
              <a:gdLst/>
              <a:ahLst/>
              <a:cxnLst/>
              <a:rect l="l" t="t" r="r" b="b"/>
              <a:pathLst>
                <a:path w="2803" h="2836" fill="none" extrusionOk="0">
                  <a:moveTo>
                    <a:pt x="2635" y="1101"/>
                  </a:moveTo>
                  <a:cubicBezTo>
                    <a:pt x="2802" y="1802"/>
                    <a:pt x="2402" y="2469"/>
                    <a:pt x="1735" y="2669"/>
                  </a:cubicBezTo>
                  <a:cubicBezTo>
                    <a:pt x="1034" y="2836"/>
                    <a:pt x="334" y="2436"/>
                    <a:pt x="167" y="1735"/>
                  </a:cubicBezTo>
                  <a:cubicBezTo>
                    <a:pt x="0" y="1068"/>
                    <a:pt x="401" y="367"/>
                    <a:pt x="1101" y="167"/>
                  </a:cubicBezTo>
                  <a:cubicBezTo>
                    <a:pt x="1768" y="0"/>
                    <a:pt x="2469" y="434"/>
                    <a:pt x="2635" y="1101"/>
                  </a:cubicBezTo>
                  <a:close/>
                </a:path>
              </a:pathLst>
            </a:custGeom>
            <a:noFill/>
            <a:ln w="3325" cap="flat" cmpd="sng">
              <a:solidFill>
                <a:srgbClr val="FAEDDC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4"/>
            <p:cNvSpPr/>
            <p:nvPr/>
          </p:nvSpPr>
          <p:spPr>
            <a:xfrm>
              <a:off x="2062475" y="1584075"/>
              <a:ext cx="53400" cy="53400"/>
            </a:xfrm>
            <a:custGeom>
              <a:avLst/>
              <a:gdLst/>
              <a:ahLst/>
              <a:cxnLst/>
              <a:rect l="l" t="t" r="r" b="b"/>
              <a:pathLst>
                <a:path w="2136" h="2136" fill="none" extrusionOk="0">
                  <a:moveTo>
                    <a:pt x="2002" y="834"/>
                  </a:moveTo>
                  <a:cubicBezTo>
                    <a:pt x="2135" y="1335"/>
                    <a:pt x="1835" y="1869"/>
                    <a:pt x="1302" y="2002"/>
                  </a:cubicBezTo>
                  <a:cubicBezTo>
                    <a:pt x="801" y="2135"/>
                    <a:pt x="267" y="1835"/>
                    <a:pt x="134" y="1301"/>
                  </a:cubicBezTo>
                  <a:cubicBezTo>
                    <a:pt x="1" y="801"/>
                    <a:pt x="334" y="267"/>
                    <a:pt x="835" y="134"/>
                  </a:cubicBezTo>
                  <a:cubicBezTo>
                    <a:pt x="1368" y="1"/>
                    <a:pt x="1869" y="301"/>
                    <a:pt x="2002" y="834"/>
                  </a:cubicBezTo>
                  <a:close/>
                </a:path>
              </a:pathLst>
            </a:custGeom>
            <a:noFill/>
            <a:ln w="2500" cap="flat" cmpd="sng">
              <a:solidFill>
                <a:srgbClr val="FAEDDC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4"/>
            <p:cNvSpPr/>
            <p:nvPr/>
          </p:nvSpPr>
          <p:spPr>
            <a:xfrm>
              <a:off x="2046625" y="1524025"/>
              <a:ext cx="42575" cy="42575"/>
            </a:xfrm>
            <a:custGeom>
              <a:avLst/>
              <a:gdLst/>
              <a:ahLst/>
              <a:cxnLst/>
              <a:rect l="l" t="t" r="r" b="b"/>
              <a:pathLst>
                <a:path w="1703" h="1703" fill="none" extrusionOk="0">
                  <a:moveTo>
                    <a:pt x="1569" y="668"/>
                  </a:moveTo>
                  <a:cubicBezTo>
                    <a:pt x="1702" y="1068"/>
                    <a:pt x="1435" y="1502"/>
                    <a:pt x="1035" y="1602"/>
                  </a:cubicBezTo>
                  <a:cubicBezTo>
                    <a:pt x="601" y="1702"/>
                    <a:pt x="201" y="1435"/>
                    <a:pt x="101" y="1035"/>
                  </a:cubicBezTo>
                  <a:cubicBezTo>
                    <a:pt x="1" y="635"/>
                    <a:pt x="234" y="201"/>
                    <a:pt x="635" y="101"/>
                  </a:cubicBezTo>
                  <a:cubicBezTo>
                    <a:pt x="1068" y="1"/>
                    <a:pt x="1469" y="234"/>
                    <a:pt x="1569" y="668"/>
                  </a:cubicBezTo>
                  <a:close/>
                </a:path>
              </a:pathLst>
            </a:custGeom>
            <a:noFill/>
            <a:ln w="1675" cap="flat" cmpd="sng">
              <a:solidFill>
                <a:srgbClr val="FAEDDC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4"/>
            <p:cNvSpPr/>
            <p:nvPr/>
          </p:nvSpPr>
          <p:spPr>
            <a:xfrm>
              <a:off x="1860675" y="1266200"/>
              <a:ext cx="110100" cy="114750"/>
            </a:xfrm>
            <a:custGeom>
              <a:avLst/>
              <a:gdLst/>
              <a:ahLst/>
              <a:cxnLst/>
              <a:rect l="l" t="t" r="r" b="b"/>
              <a:pathLst>
                <a:path w="4404" h="4590" extrusionOk="0">
                  <a:moveTo>
                    <a:pt x="1203" y="1"/>
                  </a:moveTo>
                  <a:cubicBezTo>
                    <a:pt x="938" y="1"/>
                    <a:pt x="697" y="95"/>
                    <a:pt x="534" y="340"/>
                  </a:cubicBezTo>
                  <a:cubicBezTo>
                    <a:pt x="0" y="1141"/>
                    <a:pt x="934" y="2408"/>
                    <a:pt x="1401" y="3009"/>
                  </a:cubicBezTo>
                  <a:cubicBezTo>
                    <a:pt x="1868" y="3609"/>
                    <a:pt x="2369" y="4243"/>
                    <a:pt x="3102" y="4510"/>
                  </a:cubicBezTo>
                  <a:cubicBezTo>
                    <a:pt x="3260" y="4557"/>
                    <a:pt x="3432" y="4589"/>
                    <a:pt x="3598" y="4589"/>
                  </a:cubicBezTo>
                  <a:cubicBezTo>
                    <a:pt x="3784" y="4589"/>
                    <a:pt x="3962" y="4549"/>
                    <a:pt x="4103" y="4443"/>
                  </a:cubicBezTo>
                  <a:cubicBezTo>
                    <a:pt x="4303" y="4276"/>
                    <a:pt x="4403" y="3976"/>
                    <a:pt x="4403" y="3709"/>
                  </a:cubicBezTo>
                  <a:cubicBezTo>
                    <a:pt x="4403" y="3442"/>
                    <a:pt x="4337" y="3175"/>
                    <a:pt x="4203" y="2942"/>
                  </a:cubicBezTo>
                  <a:cubicBezTo>
                    <a:pt x="3836" y="2041"/>
                    <a:pt x="3269" y="1241"/>
                    <a:pt x="2569" y="607"/>
                  </a:cubicBezTo>
                  <a:cubicBezTo>
                    <a:pt x="2265" y="325"/>
                    <a:pt x="1694" y="1"/>
                    <a:pt x="12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4"/>
            <p:cNvSpPr/>
            <p:nvPr/>
          </p:nvSpPr>
          <p:spPr>
            <a:xfrm>
              <a:off x="1972425" y="1387575"/>
              <a:ext cx="46725" cy="42275"/>
            </a:xfrm>
            <a:custGeom>
              <a:avLst/>
              <a:gdLst/>
              <a:ahLst/>
              <a:cxnLst/>
              <a:rect l="l" t="t" r="r" b="b"/>
              <a:pathLst>
                <a:path w="1869" h="1691" extrusionOk="0">
                  <a:moveTo>
                    <a:pt x="929" y="1"/>
                  </a:moveTo>
                  <a:cubicBezTo>
                    <a:pt x="865" y="1"/>
                    <a:pt x="800" y="7"/>
                    <a:pt x="734" y="22"/>
                  </a:cubicBezTo>
                  <a:cubicBezTo>
                    <a:pt x="267" y="155"/>
                    <a:pt x="0" y="622"/>
                    <a:pt x="133" y="1056"/>
                  </a:cubicBezTo>
                  <a:cubicBezTo>
                    <a:pt x="216" y="1441"/>
                    <a:pt x="549" y="1690"/>
                    <a:pt x="925" y="1690"/>
                  </a:cubicBezTo>
                  <a:cubicBezTo>
                    <a:pt x="1005" y="1690"/>
                    <a:pt x="1086" y="1679"/>
                    <a:pt x="1168" y="1656"/>
                  </a:cubicBezTo>
                  <a:cubicBezTo>
                    <a:pt x="1601" y="1556"/>
                    <a:pt x="1868" y="1089"/>
                    <a:pt x="1768" y="655"/>
                  </a:cubicBezTo>
                  <a:cubicBezTo>
                    <a:pt x="1653" y="254"/>
                    <a:pt x="1317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4"/>
            <p:cNvSpPr/>
            <p:nvPr/>
          </p:nvSpPr>
          <p:spPr>
            <a:xfrm>
              <a:off x="1970750" y="1697225"/>
              <a:ext cx="140125" cy="85900"/>
            </a:xfrm>
            <a:custGeom>
              <a:avLst/>
              <a:gdLst/>
              <a:ahLst/>
              <a:cxnLst/>
              <a:rect l="l" t="t" r="r" b="b"/>
              <a:pathLst>
                <a:path w="5605" h="3436" extrusionOk="0">
                  <a:moveTo>
                    <a:pt x="1635" y="0"/>
                  </a:moveTo>
                  <a:cubicBezTo>
                    <a:pt x="1303" y="0"/>
                    <a:pt x="980" y="122"/>
                    <a:pt x="768" y="411"/>
                  </a:cubicBezTo>
                  <a:cubicBezTo>
                    <a:pt x="0" y="1512"/>
                    <a:pt x="3169" y="2980"/>
                    <a:pt x="3903" y="3280"/>
                  </a:cubicBezTo>
                  <a:cubicBezTo>
                    <a:pt x="4161" y="3358"/>
                    <a:pt x="4440" y="3435"/>
                    <a:pt x="4723" y="3435"/>
                  </a:cubicBezTo>
                  <a:cubicBezTo>
                    <a:pt x="4805" y="3435"/>
                    <a:pt x="4888" y="3429"/>
                    <a:pt x="4971" y="3414"/>
                  </a:cubicBezTo>
                  <a:cubicBezTo>
                    <a:pt x="5304" y="3313"/>
                    <a:pt x="5604" y="2980"/>
                    <a:pt x="5538" y="2613"/>
                  </a:cubicBezTo>
                  <a:cubicBezTo>
                    <a:pt x="5471" y="2346"/>
                    <a:pt x="5237" y="2146"/>
                    <a:pt x="5004" y="2013"/>
                  </a:cubicBezTo>
                  <a:cubicBezTo>
                    <a:pt x="4137" y="1412"/>
                    <a:pt x="3269" y="678"/>
                    <a:pt x="2335" y="178"/>
                  </a:cubicBezTo>
                  <a:cubicBezTo>
                    <a:pt x="2124" y="65"/>
                    <a:pt x="1877" y="0"/>
                    <a:pt x="16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4"/>
            <p:cNvSpPr/>
            <p:nvPr/>
          </p:nvSpPr>
          <p:spPr>
            <a:xfrm>
              <a:off x="2933100" y="1150000"/>
              <a:ext cx="758900" cy="557600"/>
            </a:xfrm>
            <a:custGeom>
              <a:avLst/>
              <a:gdLst/>
              <a:ahLst/>
              <a:cxnLst/>
              <a:rect l="l" t="t" r="r" b="b"/>
              <a:pathLst>
                <a:path w="30356" h="22304" extrusionOk="0">
                  <a:moveTo>
                    <a:pt x="25287" y="0"/>
                  </a:moveTo>
                  <a:cubicBezTo>
                    <a:pt x="24724" y="0"/>
                    <a:pt x="24156" y="155"/>
                    <a:pt x="23651" y="485"/>
                  </a:cubicBezTo>
                  <a:lnTo>
                    <a:pt x="1902" y="14161"/>
                  </a:lnTo>
                  <a:cubicBezTo>
                    <a:pt x="434" y="15062"/>
                    <a:pt x="0" y="16963"/>
                    <a:pt x="901" y="18431"/>
                  </a:cubicBezTo>
                  <a:lnTo>
                    <a:pt x="2436" y="20866"/>
                  </a:lnTo>
                  <a:cubicBezTo>
                    <a:pt x="3018" y="21794"/>
                    <a:pt x="4034" y="22303"/>
                    <a:pt x="5066" y="22303"/>
                  </a:cubicBezTo>
                  <a:cubicBezTo>
                    <a:pt x="5630" y="22303"/>
                    <a:pt x="6199" y="22151"/>
                    <a:pt x="6705" y="21833"/>
                  </a:cubicBezTo>
                  <a:lnTo>
                    <a:pt x="28454" y="8157"/>
                  </a:lnTo>
                  <a:cubicBezTo>
                    <a:pt x="29922" y="7256"/>
                    <a:pt x="30355" y="5322"/>
                    <a:pt x="29455" y="3887"/>
                  </a:cubicBezTo>
                  <a:lnTo>
                    <a:pt x="27920" y="1452"/>
                  </a:lnTo>
                  <a:cubicBezTo>
                    <a:pt x="27337" y="524"/>
                    <a:pt x="26321" y="0"/>
                    <a:pt x="25287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4"/>
            <p:cNvSpPr/>
            <p:nvPr/>
          </p:nvSpPr>
          <p:spPr>
            <a:xfrm>
              <a:off x="3150750" y="1286375"/>
              <a:ext cx="316100" cy="290225"/>
            </a:xfrm>
            <a:custGeom>
              <a:avLst/>
              <a:gdLst/>
              <a:ahLst/>
              <a:cxnLst/>
              <a:rect l="l" t="t" r="r" b="b"/>
              <a:pathLst>
                <a:path w="12644" h="11609" fill="none" extrusionOk="0">
                  <a:moveTo>
                    <a:pt x="1" y="5571"/>
                  </a:moveTo>
                  <a:lnTo>
                    <a:pt x="8840" y="0"/>
                  </a:lnTo>
                  <a:lnTo>
                    <a:pt x="12643" y="6038"/>
                  </a:lnTo>
                  <a:lnTo>
                    <a:pt x="3770" y="11608"/>
                  </a:lnTo>
                  <a:close/>
                </a:path>
              </a:pathLst>
            </a:custGeom>
            <a:noFill/>
            <a:ln w="2500" cap="flat" cmpd="sng">
              <a:solidFill>
                <a:srgbClr val="E7D8DD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4"/>
            <p:cNvSpPr/>
            <p:nvPr/>
          </p:nvSpPr>
          <p:spPr>
            <a:xfrm>
              <a:off x="2997300" y="1531125"/>
              <a:ext cx="29225" cy="25500"/>
            </a:xfrm>
            <a:custGeom>
              <a:avLst/>
              <a:gdLst/>
              <a:ahLst/>
              <a:cxnLst/>
              <a:rect l="l" t="t" r="r" b="b"/>
              <a:pathLst>
                <a:path w="1169" h="1020" extrusionOk="0">
                  <a:moveTo>
                    <a:pt x="589" y="1"/>
                  </a:moveTo>
                  <a:cubicBezTo>
                    <a:pt x="502" y="1"/>
                    <a:pt x="414" y="27"/>
                    <a:pt x="335" y="84"/>
                  </a:cubicBezTo>
                  <a:cubicBezTo>
                    <a:pt x="68" y="217"/>
                    <a:pt x="1" y="551"/>
                    <a:pt x="168" y="784"/>
                  </a:cubicBezTo>
                  <a:cubicBezTo>
                    <a:pt x="255" y="938"/>
                    <a:pt x="429" y="1019"/>
                    <a:pt x="605" y="1019"/>
                  </a:cubicBezTo>
                  <a:cubicBezTo>
                    <a:pt x="696" y="1019"/>
                    <a:pt x="788" y="997"/>
                    <a:pt x="868" y="951"/>
                  </a:cubicBezTo>
                  <a:cubicBezTo>
                    <a:pt x="1102" y="784"/>
                    <a:pt x="1168" y="484"/>
                    <a:pt x="1035" y="251"/>
                  </a:cubicBezTo>
                  <a:cubicBezTo>
                    <a:pt x="925" y="97"/>
                    <a:pt x="758" y="1"/>
                    <a:pt x="589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4"/>
            <p:cNvSpPr/>
            <p:nvPr/>
          </p:nvSpPr>
          <p:spPr>
            <a:xfrm>
              <a:off x="3075700" y="1548400"/>
              <a:ext cx="29225" cy="25725"/>
            </a:xfrm>
            <a:custGeom>
              <a:avLst/>
              <a:gdLst/>
              <a:ahLst/>
              <a:cxnLst/>
              <a:rect l="l" t="t" r="r" b="b"/>
              <a:pathLst>
                <a:path w="1169" h="1029" extrusionOk="0">
                  <a:moveTo>
                    <a:pt x="592" y="1"/>
                  </a:moveTo>
                  <a:cubicBezTo>
                    <a:pt x="491" y="1"/>
                    <a:pt x="389" y="30"/>
                    <a:pt x="301" y="93"/>
                  </a:cubicBezTo>
                  <a:cubicBezTo>
                    <a:pt x="67" y="227"/>
                    <a:pt x="1" y="560"/>
                    <a:pt x="134" y="794"/>
                  </a:cubicBezTo>
                  <a:cubicBezTo>
                    <a:pt x="244" y="947"/>
                    <a:pt x="411" y="1029"/>
                    <a:pt x="588" y="1029"/>
                  </a:cubicBezTo>
                  <a:cubicBezTo>
                    <a:pt x="681" y="1029"/>
                    <a:pt x="776" y="1006"/>
                    <a:pt x="868" y="961"/>
                  </a:cubicBezTo>
                  <a:cubicBezTo>
                    <a:pt x="1101" y="794"/>
                    <a:pt x="1168" y="494"/>
                    <a:pt x="1001" y="227"/>
                  </a:cubicBezTo>
                  <a:cubicBezTo>
                    <a:pt x="918" y="81"/>
                    <a:pt x="758" y="1"/>
                    <a:pt x="592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4"/>
            <p:cNvSpPr/>
            <p:nvPr/>
          </p:nvSpPr>
          <p:spPr>
            <a:xfrm>
              <a:off x="3074875" y="1475025"/>
              <a:ext cx="29200" cy="25725"/>
            </a:xfrm>
            <a:custGeom>
              <a:avLst/>
              <a:gdLst/>
              <a:ahLst/>
              <a:cxnLst/>
              <a:rect l="l" t="t" r="r" b="b"/>
              <a:pathLst>
                <a:path w="1168" h="1029" extrusionOk="0">
                  <a:moveTo>
                    <a:pt x="608" y="0"/>
                  </a:moveTo>
                  <a:cubicBezTo>
                    <a:pt x="507" y="0"/>
                    <a:pt x="401" y="30"/>
                    <a:pt x="300" y="93"/>
                  </a:cubicBezTo>
                  <a:cubicBezTo>
                    <a:pt x="67" y="226"/>
                    <a:pt x="0" y="560"/>
                    <a:pt x="167" y="793"/>
                  </a:cubicBezTo>
                  <a:cubicBezTo>
                    <a:pt x="255" y="947"/>
                    <a:pt x="429" y="1028"/>
                    <a:pt x="604" y="1028"/>
                  </a:cubicBezTo>
                  <a:cubicBezTo>
                    <a:pt x="695" y="1028"/>
                    <a:pt x="787" y="1006"/>
                    <a:pt x="867" y="960"/>
                  </a:cubicBezTo>
                  <a:cubicBezTo>
                    <a:pt x="1101" y="793"/>
                    <a:pt x="1168" y="493"/>
                    <a:pt x="1034" y="226"/>
                  </a:cubicBezTo>
                  <a:cubicBezTo>
                    <a:pt x="930" y="81"/>
                    <a:pt x="775" y="0"/>
                    <a:pt x="608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4"/>
            <p:cNvSpPr/>
            <p:nvPr/>
          </p:nvSpPr>
          <p:spPr>
            <a:xfrm>
              <a:off x="3140750" y="1580700"/>
              <a:ext cx="29200" cy="25725"/>
            </a:xfrm>
            <a:custGeom>
              <a:avLst/>
              <a:gdLst/>
              <a:ahLst/>
              <a:cxnLst/>
              <a:rect l="l" t="t" r="r" b="b"/>
              <a:pathLst>
                <a:path w="1168" h="1029" extrusionOk="0">
                  <a:moveTo>
                    <a:pt x="564" y="1"/>
                  </a:moveTo>
                  <a:cubicBezTo>
                    <a:pt x="473" y="1"/>
                    <a:pt x="381" y="23"/>
                    <a:pt x="301" y="69"/>
                  </a:cubicBezTo>
                  <a:cubicBezTo>
                    <a:pt x="67" y="236"/>
                    <a:pt x="0" y="536"/>
                    <a:pt x="134" y="803"/>
                  </a:cubicBezTo>
                  <a:cubicBezTo>
                    <a:pt x="238" y="948"/>
                    <a:pt x="393" y="1029"/>
                    <a:pt x="552" y="1029"/>
                  </a:cubicBezTo>
                  <a:cubicBezTo>
                    <a:pt x="649" y="1029"/>
                    <a:pt x="746" y="999"/>
                    <a:pt x="834" y="936"/>
                  </a:cubicBezTo>
                  <a:cubicBezTo>
                    <a:pt x="1101" y="803"/>
                    <a:pt x="1168" y="469"/>
                    <a:pt x="1001" y="236"/>
                  </a:cubicBezTo>
                  <a:cubicBezTo>
                    <a:pt x="913" y="82"/>
                    <a:pt x="739" y="1"/>
                    <a:pt x="564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4"/>
            <p:cNvSpPr/>
            <p:nvPr/>
          </p:nvSpPr>
          <p:spPr>
            <a:xfrm>
              <a:off x="3058200" y="1624075"/>
              <a:ext cx="29200" cy="25725"/>
            </a:xfrm>
            <a:custGeom>
              <a:avLst/>
              <a:gdLst/>
              <a:ahLst/>
              <a:cxnLst/>
              <a:rect l="l" t="t" r="r" b="b"/>
              <a:pathLst>
                <a:path w="1168" h="1029" extrusionOk="0">
                  <a:moveTo>
                    <a:pt x="589" y="0"/>
                  </a:moveTo>
                  <a:cubicBezTo>
                    <a:pt x="502" y="0"/>
                    <a:pt x="414" y="23"/>
                    <a:pt x="334" y="68"/>
                  </a:cubicBezTo>
                  <a:cubicBezTo>
                    <a:pt x="67" y="235"/>
                    <a:pt x="0" y="535"/>
                    <a:pt x="167" y="802"/>
                  </a:cubicBezTo>
                  <a:cubicBezTo>
                    <a:pt x="250" y="948"/>
                    <a:pt x="410" y="1028"/>
                    <a:pt x="576" y="1028"/>
                  </a:cubicBezTo>
                  <a:cubicBezTo>
                    <a:pt x="677" y="1028"/>
                    <a:pt x="779" y="999"/>
                    <a:pt x="867" y="936"/>
                  </a:cubicBezTo>
                  <a:cubicBezTo>
                    <a:pt x="1101" y="802"/>
                    <a:pt x="1168" y="469"/>
                    <a:pt x="1034" y="235"/>
                  </a:cubicBezTo>
                  <a:cubicBezTo>
                    <a:pt x="925" y="82"/>
                    <a:pt x="757" y="0"/>
                    <a:pt x="58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4"/>
            <p:cNvSpPr/>
            <p:nvPr/>
          </p:nvSpPr>
          <p:spPr>
            <a:xfrm>
              <a:off x="3516850" y="1202100"/>
              <a:ext cx="29200" cy="25475"/>
            </a:xfrm>
            <a:custGeom>
              <a:avLst/>
              <a:gdLst/>
              <a:ahLst/>
              <a:cxnLst/>
              <a:rect l="l" t="t" r="r" b="b"/>
              <a:pathLst>
                <a:path w="1168" h="1019" extrusionOk="0">
                  <a:moveTo>
                    <a:pt x="580" y="1"/>
                  </a:moveTo>
                  <a:cubicBezTo>
                    <a:pt x="488" y="1"/>
                    <a:pt x="392" y="23"/>
                    <a:pt x="301" y="69"/>
                  </a:cubicBezTo>
                  <a:cubicBezTo>
                    <a:pt x="67" y="235"/>
                    <a:pt x="0" y="536"/>
                    <a:pt x="167" y="769"/>
                  </a:cubicBezTo>
                  <a:cubicBezTo>
                    <a:pt x="255" y="923"/>
                    <a:pt x="430" y="1019"/>
                    <a:pt x="605" y="1019"/>
                  </a:cubicBezTo>
                  <a:cubicBezTo>
                    <a:pt x="697" y="1019"/>
                    <a:pt x="788" y="993"/>
                    <a:pt x="868" y="936"/>
                  </a:cubicBezTo>
                  <a:cubicBezTo>
                    <a:pt x="1101" y="803"/>
                    <a:pt x="1168" y="469"/>
                    <a:pt x="1035" y="235"/>
                  </a:cubicBezTo>
                  <a:cubicBezTo>
                    <a:pt x="925" y="82"/>
                    <a:pt x="758" y="1"/>
                    <a:pt x="580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4"/>
            <p:cNvSpPr/>
            <p:nvPr/>
          </p:nvSpPr>
          <p:spPr>
            <a:xfrm>
              <a:off x="3427625" y="1260750"/>
              <a:ext cx="29200" cy="25675"/>
            </a:xfrm>
            <a:custGeom>
              <a:avLst/>
              <a:gdLst/>
              <a:ahLst/>
              <a:cxnLst/>
              <a:rect l="l" t="t" r="r" b="b"/>
              <a:pathLst>
                <a:path w="1168" h="1027" extrusionOk="0">
                  <a:moveTo>
                    <a:pt x="599" y="0"/>
                  </a:moveTo>
                  <a:cubicBezTo>
                    <a:pt x="501" y="0"/>
                    <a:pt x="398" y="30"/>
                    <a:pt x="300" y="91"/>
                  </a:cubicBezTo>
                  <a:cubicBezTo>
                    <a:pt x="67" y="224"/>
                    <a:pt x="0" y="558"/>
                    <a:pt x="167" y="792"/>
                  </a:cubicBezTo>
                  <a:cubicBezTo>
                    <a:pt x="255" y="945"/>
                    <a:pt x="429" y="1026"/>
                    <a:pt x="604" y="1026"/>
                  </a:cubicBezTo>
                  <a:cubicBezTo>
                    <a:pt x="696" y="1026"/>
                    <a:pt x="787" y="1004"/>
                    <a:pt x="868" y="958"/>
                  </a:cubicBezTo>
                  <a:cubicBezTo>
                    <a:pt x="1101" y="792"/>
                    <a:pt x="1168" y="491"/>
                    <a:pt x="1034" y="258"/>
                  </a:cubicBezTo>
                  <a:cubicBezTo>
                    <a:pt x="929" y="89"/>
                    <a:pt x="770" y="0"/>
                    <a:pt x="59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4"/>
            <p:cNvSpPr/>
            <p:nvPr/>
          </p:nvSpPr>
          <p:spPr>
            <a:xfrm>
              <a:off x="3498500" y="1279650"/>
              <a:ext cx="29225" cy="25725"/>
            </a:xfrm>
            <a:custGeom>
              <a:avLst/>
              <a:gdLst/>
              <a:ahLst/>
              <a:cxnLst/>
              <a:rect l="l" t="t" r="r" b="b"/>
              <a:pathLst>
                <a:path w="1169" h="1029" extrusionOk="0">
                  <a:moveTo>
                    <a:pt x="581" y="1"/>
                  </a:moveTo>
                  <a:cubicBezTo>
                    <a:pt x="488" y="1"/>
                    <a:pt x="392" y="23"/>
                    <a:pt x="301" y="69"/>
                  </a:cubicBezTo>
                  <a:cubicBezTo>
                    <a:pt x="67" y="236"/>
                    <a:pt x="1" y="536"/>
                    <a:pt x="167" y="803"/>
                  </a:cubicBezTo>
                  <a:cubicBezTo>
                    <a:pt x="250" y="948"/>
                    <a:pt x="411" y="1029"/>
                    <a:pt x="577" y="1029"/>
                  </a:cubicBezTo>
                  <a:cubicBezTo>
                    <a:pt x="677" y="1029"/>
                    <a:pt x="780" y="999"/>
                    <a:pt x="868" y="936"/>
                  </a:cubicBezTo>
                  <a:cubicBezTo>
                    <a:pt x="1101" y="803"/>
                    <a:pt x="1168" y="469"/>
                    <a:pt x="1035" y="236"/>
                  </a:cubicBezTo>
                  <a:cubicBezTo>
                    <a:pt x="925" y="82"/>
                    <a:pt x="758" y="1"/>
                    <a:pt x="581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4"/>
            <p:cNvSpPr/>
            <p:nvPr/>
          </p:nvSpPr>
          <p:spPr>
            <a:xfrm>
              <a:off x="3574400" y="1297175"/>
              <a:ext cx="29200" cy="25675"/>
            </a:xfrm>
            <a:custGeom>
              <a:avLst/>
              <a:gdLst/>
              <a:ahLst/>
              <a:cxnLst/>
              <a:rect l="l" t="t" r="r" b="b"/>
              <a:pathLst>
                <a:path w="1168" h="1027" extrusionOk="0">
                  <a:moveTo>
                    <a:pt x="564" y="0"/>
                  </a:moveTo>
                  <a:cubicBezTo>
                    <a:pt x="472" y="0"/>
                    <a:pt x="380" y="23"/>
                    <a:pt x="300" y="68"/>
                  </a:cubicBezTo>
                  <a:cubicBezTo>
                    <a:pt x="67" y="235"/>
                    <a:pt x="0" y="535"/>
                    <a:pt x="134" y="769"/>
                  </a:cubicBezTo>
                  <a:cubicBezTo>
                    <a:pt x="239" y="938"/>
                    <a:pt x="398" y="1027"/>
                    <a:pt x="569" y="1027"/>
                  </a:cubicBezTo>
                  <a:cubicBezTo>
                    <a:pt x="667" y="1027"/>
                    <a:pt x="770" y="997"/>
                    <a:pt x="867" y="936"/>
                  </a:cubicBezTo>
                  <a:cubicBezTo>
                    <a:pt x="1101" y="802"/>
                    <a:pt x="1168" y="469"/>
                    <a:pt x="1001" y="235"/>
                  </a:cubicBezTo>
                  <a:cubicBezTo>
                    <a:pt x="913" y="82"/>
                    <a:pt x="739" y="0"/>
                    <a:pt x="5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4"/>
            <p:cNvSpPr/>
            <p:nvPr/>
          </p:nvSpPr>
          <p:spPr>
            <a:xfrm>
              <a:off x="3501850" y="1352475"/>
              <a:ext cx="29200" cy="25675"/>
            </a:xfrm>
            <a:custGeom>
              <a:avLst/>
              <a:gdLst/>
              <a:ahLst/>
              <a:cxnLst/>
              <a:rect l="l" t="t" r="r" b="b"/>
              <a:pathLst>
                <a:path w="1168" h="1027" extrusionOk="0">
                  <a:moveTo>
                    <a:pt x="583" y="0"/>
                  </a:moveTo>
                  <a:cubicBezTo>
                    <a:pt x="485" y="0"/>
                    <a:pt x="386" y="30"/>
                    <a:pt x="300" y="91"/>
                  </a:cubicBezTo>
                  <a:cubicBezTo>
                    <a:pt x="67" y="225"/>
                    <a:pt x="0" y="558"/>
                    <a:pt x="133" y="792"/>
                  </a:cubicBezTo>
                  <a:cubicBezTo>
                    <a:pt x="243" y="945"/>
                    <a:pt x="410" y="1027"/>
                    <a:pt x="588" y="1027"/>
                  </a:cubicBezTo>
                  <a:cubicBezTo>
                    <a:pt x="680" y="1027"/>
                    <a:pt x="776" y="1004"/>
                    <a:pt x="867" y="959"/>
                  </a:cubicBezTo>
                  <a:cubicBezTo>
                    <a:pt x="1101" y="792"/>
                    <a:pt x="1168" y="492"/>
                    <a:pt x="1001" y="258"/>
                  </a:cubicBezTo>
                  <a:cubicBezTo>
                    <a:pt x="916" y="89"/>
                    <a:pt x="752" y="0"/>
                    <a:pt x="58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4"/>
            <p:cNvSpPr/>
            <p:nvPr/>
          </p:nvSpPr>
          <p:spPr>
            <a:xfrm>
              <a:off x="1568800" y="1712575"/>
              <a:ext cx="343600" cy="378600"/>
            </a:xfrm>
            <a:custGeom>
              <a:avLst/>
              <a:gdLst/>
              <a:ahLst/>
              <a:cxnLst/>
              <a:rect l="l" t="t" r="r" b="b"/>
              <a:pathLst>
                <a:path w="13744" h="15144" extrusionOk="0">
                  <a:moveTo>
                    <a:pt x="9281" y="0"/>
                  </a:moveTo>
                  <a:cubicBezTo>
                    <a:pt x="6977" y="0"/>
                    <a:pt x="4238" y="1786"/>
                    <a:pt x="2402" y="4734"/>
                  </a:cubicBezTo>
                  <a:cubicBezTo>
                    <a:pt x="2369" y="4734"/>
                    <a:pt x="2369" y="4768"/>
                    <a:pt x="2369" y="4768"/>
                  </a:cubicBezTo>
                  <a:cubicBezTo>
                    <a:pt x="200" y="8270"/>
                    <a:pt x="0" y="12140"/>
                    <a:pt x="1768" y="14041"/>
                  </a:cubicBezTo>
                  <a:cubicBezTo>
                    <a:pt x="1968" y="14274"/>
                    <a:pt x="2202" y="14441"/>
                    <a:pt x="2469" y="14608"/>
                  </a:cubicBezTo>
                  <a:cubicBezTo>
                    <a:pt x="3053" y="14971"/>
                    <a:pt x="3723" y="15144"/>
                    <a:pt x="4438" y="15144"/>
                  </a:cubicBezTo>
                  <a:cubicBezTo>
                    <a:pt x="6743" y="15144"/>
                    <a:pt x="9508" y="13350"/>
                    <a:pt x="11342" y="10372"/>
                  </a:cubicBezTo>
                  <a:cubicBezTo>
                    <a:pt x="11508" y="10105"/>
                    <a:pt x="11675" y="9838"/>
                    <a:pt x="11809" y="9571"/>
                  </a:cubicBezTo>
                  <a:cubicBezTo>
                    <a:pt x="13743" y="5902"/>
                    <a:pt x="13543" y="1999"/>
                    <a:pt x="11242" y="531"/>
                  </a:cubicBezTo>
                  <a:cubicBezTo>
                    <a:pt x="11208" y="531"/>
                    <a:pt x="11175" y="498"/>
                    <a:pt x="11141" y="465"/>
                  </a:cubicBezTo>
                  <a:cubicBezTo>
                    <a:pt x="10580" y="150"/>
                    <a:pt x="9949" y="0"/>
                    <a:pt x="9281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4"/>
            <p:cNvSpPr/>
            <p:nvPr/>
          </p:nvSpPr>
          <p:spPr>
            <a:xfrm>
              <a:off x="1547100" y="1696575"/>
              <a:ext cx="342775" cy="378975"/>
            </a:xfrm>
            <a:custGeom>
              <a:avLst/>
              <a:gdLst/>
              <a:ahLst/>
              <a:cxnLst/>
              <a:rect l="l" t="t" r="r" b="b"/>
              <a:pathLst>
                <a:path w="13711" h="15159" extrusionOk="0">
                  <a:moveTo>
                    <a:pt x="9343" y="1"/>
                  </a:moveTo>
                  <a:cubicBezTo>
                    <a:pt x="7056" y="1"/>
                    <a:pt x="4326" y="1782"/>
                    <a:pt x="2469" y="4707"/>
                  </a:cubicBezTo>
                  <a:cubicBezTo>
                    <a:pt x="2469" y="4740"/>
                    <a:pt x="2436" y="4740"/>
                    <a:pt x="2436" y="4774"/>
                  </a:cubicBezTo>
                  <a:cubicBezTo>
                    <a:pt x="1" y="8677"/>
                    <a:pt x="34" y="13080"/>
                    <a:pt x="2536" y="14614"/>
                  </a:cubicBezTo>
                  <a:cubicBezTo>
                    <a:pt x="2569" y="14648"/>
                    <a:pt x="2603" y="14681"/>
                    <a:pt x="2636" y="14681"/>
                  </a:cubicBezTo>
                  <a:cubicBezTo>
                    <a:pt x="3201" y="15005"/>
                    <a:pt x="3835" y="15158"/>
                    <a:pt x="4506" y="15158"/>
                  </a:cubicBezTo>
                  <a:cubicBezTo>
                    <a:pt x="6810" y="15158"/>
                    <a:pt x="9549" y="13348"/>
                    <a:pt x="11409" y="10378"/>
                  </a:cubicBezTo>
                  <a:cubicBezTo>
                    <a:pt x="11509" y="10244"/>
                    <a:pt x="11576" y="10111"/>
                    <a:pt x="11676" y="9978"/>
                  </a:cubicBezTo>
                  <a:cubicBezTo>
                    <a:pt x="13611" y="6575"/>
                    <a:pt x="13711" y="2939"/>
                    <a:pt x="12009" y="1105"/>
                  </a:cubicBezTo>
                  <a:cubicBezTo>
                    <a:pt x="11776" y="904"/>
                    <a:pt x="11576" y="704"/>
                    <a:pt x="11309" y="537"/>
                  </a:cubicBezTo>
                  <a:cubicBezTo>
                    <a:pt x="10723" y="173"/>
                    <a:pt x="10054" y="1"/>
                    <a:pt x="934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4"/>
            <p:cNvSpPr/>
            <p:nvPr/>
          </p:nvSpPr>
          <p:spPr>
            <a:xfrm>
              <a:off x="1608825" y="1696575"/>
              <a:ext cx="281050" cy="249450"/>
            </a:xfrm>
            <a:custGeom>
              <a:avLst/>
              <a:gdLst/>
              <a:ahLst/>
              <a:cxnLst/>
              <a:rect l="l" t="t" r="r" b="b"/>
              <a:pathLst>
                <a:path w="11242" h="9978" extrusionOk="0">
                  <a:moveTo>
                    <a:pt x="6874" y="1"/>
                  </a:moveTo>
                  <a:cubicBezTo>
                    <a:pt x="4587" y="1"/>
                    <a:pt x="1857" y="1782"/>
                    <a:pt x="0" y="4707"/>
                  </a:cubicBezTo>
                  <a:cubicBezTo>
                    <a:pt x="267" y="4941"/>
                    <a:pt x="534" y="5141"/>
                    <a:pt x="801" y="5374"/>
                  </a:cubicBezTo>
                  <a:cubicBezTo>
                    <a:pt x="2569" y="6742"/>
                    <a:pt x="4570" y="7876"/>
                    <a:pt x="6605" y="8877"/>
                  </a:cubicBezTo>
                  <a:cubicBezTo>
                    <a:pt x="7439" y="9277"/>
                    <a:pt x="8306" y="9677"/>
                    <a:pt x="9207" y="9978"/>
                  </a:cubicBezTo>
                  <a:cubicBezTo>
                    <a:pt x="11142" y="6575"/>
                    <a:pt x="11242" y="2939"/>
                    <a:pt x="9540" y="1105"/>
                  </a:cubicBezTo>
                  <a:cubicBezTo>
                    <a:pt x="9307" y="904"/>
                    <a:pt x="9107" y="704"/>
                    <a:pt x="8840" y="537"/>
                  </a:cubicBezTo>
                  <a:cubicBezTo>
                    <a:pt x="8254" y="173"/>
                    <a:pt x="7585" y="1"/>
                    <a:pt x="6874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4"/>
            <p:cNvSpPr/>
            <p:nvPr/>
          </p:nvSpPr>
          <p:spPr>
            <a:xfrm>
              <a:off x="1793950" y="1772450"/>
              <a:ext cx="70075" cy="107775"/>
            </a:xfrm>
            <a:custGeom>
              <a:avLst/>
              <a:gdLst/>
              <a:ahLst/>
              <a:cxnLst/>
              <a:rect l="l" t="t" r="r" b="b"/>
              <a:pathLst>
                <a:path w="2803" h="4311" extrusionOk="0">
                  <a:moveTo>
                    <a:pt x="1689" y="1"/>
                  </a:moveTo>
                  <a:cubicBezTo>
                    <a:pt x="1497" y="1"/>
                    <a:pt x="1295" y="55"/>
                    <a:pt x="1101" y="171"/>
                  </a:cubicBezTo>
                  <a:cubicBezTo>
                    <a:pt x="67" y="838"/>
                    <a:pt x="1" y="2573"/>
                    <a:pt x="334" y="3640"/>
                  </a:cubicBezTo>
                  <a:cubicBezTo>
                    <a:pt x="368" y="3674"/>
                    <a:pt x="368" y="3707"/>
                    <a:pt x="368" y="3774"/>
                  </a:cubicBezTo>
                  <a:cubicBezTo>
                    <a:pt x="519" y="4158"/>
                    <a:pt x="783" y="4311"/>
                    <a:pt x="1069" y="4311"/>
                  </a:cubicBezTo>
                  <a:cubicBezTo>
                    <a:pt x="1479" y="4311"/>
                    <a:pt x="1933" y="3999"/>
                    <a:pt x="2169" y="3607"/>
                  </a:cubicBezTo>
                  <a:cubicBezTo>
                    <a:pt x="2602" y="2840"/>
                    <a:pt x="2803" y="1705"/>
                    <a:pt x="2669" y="872"/>
                  </a:cubicBezTo>
                  <a:cubicBezTo>
                    <a:pt x="2574" y="327"/>
                    <a:pt x="2160" y="1"/>
                    <a:pt x="16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4"/>
            <p:cNvSpPr/>
            <p:nvPr/>
          </p:nvSpPr>
          <p:spPr>
            <a:xfrm>
              <a:off x="1783950" y="1911800"/>
              <a:ext cx="36725" cy="37550"/>
            </a:xfrm>
            <a:custGeom>
              <a:avLst/>
              <a:gdLst/>
              <a:ahLst/>
              <a:cxnLst/>
              <a:rect l="l" t="t" r="r" b="b"/>
              <a:pathLst>
                <a:path w="1469" h="1502" extrusionOk="0">
                  <a:moveTo>
                    <a:pt x="734" y="1"/>
                  </a:moveTo>
                  <a:cubicBezTo>
                    <a:pt x="301" y="1"/>
                    <a:pt x="0" y="334"/>
                    <a:pt x="0" y="768"/>
                  </a:cubicBezTo>
                  <a:cubicBezTo>
                    <a:pt x="0" y="1168"/>
                    <a:pt x="301" y="1502"/>
                    <a:pt x="734" y="1502"/>
                  </a:cubicBezTo>
                  <a:cubicBezTo>
                    <a:pt x="1134" y="1502"/>
                    <a:pt x="1468" y="1168"/>
                    <a:pt x="1468" y="768"/>
                  </a:cubicBezTo>
                  <a:cubicBezTo>
                    <a:pt x="1468" y="334"/>
                    <a:pt x="1134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4"/>
            <p:cNvSpPr/>
            <p:nvPr/>
          </p:nvSpPr>
          <p:spPr>
            <a:xfrm>
              <a:off x="2572000" y="2325325"/>
              <a:ext cx="423675" cy="319475"/>
            </a:xfrm>
            <a:custGeom>
              <a:avLst/>
              <a:gdLst/>
              <a:ahLst/>
              <a:cxnLst/>
              <a:rect l="l" t="t" r="r" b="b"/>
              <a:pathLst>
                <a:path w="16947" h="12779" extrusionOk="0">
                  <a:moveTo>
                    <a:pt x="5541" y="1"/>
                  </a:moveTo>
                  <a:cubicBezTo>
                    <a:pt x="4213" y="1"/>
                    <a:pt x="3050" y="356"/>
                    <a:pt x="2236" y="1073"/>
                  </a:cubicBezTo>
                  <a:cubicBezTo>
                    <a:pt x="2002" y="1273"/>
                    <a:pt x="1802" y="1506"/>
                    <a:pt x="1635" y="1740"/>
                  </a:cubicBezTo>
                  <a:cubicBezTo>
                    <a:pt x="1" y="4175"/>
                    <a:pt x="1769" y="8211"/>
                    <a:pt x="5538" y="10779"/>
                  </a:cubicBezTo>
                  <a:cubicBezTo>
                    <a:pt x="5805" y="10980"/>
                    <a:pt x="6072" y="11113"/>
                    <a:pt x="6339" y="11280"/>
                  </a:cubicBezTo>
                  <a:cubicBezTo>
                    <a:pt x="8077" y="12278"/>
                    <a:pt x="9893" y="12779"/>
                    <a:pt x="11476" y="12779"/>
                  </a:cubicBezTo>
                  <a:cubicBezTo>
                    <a:pt x="13173" y="12779"/>
                    <a:pt x="14602" y="12203"/>
                    <a:pt x="15378" y="11046"/>
                  </a:cubicBezTo>
                  <a:cubicBezTo>
                    <a:pt x="15412" y="10980"/>
                    <a:pt x="15445" y="10946"/>
                    <a:pt x="15445" y="10913"/>
                  </a:cubicBezTo>
                  <a:cubicBezTo>
                    <a:pt x="16946" y="8478"/>
                    <a:pt x="15245" y="4575"/>
                    <a:pt x="11542" y="2040"/>
                  </a:cubicBezTo>
                  <a:cubicBezTo>
                    <a:pt x="11509" y="2040"/>
                    <a:pt x="11509" y="2007"/>
                    <a:pt x="11476" y="2007"/>
                  </a:cubicBezTo>
                  <a:cubicBezTo>
                    <a:pt x="9505" y="674"/>
                    <a:pt x="7367" y="1"/>
                    <a:pt x="5541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4"/>
            <p:cNvSpPr/>
            <p:nvPr/>
          </p:nvSpPr>
          <p:spPr>
            <a:xfrm>
              <a:off x="2589525" y="2305975"/>
              <a:ext cx="424500" cy="319150"/>
            </a:xfrm>
            <a:custGeom>
              <a:avLst/>
              <a:gdLst/>
              <a:ahLst/>
              <a:cxnLst/>
              <a:rect l="l" t="t" r="r" b="b"/>
              <a:pathLst>
                <a:path w="16980" h="12766" extrusionOk="0">
                  <a:moveTo>
                    <a:pt x="5496" y="1"/>
                  </a:moveTo>
                  <a:cubicBezTo>
                    <a:pt x="3809" y="1"/>
                    <a:pt x="2386" y="578"/>
                    <a:pt x="1601" y="1746"/>
                  </a:cubicBezTo>
                  <a:cubicBezTo>
                    <a:pt x="1568" y="1780"/>
                    <a:pt x="1568" y="1813"/>
                    <a:pt x="1535" y="1847"/>
                  </a:cubicBezTo>
                  <a:cubicBezTo>
                    <a:pt x="0" y="4282"/>
                    <a:pt x="1768" y="8251"/>
                    <a:pt x="5504" y="10786"/>
                  </a:cubicBezTo>
                  <a:cubicBezTo>
                    <a:pt x="5638" y="10886"/>
                    <a:pt x="5771" y="10953"/>
                    <a:pt x="5938" y="11053"/>
                  </a:cubicBezTo>
                  <a:cubicBezTo>
                    <a:pt x="7784" y="12191"/>
                    <a:pt x="9734" y="12765"/>
                    <a:pt x="11422" y="12765"/>
                  </a:cubicBezTo>
                  <a:cubicBezTo>
                    <a:pt x="12753" y="12765"/>
                    <a:pt x="13920" y="12408"/>
                    <a:pt x="14744" y="11687"/>
                  </a:cubicBezTo>
                  <a:cubicBezTo>
                    <a:pt x="14978" y="11487"/>
                    <a:pt x="15178" y="11287"/>
                    <a:pt x="15345" y="11020"/>
                  </a:cubicBezTo>
                  <a:cubicBezTo>
                    <a:pt x="16979" y="8618"/>
                    <a:pt x="15245" y="4615"/>
                    <a:pt x="11509" y="2047"/>
                  </a:cubicBezTo>
                  <a:cubicBezTo>
                    <a:pt x="11475" y="2047"/>
                    <a:pt x="11475" y="2013"/>
                    <a:pt x="11442" y="2013"/>
                  </a:cubicBezTo>
                  <a:cubicBezTo>
                    <a:pt x="9464" y="678"/>
                    <a:pt x="7325" y="1"/>
                    <a:pt x="5496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4"/>
            <p:cNvSpPr/>
            <p:nvPr/>
          </p:nvSpPr>
          <p:spPr>
            <a:xfrm>
              <a:off x="2737950" y="2357125"/>
              <a:ext cx="276075" cy="268000"/>
            </a:xfrm>
            <a:custGeom>
              <a:avLst/>
              <a:gdLst/>
              <a:ahLst/>
              <a:cxnLst/>
              <a:rect l="l" t="t" r="r" b="b"/>
              <a:pathLst>
                <a:path w="11043" h="10720" extrusionOk="0">
                  <a:moveTo>
                    <a:pt x="5572" y="1"/>
                  </a:moveTo>
                  <a:cubicBezTo>
                    <a:pt x="5338" y="268"/>
                    <a:pt x="5105" y="501"/>
                    <a:pt x="4904" y="768"/>
                  </a:cubicBezTo>
                  <a:cubicBezTo>
                    <a:pt x="3437" y="2502"/>
                    <a:pt x="2269" y="4437"/>
                    <a:pt x="1168" y="6439"/>
                  </a:cubicBezTo>
                  <a:cubicBezTo>
                    <a:pt x="735" y="7273"/>
                    <a:pt x="301" y="8106"/>
                    <a:pt x="1" y="9007"/>
                  </a:cubicBezTo>
                  <a:cubicBezTo>
                    <a:pt x="1847" y="10145"/>
                    <a:pt x="3797" y="10719"/>
                    <a:pt x="5485" y="10719"/>
                  </a:cubicBezTo>
                  <a:cubicBezTo>
                    <a:pt x="6816" y="10719"/>
                    <a:pt x="7983" y="10362"/>
                    <a:pt x="8807" y="9641"/>
                  </a:cubicBezTo>
                  <a:cubicBezTo>
                    <a:pt x="9041" y="9441"/>
                    <a:pt x="9241" y="9241"/>
                    <a:pt x="9408" y="8974"/>
                  </a:cubicBezTo>
                  <a:cubicBezTo>
                    <a:pt x="11042" y="6572"/>
                    <a:pt x="9308" y="2569"/>
                    <a:pt x="5572" y="1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4"/>
            <p:cNvSpPr/>
            <p:nvPr/>
          </p:nvSpPr>
          <p:spPr>
            <a:xfrm>
              <a:off x="2793825" y="2545275"/>
              <a:ext cx="122625" cy="64650"/>
            </a:xfrm>
            <a:custGeom>
              <a:avLst/>
              <a:gdLst/>
              <a:ahLst/>
              <a:cxnLst/>
              <a:rect l="l" t="t" r="r" b="b"/>
              <a:pathLst>
                <a:path w="4905" h="2586" extrusionOk="0">
                  <a:moveTo>
                    <a:pt x="2215" y="1"/>
                  </a:moveTo>
                  <a:cubicBezTo>
                    <a:pt x="1815" y="1"/>
                    <a:pt x="1427" y="55"/>
                    <a:pt x="1102" y="147"/>
                  </a:cubicBezTo>
                  <a:cubicBezTo>
                    <a:pt x="1068" y="147"/>
                    <a:pt x="1002" y="180"/>
                    <a:pt x="968" y="180"/>
                  </a:cubicBezTo>
                  <a:cubicBezTo>
                    <a:pt x="1" y="514"/>
                    <a:pt x="434" y="1548"/>
                    <a:pt x="1068" y="1948"/>
                  </a:cubicBezTo>
                  <a:cubicBezTo>
                    <a:pt x="1665" y="2355"/>
                    <a:pt x="2527" y="2586"/>
                    <a:pt x="3295" y="2586"/>
                  </a:cubicBezTo>
                  <a:cubicBezTo>
                    <a:pt x="3471" y="2586"/>
                    <a:pt x="3642" y="2573"/>
                    <a:pt x="3804" y="2549"/>
                  </a:cubicBezTo>
                  <a:cubicBezTo>
                    <a:pt x="4571" y="2448"/>
                    <a:pt x="4904" y="1715"/>
                    <a:pt x="4537" y="1047"/>
                  </a:cubicBezTo>
                  <a:cubicBezTo>
                    <a:pt x="4097" y="283"/>
                    <a:pt x="3125" y="1"/>
                    <a:pt x="2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4"/>
            <p:cNvSpPr/>
            <p:nvPr/>
          </p:nvSpPr>
          <p:spPr>
            <a:xfrm>
              <a:off x="2735450" y="2527250"/>
              <a:ext cx="37550" cy="36775"/>
            </a:xfrm>
            <a:custGeom>
              <a:avLst/>
              <a:gdLst/>
              <a:ahLst/>
              <a:cxnLst/>
              <a:rect l="l" t="t" r="r" b="b"/>
              <a:pathLst>
                <a:path w="1502" h="1471" extrusionOk="0">
                  <a:moveTo>
                    <a:pt x="768" y="1"/>
                  </a:moveTo>
                  <a:cubicBezTo>
                    <a:pt x="368" y="1"/>
                    <a:pt x="34" y="301"/>
                    <a:pt x="1" y="734"/>
                  </a:cubicBezTo>
                  <a:cubicBezTo>
                    <a:pt x="1" y="1135"/>
                    <a:pt x="301" y="1468"/>
                    <a:pt x="735" y="1468"/>
                  </a:cubicBezTo>
                  <a:cubicBezTo>
                    <a:pt x="753" y="1470"/>
                    <a:pt x="772" y="1471"/>
                    <a:pt x="790" y="1471"/>
                  </a:cubicBezTo>
                  <a:cubicBezTo>
                    <a:pt x="1165" y="1471"/>
                    <a:pt x="1469" y="1150"/>
                    <a:pt x="1469" y="768"/>
                  </a:cubicBezTo>
                  <a:cubicBezTo>
                    <a:pt x="1502" y="367"/>
                    <a:pt x="1168" y="34"/>
                    <a:pt x="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4"/>
            <p:cNvSpPr/>
            <p:nvPr/>
          </p:nvSpPr>
          <p:spPr>
            <a:xfrm>
              <a:off x="1909875" y="2174200"/>
              <a:ext cx="313575" cy="243850"/>
            </a:xfrm>
            <a:custGeom>
              <a:avLst/>
              <a:gdLst/>
              <a:ahLst/>
              <a:cxnLst/>
              <a:rect l="l" t="t" r="r" b="b"/>
              <a:pathLst>
                <a:path w="12543" h="9754" extrusionOk="0">
                  <a:moveTo>
                    <a:pt x="9588" y="1"/>
                  </a:moveTo>
                  <a:cubicBezTo>
                    <a:pt x="8090" y="1"/>
                    <a:pt x="6061" y="828"/>
                    <a:pt x="4203" y="2314"/>
                  </a:cubicBezTo>
                  <a:cubicBezTo>
                    <a:pt x="1368" y="4616"/>
                    <a:pt x="0" y="7618"/>
                    <a:pt x="1134" y="9019"/>
                  </a:cubicBezTo>
                  <a:cubicBezTo>
                    <a:pt x="1540" y="9517"/>
                    <a:pt x="2191" y="9754"/>
                    <a:pt x="2988" y="9754"/>
                  </a:cubicBezTo>
                  <a:cubicBezTo>
                    <a:pt x="4483" y="9754"/>
                    <a:pt x="6489" y="8920"/>
                    <a:pt x="8340" y="7418"/>
                  </a:cubicBezTo>
                  <a:cubicBezTo>
                    <a:pt x="11175" y="5149"/>
                    <a:pt x="12543" y="2147"/>
                    <a:pt x="11408" y="713"/>
                  </a:cubicBezTo>
                  <a:cubicBezTo>
                    <a:pt x="11017" y="230"/>
                    <a:pt x="10376" y="1"/>
                    <a:pt x="9588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4"/>
            <p:cNvSpPr/>
            <p:nvPr/>
          </p:nvSpPr>
          <p:spPr>
            <a:xfrm>
              <a:off x="1903200" y="2169775"/>
              <a:ext cx="302750" cy="232500"/>
            </a:xfrm>
            <a:custGeom>
              <a:avLst/>
              <a:gdLst/>
              <a:ahLst/>
              <a:cxnLst/>
              <a:rect l="l" t="t" r="r" b="b"/>
              <a:pathLst>
                <a:path w="12110" h="9300" extrusionOk="0">
                  <a:moveTo>
                    <a:pt x="9871" y="1"/>
                  </a:moveTo>
                  <a:cubicBezTo>
                    <a:pt x="8472" y="1"/>
                    <a:pt x="6354" y="928"/>
                    <a:pt x="4370" y="2558"/>
                  </a:cubicBezTo>
                  <a:cubicBezTo>
                    <a:pt x="1535" y="4859"/>
                    <a:pt x="0" y="7661"/>
                    <a:pt x="901" y="8796"/>
                  </a:cubicBezTo>
                  <a:cubicBezTo>
                    <a:pt x="1174" y="9137"/>
                    <a:pt x="1631" y="9299"/>
                    <a:pt x="2211" y="9299"/>
                  </a:cubicBezTo>
                  <a:cubicBezTo>
                    <a:pt x="3612" y="9299"/>
                    <a:pt x="5734" y="8355"/>
                    <a:pt x="7739" y="6727"/>
                  </a:cubicBezTo>
                  <a:cubicBezTo>
                    <a:pt x="10575" y="4426"/>
                    <a:pt x="12109" y="1657"/>
                    <a:pt x="11175" y="490"/>
                  </a:cubicBezTo>
                  <a:cubicBezTo>
                    <a:pt x="10902" y="159"/>
                    <a:pt x="10448" y="1"/>
                    <a:pt x="9871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4"/>
            <p:cNvSpPr/>
            <p:nvPr/>
          </p:nvSpPr>
          <p:spPr>
            <a:xfrm>
              <a:off x="2012450" y="2233700"/>
              <a:ext cx="95925" cy="105100"/>
            </a:xfrm>
            <a:custGeom>
              <a:avLst/>
              <a:gdLst/>
              <a:ahLst/>
              <a:cxnLst/>
              <a:rect l="l" t="t" r="r" b="b"/>
              <a:pathLst>
                <a:path w="3837" h="4204" fill="none" extrusionOk="0">
                  <a:moveTo>
                    <a:pt x="0" y="1"/>
                  </a:moveTo>
                  <a:lnTo>
                    <a:pt x="3836" y="4204"/>
                  </a:lnTo>
                </a:path>
              </a:pathLst>
            </a:custGeom>
            <a:noFill/>
            <a:ln w="6675" cap="rnd" cmpd="sng">
              <a:solidFill>
                <a:srgbClr val="E7D8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4"/>
            <p:cNvSpPr/>
            <p:nvPr/>
          </p:nvSpPr>
          <p:spPr>
            <a:xfrm>
              <a:off x="2219250" y="2228475"/>
              <a:ext cx="338600" cy="168050"/>
            </a:xfrm>
            <a:custGeom>
              <a:avLst/>
              <a:gdLst/>
              <a:ahLst/>
              <a:cxnLst/>
              <a:rect l="l" t="t" r="r" b="b"/>
              <a:pathLst>
                <a:path w="13544" h="6722" extrusionOk="0">
                  <a:moveTo>
                    <a:pt x="5524" y="0"/>
                  </a:moveTo>
                  <a:cubicBezTo>
                    <a:pt x="2657" y="0"/>
                    <a:pt x="431" y="996"/>
                    <a:pt x="234" y="2511"/>
                  </a:cubicBezTo>
                  <a:cubicBezTo>
                    <a:pt x="1" y="4313"/>
                    <a:pt x="2769" y="6147"/>
                    <a:pt x="6372" y="6614"/>
                  </a:cubicBezTo>
                  <a:cubicBezTo>
                    <a:pt x="6933" y="6687"/>
                    <a:pt x="7482" y="6722"/>
                    <a:pt x="8011" y="6722"/>
                  </a:cubicBezTo>
                  <a:cubicBezTo>
                    <a:pt x="10880" y="6722"/>
                    <a:pt x="13146" y="5700"/>
                    <a:pt x="13344" y="4179"/>
                  </a:cubicBezTo>
                  <a:cubicBezTo>
                    <a:pt x="13544" y="2378"/>
                    <a:pt x="10808" y="543"/>
                    <a:pt x="7206" y="110"/>
                  </a:cubicBezTo>
                  <a:cubicBezTo>
                    <a:pt x="6629" y="36"/>
                    <a:pt x="6065" y="0"/>
                    <a:pt x="552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4"/>
            <p:cNvSpPr/>
            <p:nvPr/>
          </p:nvSpPr>
          <p:spPr>
            <a:xfrm>
              <a:off x="2219250" y="2226300"/>
              <a:ext cx="336950" cy="139625"/>
            </a:xfrm>
            <a:custGeom>
              <a:avLst/>
              <a:gdLst/>
              <a:ahLst/>
              <a:cxnLst/>
              <a:rect l="l" t="t" r="r" b="b"/>
              <a:pathLst>
                <a:path w="13478" h="5585" extrusionOk="0">
                  <a:moveTo>
                    <a:pt x="5104" y="0"/>
                  </a:moveTo>
                  <a:cubicBezTo>
                    <a:pt x="2404" y="0"/>
                    <a:pt x="336" y="774"/>
                    <a:pt x="201" y="1965"/>
                  </a:cubicBezTo>
                  <a:cubicBezTo>
                    <a:pt x="1" y="3432"/>
                    <a:pt x="2769" y="5000"/>
                    <a:pt x="6405" y="5467"/>
                  </a:cubicBezTo>
                  <a:cubicBezTo>
                    <a:pt x="7066" y="5547"/>
                    <a:pt x="7710" y="5585"/>
                    <a:pt x="8322" y="5585"/>
                  </a:cubicBezTo>
                  <a:cubicBezTo>
                    <a:pt x="11047" y="5585"/>
                    <a:pt x="13141" y="4831"/>
                    <a:pt x="13277" y="3633"/>
                  </a:cubicBezTo>
                  <a:cubicBezTo>
                    <a:pt x="13477" y="2165"/>
                    <a:pt x="10675" y="597"/>
                    <a:pt x="7072" y="130"/>
                  </a:cubicBezTo>
                  <a:cubicBezTo>
                    <a:pt x="6393" y="42"/>
                    <a:pt x="5731" y="0"/>
                    <a:pt x="5104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4"/>
            <p:cNvSpPr/>
            <p:nvPr/>
          </p:nvSpPr>
          <p:spPr>
            <a:xfrm>
              <a:off x="2386875" y="2231200"/>
              <a:ext cx="12525" cy="140975"/>
            </a:xfrm>
            <a:custGeom>
              <a:avLst/>
              <a:gdLst/>
              <a:ahLst/>
              <a:cxnLst/>
              <a:rect l="l" t="t" r="r" b="b"/>
              <a:pathLst>
                <a:path w="501" h="5639" fill="none" extrusionOk="0">
                  <a:moveTo>
                    <a:pt x="501" y="1"/>
                  </a:moveTo>
                  <a:lnTo>
                    <a:pt x="1" y="5638"/>
                  </a:lnTo>
                </a:path>
              </a:pathLst>
            </a:custGeom>
            <a:noFill/>
            <a:ln w="6675" cap="rnd" cmpd="sng">
              <a:solidFill>
                <a:srgbClr val="E7D8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4"/>
            <p:cNvSpPr/>
            <p:nvPr/>
          </p:nvSpPr>
          <p:spPr>
            <a:xfrm>
              <a:off x="2604525" y="660075"/>
              <a:ext cx="25" cy="145975"/>
            </a:xfrm>
            <a:custGeom>
              <a:avLst/>
              <a:gdLst/>
              <a:ahLst/>
              <a:cxnLst/>
              <a:rect l="l" t="t" r="r" b="b"/>
              <a:pathLst>
                <a:path w="1" h="5839" fill="none" extrusionOk="0">
                  <a:moveTo>
                    <a:pt x="1" y="1"/>
                  </a:moveTo>
                  <a:lnTo>
                    <a:pt x="1" y="5838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4"/>
            <p:cNvSpPr/>
            <p:nvPr/>
          </p:nvSpPr>
          <p:spPr>
            <a:xfrm>
              <a:off x="2552825" y="681775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4"/>
            <p:cNvSpPr/>
            <p:nvPr/>
          </p:nvSpPr>
          <p:spPr>
            <a:xfrm>
              <a:off x="2531150" y="733475"/>
              <a:ext cx="145950" cy="25"/>
            </a:xfrm>
            <a:custGeom>
              <a:avLst/>
              <a:gdLst/>
              <a:ahLst/>
              <a:cxnLst/>
              <a:rect l="l" t="t" r="r" b="b"/>
              <a:pathLst>
                <a:path w="5838" h="1" fill="none" extrusionOk="0">
                  <a:moveTo>
                    <a:pt x="5838" y="0"/>
                  </a:moveTo>
                  <a:lnTo>
                    <a:pt x="0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4"/>
            <p:cNvSpPr/>
            <p:nvPr/>
          </p:nvSpPr>
          <p:spPr>
            <a:xfrm>
              <a:off x="2552825" y="681775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4136"/>
                  </a:moveTo>
                  <a:lnTo>
                    <a:pt x="1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4"/>
            <p:cNvSpPr/>
            <p:nvPr/>
          </p:nvSpPr>
          <p:spPr>
            <a:xfrm>
              <a:off x="3465975" y="1569075"/>
              <a:ext cx="25" cy="146775"/>
            </a:xfrm>
            <a:custGeom>
              <a:avLst/>
              <a:gdLst/>
              <a:ahLst/>
              <a:cxnLst/>
              <a:rect l="l" t="t" r="r" b="b"/>
              <a:pathLst>
                <a:path w="1" h="5871" fill="none" extrusionOk="0">
                  <a:moveTo>
                    <a:pt x="1" y="0"/>
                  </a:moveTo>
                  <a:lnTo>
                    <a:pt x="1" y="587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4"/>
            <p:cNvSpPr/>
            <p:nvPr/>
          </p:nvSpPr>
          <p:spPr>
            <a:xfrm>
              <a:off x="3414275" y="1590750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0"/>
                  </a:moveTo>
                  <a:lnTo>
                    <a:pt x="1" y="4137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4"/>
            <p:cNvSpPr/>
            <p:nvPr/>
          </p:nvSpPr>
          <p:spPr>
            <a:xfrm>
              <a:off x="3392600" y="1642450"/>
              <a:ext cx="145950" cy="25"/>
            </a:xfrm>
            <a:custGeom>
              <a:avLst/>
              <a:gdLst/>
              <a:ahLst/>
              <a:cxnLst/>
              <a:rect l="l" t="t" r="r" b="b"/>
              <a:pathLst>
                <a:path w="5838" h="1" fill="none" extrusionOk="0">
                  <a:moveTo>
                    <a:pt x="5838" y="1"/>
                  </a:moveTo>
                  <a:lnTo>
                    <a:pt x="0" y="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4"/>
            <p:cNvSpPr/>
            <p:nvPr/>
          </p:nvSpPr>
          <p:spPr>
            <a:xfrm>
              <a:off x="3414275" y="1590750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4137"/>
                  </a:moveTo>
                  <a:lnTo>
                    <a:pt x="1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4"/>
            <p:cNvSpPr/>
            <p:nvPr/>
          </p:nvSpPr>
          <p:spPr>
            <a:xfrm>
              <a:off x="2387700" y="1688325"/>
              <a:ext cx="25" cy="146800"/>
            </a:xfrm>
            <a:custGeom>
              <a:avLst/>
              <a:gdLst/>
              <a:ahLst/>
              <a:cxnLst/>
              <a:rect l="l" t="t" r="r" b="b"/>
              <a:pathLst>
                <a:path w="1" h="5872" fill="none" extrusionOk="0">
                  <a:moveTo>
                    <a:pt x="1" y="0"/>
                  </a:moveTo>
                  <a:lnTo>
                    <a:pt x="1" y="587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4"/>
            <p:cNvSpPr/>
            <p:nvPr/>
          </p:nvSpPr>
          <p:spPr>
            <a:xfrm>
              <a:off x="2336000" y="1710000"/>
              <a:ext cx="103450" cy="103425"/>
            </a:xfrm>
            <a:custGeom>
              <a:avLst/>
              <a:gdLst/>
              <a:ahLst/>
              <a:cxnLst/>
              <a:rect l="l" t="t" r="r" b="b"/>
              <a:pathLst>
                <a:path w="4138" h="4137" fill="none" extrusionOk="0">
                  <a:moveTo>
                    <a:pt x="4137" y="0"/>
                  </a:moveTo>
                  <a:lnTo>
                    <a:pt x="1" y="4137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4"/>
            <p:cNvSpPr/>
            <p:nvPr/>
          </p:nvSpPr>
          <p:spPr>
            <a:xfrm>
              <a:off x="2314325" y="1761700"/>
              <a:ext cx="146800" cy="25"/>
            </a:xfrm>
            <a:custGeom>
              <a:avLst/>
              <a:gdLst/>
              <a:ahLst/>
              <a:cxnLst/>
              <a:rect l="l" t="t" r="r" b="b"/>
              <a:pathLst>
                <a:path w="5872" h="1" fill="none" extrusionOk="0">
                  <a:moveTo>
                    <a:pt x="5871" y="1"/>
                  </a:moveTo>
                  <a:lnTo>
                    <a:pt x="0" y="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4"/>
            <p:cNvSpPr/>
            <p:nvPr/>
          </p:nvSpPr>
          <p:spPr>
            <a:xfrm>
              <a:off x="2336000" y="1710000"/>
              <a:ext cx="103450" cy="103425"/>
            </a:xfrm>
            <a:custGeom>
              <a:avLst/>
              <a:gdLst/>
              <a:ahLst/>
              <a:cxnLst/>
              <a:rect l="l" t="t" r="r" b="b"/>
              <a:pathLst>
                <a:path w="4138" h="4137" fill="none" extrusionOk="0">
                  <a:moveTo>
                    <a:pt x="4137" y="4137"/>
                  </a:moveTo>
                  <a:lnTo>
                    <a:pt x="1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4"/>
            <p:cNvSpPr/>
            <p:nvPr/>
          </p:nvSpPr>
          <p:spPr>
            <a:xfrm>
              <a:off x="3215800" y="1083725"/>
              <a:ext cx="159300" cy="159300"/>
            </a:xfrm>
            <a:custGeom>
              <a:avLst/>
              <a:gdLst/>
              <a:ahLst/>
              <a:cxnLst/>
              <a:rect l="l" t="t" r="r" b="b"/>
              <a:pathLst>
                <a:path w="6372" h="6372" extrusionOk="0">
                  <a:moveTo>
                    <a:pt x="3136" y="0"/>
                  </a:moveTo>
                  <a:lnTo>
                    <a:pt x="2502" y="2535"/>
                  </a:lnTo>
                  <a:lnTo>
                    <a:pt x="1" y="3236"/>
                  </a:lnTo>
                  <a:lnTo>
                    <a:pt x="2569" y="3870"/>
                  </a:lnTo>
                  <a:lnTo>
                    <a:pt x="3236" y="6371"/>
                  </a:lnTo>
                  <a:lnTo>
                    <a:pt x="3870" y="3803"/>
                  </a:lnTo>
                  <a:lnTo>
                    <a:pt x="6372" y="3102"/>
                  </a:lnTo>
                  <a:lnTo>
                    <a:pt x="3803" y="25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4"/>
            <p:cNvSpPr/>
            <p:nvPr/>
          </p:nvSpPr>
          <p:spPr>
            <a:xfrm>
              <a:off x="2818025" y="1659125"/>
              <a:ext cx="110925" cy="110100"/>
            </a:xfrm>
            <a:custGeom>
              <a:avLst/>
              <a:gdLst/>
              <a:ahLst/>
              <a:cxnLst/>
              <a:rect l="l" t="t" r="r" b="b"/>
              <a:pathLst>
                <a:path w="4437" h="4404" extrusionOk="0">
                  <a:moveTo>
                    <a:pt x="2168" y="1"/>
                  </a:moveTo>
                  <a:lnTo>
                    <a:pt x="1735" y="1769"/>
                  </a:lnTo>
                  <a:lnTo>
                    <a:pt x="0" y="2269"/>
                  </a:lnTo>
                  <a:lnTo>
                    <a:pt x="1768" y="2669"/>
                  </a:lnTo>
                  <a:lnTo>
                    <a:pt x="2268" y="4404"/>
                  </a:lnTo>
                  <a:lnTo>
                    <a:pt x="2669" y="2636"/>
                  </a:lnTo>
                  <a:lnTo>
                    <a:pt x="4437" y="2169"/>
                  </a:lnTo>
                  <a:lnTo>
                    <a:pt x="2669" y="1735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4"/>
            <p:cNvSpPr/>
            <p:nvPr/>
          </p:nvSpPr>
          <p:spPr>
            <a:xfrm>
              <a:off x="2999825" y="2312925"/>
              <a:ext cx="110100" cy="110100"/>
            </a:xfrm>
            <a:custGeom>
              <a:avLst/>
              <a:gdLst/>
              <a:ahLst/>
              <a:cxnLst/>
              <a:rect l="l" t="t" r="r" b="b"/>
              <a:pathLst>
                <a:path w="4404" h="4404" extrusionOk="0">
                  <a:moveTo>
                    <a:pt x="2135" y="1"/>
                  </a:moveTo>
                  <a:lnTo>
                    <a:pt x="1735" y="1769"/>
                  </a:lnTo>
                  <a:lnTo>
                    <a:pt x="0" y="2236"/>
                  </a:lnTo>
                  <a:lnTo>
                    <a:pt x="1768" y="2669"/>
                  </a:lnTo>
                  <a:lnTo>
                    <a:pt x="2235" y="4404"/>
                  </a:lnTo>
                  <a:lnTo>
                    <a:pt x="2669" y="2636"/>
                  </a:lnTo>
                  <a:lnTo>
                    <a:pt x="4403" y="2136"/>
                  </a:lnTo>
                  <a:lnTo>
                    <a:pt x="2635" y="1735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4"/>
            <p:cNvSpPr/>
            <p:nvPr/>
          </p:nvSpPr>
          <p:spPr>
            <a:xfrm>
              <a:off x="1869850" y="2062750"/>
              <a:ext cx="110100" cy="110950"/>
            </a:xfrm>
            <a:custGeom>
              <a:avLst/>
              <a:gdLst/>
              <a:ahLst/>
              <a:cxnLst/>
              <a:rect l="l" t="t" r="r" b="b"/>
              <a:pathLst>
                <a:path w="4404" h="4438" extrusionOk="0">
                  <a:moveTo>
                    <a:pt x="2168" y="1"/>
                  </a:moveTo>
                  <a:lnTo>
                    <a:pt x="1735" y="1769"/>
                  </a:lnTo>
                  <a:lnTo>
                    <a:pt x="0" y="2269"/>
                  </a:lnTo>
                  <a:lnTo>
                    <a:pt x="1768" y="2703"/>
                  </a:lnTo>
                  <a:lnTo>
                    <a:pt x="2268" y="4437"/>
                  </a:lnTo>
                  <a:lnTo>
                    <a:pt x="2669" y="2669"/>
                  </a:lnTo>
                  <a:lnTo>
                    <a:pt x="4403" y="2169"/>
                  </a:lnTo>
                  <a:lnTo>
                    <a:pt x="2635" y="1735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4"/>
            <p:cNvSpPr/>
            <p:nvPr/>
          </p:nvSpPr>
          <p:spPr>
            <a:xfrm>
              <a:off x="2013275" y="1162100"/>
              <a:ext cx="159300" cy="159325"/>
            </a:xfrm>
            <a:custGeom>
              <a:avLst/>
              <a:gdLst/>
              <a:ahLst/>
              <a:cxnLst/>
              <a:rect l="l" t="t" r="r" b="b"/>
              <a:pathLst>
                <a:path w="6372" h="6373" extrusionOk="0">
                  <a:moveTo>
                    <a:pt x="3136" y="1"/>
                  </a:moveTo>
                  <a:lnTo>
                    <a:pt x="2536" y="2536"/>
                  </a:lnTo>
                  <a:lnTo>
                    <a:pt x="1" y="3236"/>
                  </a:lnTo>
                  <a:lnTo>
                    <a:pt x="2569" y="3837"/>
                  </a:lnTo>
                  <a:lnTo>
                    <a:pt x="3270" y="6372"/>
                  </a:lnTo>
                  <a:lnTo>
                    <a:pt x="3870" y="3804"/>
                  </a:lnTo>
                  <a:lnTo>
                    <a:pt x="6372" y="3103"/>
                  </a:lnTo>
                  <a:lnTo>
                    <a:pt x="3837" y="2503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12">
            <a:extLst>
              <a:ext uri="{FF2B5EF4-FFF2-40B4-BE49-F238E27FC236}">
                <a16:creationId xmlns:a16="http://schemas.microsoft.com/office/drawing/2014/main" id="{BE80012B-FFDE-1694-D318-2075867A4230}"/>
              </a:ext>
            </a:extLst>
          </p:cNvPr>
          <p:cNvSpPr txBox="1"/>
          <p:nvPr/>
        </p:nvSpPr>
        <p:spPr>
          <a:xfrm>
            <a:off x="285052" y="1644926"/>
            <a:ext cx="4698762" cy="2159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latin typeface="Atkinson Hyperlegible" panose="020B0604020202020204" charset="0"/>
              </a:rPr>
              <a:t>Query Strategy Overview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tkinson Hyperlegible" panose="020B0604020202020204" charset="0"/>
              </a:rPr>
              <a:t>Authentication &amp; History:</a:t>
            </a:r>
            <a:r>
              <a:rPr lang="en-US" sz="1600" dirty="0">
                <a:latin typeface="Atkinson Hyperlegible" panose="020B0604020202020204" charset="0"/>
              </a:rPr>
              <a:t> Fast single-table lookups.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tkinson Hyperlegible" panose="020B0604020202020204" charset="0"/>
              </a:rPr>
              <a:t>Operational Workflow:</a:t>
            </a:r>
            <a:r>
              <a:rPr lang="en-US" sz="1600" dirty="0">
                <a:latin typeface="Atkinson Hyperlegible" panose="020B0604020202020204" charset="0"/>
              </a:rPr>
              <a:t> Multi-table JOINs for Doctor–Patient–Bank relations.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tkinson Hyperlegible" panose="020B0604020202020204" charset="0"/>
              </a:rPr>
              <a:t>Management Decisions:</a:t>
            </a:r>
            <a:r>
              <a:rPr lang="en-US" sz="1600" dirty="0">
                <a:latin typeface="Atkinson Hyperlegible" panose="020B0604020202020204" charset="0"/>
              </a:rPr>
              <a:t> Aggregation (GROUP BY, SUM) for real-time inventory insights.</a:t>
            </a:r>
          </a:p>
          <a:p>
            <a:pPr marL="955040" lvl="1" indent="-477520" algn="l">
              <a:lnSpc>
                <a:spcPts val="3359"/>
              </a:lnSpc>
            </a:pPr>
            <a:endParaRPr lang="en-US" sz="2799" dirty="0">
              <a:solidFill>
                <a:srgbClr val="191919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5" name="Google Shape;2191;p65">
            <a:extLst>
              <a:ext uri="{FF2B5EF4-FFF2-40B4-BE49-F238E27FC236}">
                <a16:creationId xmlns:a16="http://schemas.microsoft.com/office/drawing/2014/main" id="{CF9FDA14-3B7B-7B04-2E9D-8FE67F27D828}"/>
              </a:ext>
            </a:extLst>
          </p:cNvPr>
          <p:cNvGrpSpPr/>
          <p:nvPr/>
        </p:nvGrpSpPr>
        <p:grpSpPr>
          <a:xfrm rot="165083">
            <a:off x="805561" y="3715789"/>
            <a:ext cx="1126145" cy="740955"/>
            <a:chOff x="6612836" y="567743"/>
            <a:chExt cx="1126198" cy="740990"/>
          </a:xfrm>
        </p:grpSpPr>
        <p:sp>
          <p:nvSpPr>
            <p:cNvPr id="6" name="Google Shape;2192;p65">
              <a:extLst>
                <a:ext uri="{FF2B5EF4-FFF2-40B4-BE49-F238E27FC236}">
                  <a16:creationId xmlns:a16="http://schemas.microsoft.com/office/drawing/2014/main" id="{825DFCE5-ACD7-FE91-8A7A-46F9A3922175}"/>
                </a:ext>
              </a:extLst>
            </p:cNvPr>
            <p:cNvSpPr/>
            <p:nvPr/>
          </p:nvSpPr>
          <p:spPr>
            <a:xfrm rot="1478412">
              <a:off x="6628139" y="781894"/>
              <a:ext cx="1095593" cy="312690"/>
            </a:xfrm>
            <a:custGeom>
              <a:avLst/>
              <a:gdLst/>
              <a:ahLst/>
              <a:cxnLst/>
              <a:rect l="l" t="t" r="r" b="b"/>
              <a:pathLst>
                <a:path w="21387" h="6104" extrusionOk="0">
                  <a:moveTo>
                    <a:pt x="2088" y="1"/>
                  </a:moveTo>
                  <a:cubicBezTo>
                    <a:pt x="937" y="1"/>
                    <a:pt x="0" y="938"/>
                    <a:pt x="0" y="2089"/>
                  </a:cubicBezTo>
                  <a:lnTo>
                    <a:pt x="0" y="4016"/>
                  </a:lnTo>
                  <a:cubicBezTo>
                    <a:pt x="0" y="5167"/>
                    <a:pt x="937" y="6103"/>
                    <a:pt x="2088" y="6103"/>
                  </a:cubicBezTo>
                  <a:lnTo>
                    <a:pt x="19299" y="6103"/>
                  </a:lnTo>
                  <a:cubicBezTo>
                    <a:pt x="20449" y="6103"/>
                    <a:pt x="21386" y="5167"/>
                    <a:pt x="21386" y="4016"/>
                  </a:cubicBezTo>
                  <a:lnTo>
                    <a:pt x="21386" y="2089"/>
                  </a:lnTo>
                  <a:cubicBezTo>
                    <a:pt x="21386" y="938"/>
                    <a:pt x="20449" y="1"/>
                    <a:pt x="19299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2193;p65">
              <a:extLst>
                <a:ext uri="{FF2B5EF4-FFF2-40B4-BE49-F238E27FC236}">
                  <a16:creationId xmlns:a16="http://schemas.microsoft.com/office/drawing/2014/main" id="{17469A80-0D23-5B02-76D3-F769931545C7}"/>
                </a:ext>
              </a:extLst>
            </p:cNvPr>
            <p:cNvGrpSpPr/>
            <p:nvPr/>
          </p:nvGrpSpPr>
          <p:grpSpPr>
            <a:xfrm rot="1478412">
              <a:off x="6628139" y="781894"/>
              <a:ext cx="1095593" cy="312690"/>
              <a:chOff x="3948500" y="1061500"/>
              <a:chExt cx="534675" cy="152600"/>
            </a:xfrm>
          </p:grpSpPr>
          <p:sp>
            <p:nvSpPr>
              <p:cNvPr id="8" name="Google Shape;2194;p65">
                <a:extLst>
                  <a:ext uri="{FF2B5EF4-FFF2-40B4-BE49-F238E27FC236}">
                    <a16:creationId xmlns:a16="http://schemas.microsoft.com/office/drawing/2014/main" id="{79508401-C332-2EBE-CC44-A50C54534615}"/>
                  </a:ext>
                </a:extLst>
              </p:cNvPr>
              <p:cNvSpPr/>
              <p:nvPr/>
            </p:nvSpPr>
            <p:spPr>
              <a:xfrm>
                <a:off x="3948500" y="1061500"/>
                <a:ext cx="534675" cy="152600"/>
              </a:xfrm>
              <a:custGeom>
                <a:avLst/>
                <a:gdLst/>
                <a:ahLst/>
                <a:cxnLst/>
                <a:rect l="l" t="t" r="r" b="b"/>
                <a:pathLst>
                  <a:path w="21387" h="6104" extrusionOk="0">
                    <a:moveTo>
                      <a:pt x="2088" y="1"/>
                    </a:moveTo>
                    <a:cubicBezTo>
                      <a:pt x="937" y="1"/>
                      <a:pt x="0" y="938"/>
                      <a:pt x="0" y="2089"/>
                    </a:cubicBezTo>
                    <a:lnTo>
                      <a:pt x="0" y="4016"/>
                    </a:lnTo>
                    <a:cubicBezTo>
                      <a:pt x="0" y="5167"/>
                      <a:pt x="937" y="6103"/>
                      <a:pt x="2088" y="6103"/>
                    </a:cubicBezTo>
                    <a:lnTo>
                      <a:pt x="19299" y="6103"/>
                    </a:lnTo>
                    <a:cubicBezTo>
                      <a:pt x="20449" y="6103"/>
                      <a:pt x="21386" y="5167"/>
                      <a:pt x="21386" y="4016"/>
                    </a:cubicBezTo>
                    <a:lnTo>
                      <a:pt x="21386" y="2089"/>
                    </a:lnTo>
                    <a:cubicBezTo>
                      <a:pt x="21386" y="938"/>
                      <a:pt x="20449" y="1"/>
                      <a:pt x="192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195;p65">
                <a:extLst>
                  <a:ext uri="{FF2B5EF4-FFF2-40B4-BE49-F238E27FC236}">
                    <a16:creationId xmlns:a16="http://schemas.microsoft.com/office/drawing/2014/main" id="{B8D6DDB0-50E2-98A3-C147-4C72FC6331E7}"/>
                  </a:ext>
                </a:extLst>
              </p:cNvPr>
              <p:cNvSpPr/>
              <p:nvPr/>
            </p:nvSpPr>
            <p:spPr>
              <a:xfrm>
                <a:off x="4115775" y="1078225"/>
                <a:ext cx="175350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4766" fill="none" extrusionOk="0">
                    <a:moveTo>
                      <a:pt x="1" y="1"/>
                    </a:moveTo>
                    <a:lnTo>
                      <a:pt x="7014" y="1"/>
                    </a:lnTo>
                    <a:lnTo>
                      <a:pt x="7014" y="4765"/>
                    </a:lnTo>
                    <a:lnTo>
                      <a:pt x="1" y="4765"/>
                    </a:lnTo>
                    <a:close/>
                  </a:path>
                </a:pathLst>
              </a:custGeom>
              <a:noFill/>
              <a:ln w="2000" cap="flat" cmpd="sng">
                <a:solidFill>
                  <a:schemeClr val="dk2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" name="Google Shape;2196;p65">
                <a:extLst>
                  <a:ext uri="{FF2B5EF4-FFF2-40B4-BE49-F238E27FC236}">
                    <a16:creationId xmlns:a16="http://schemas.microsoft.com/office/drawing/2014/main" id="{8187D699-3B4F-5473-080C-5EA2E6C20D62}"/>
                  </a:ext>
                </a:extLst>
              </p:cNvPr>
              <p:cNvSpPr/>
              <p:nvPr/>
            </p:nvSpPr>
            <p:spPr>
              <a:xfrm>
                <a:off x="3996000" y="1087600"/>
                <a:ext cx="167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0" extrusionOk="0">
                    <a:moveTo>
                      <a:pt x="349" y="1"/>
                    </a:moveTo>
                    <a:cubicBezTo>
                      <a:pt x="135" y="1"/>
                      <a:pt x="1" y="135"/>
                      <a:pt x="1" y="349"/>
                    </a:cubicBezTo>
                    <a:cubicBezTo>
                      <a:pt x="1" y="536"/>
                      <a:pt x="135" y="670"/>
                      <a:pt x="349" y="670"/>
                    </a:cubicBezTo>
                    <a:cubicBezTo>
                      <a:pt x="536" y="670"/>
                      <a:pt x="670" y="536"/>
                      <a:pt x="670" y="349"/>
                    </a:cubicBezTo>
                    <a:cubicBezTo>
                      <a:pt x="670" y="135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197;p65">
                <a:extLst>
                  <a:ext uri="{FF2B5EF4-FFF2-40B4-BE49-F238E27FC236}">
                    <a16:creationId xmlns:a16="http://schemas.microsoft.com/office/drawing/2014/main" id="{120E70E7-472B-E117-1768-76E784265556}"/>
                  </a:ext>
                </a:extLst>
              </p:cNvPr>
              <p:cNvSpPr/>
              <p:nvPr/>
            </p:nvSpPr>
            <p:spPr>
              <a:xfrm>
                <a:off x="4034150" y="11250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61" y="1"/>
                      <a:pt x="0" y="161"/>
                      <a:pt x="0" y="349"/>
                    </a:cubicBezTo>
                    <a:cubicBezTo>
                      <a:pt x="0" y="536"/>
                      <a:pt x="161" y="696"/>
                      <a:pt x="348" y="696"/>
                    </a:cubicBezTo>
                    <a:cubicBezTo>
                      <a:pt x="536" y="696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198;p65">
                <a:extLst>
                  <a:ext uri="{FF2B5EF4-FFF2-40B4-BE49-F238E27FC236}">
                    <a16:creationId xmlns:a16="http://schemas.microsoft.com/office/drawing/2014/main" id="{CDF3657A-BF88-6458-503F-E021E351B0F0}"/>
                  </a:ext>
                </a:extLst>
              </p:cNvPr>
              <p:cNvSpPr/>
              <p:nvPr/>
            </p:nvSpPr>
            <p:spPr>
              <a:xfrm>
                <a:off x="3997350" y="11618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34" y="1"/>
                      <a:pt x="0" y="161"/>
                      <a:pt x="0" y="349"/>
                    </a:cubicBezTo>
                    <a:cubicBezTo>
                      <a:pt x="0" y="536"/>
                      <a:pt x="134" y="697"/>
                      <a:pt x="348" y="697"/>
                    </a:cubicBezTo>
                    <a:cubicBezTo>
                      <a:pt x="536" y="697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199;p65">
                <a:extLst>
                  <a:ext uri="{FF2B5EF4-FFF2-40B4-BE49-F238E27FC236}">
                    <a16:creationId xmlns:a16="http://schemas.microsoft.com/office/drawing/2014/main" id="{13810DB8-EEC7-82E0-CE5E-C41760CFA310}"/>
                  </a:ext>
                </a:extLst>
              </p:cNvPr>
              <p:cNvSpPr/>
              <p:nvPr/>
            </p:nvSpPr>
            <p:spPr>
              <a:xfrm>
                <a:off x="4405525" y="1087600"/>
                <a:ext cx="174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70" extrusionOk="0">
                    <a:moveTo>
                      <a:pt x="348" y="1"/>
                    </a:moveTo>
                    <a:cubicBezTo>
                      <a:pt x="161" y="1"/>
                      <a:pt x="0" y="135"/>
                      <a:pt x="0" y="349"/>
                    </a:cubicBezTo>
                    <a:cubicBezTo>
                      <a:pt x="0" y="536"/>
                      <a:pt x="161" y="670"/>
                      <a:pt x="348" y="670"/>
                    </a:cubicBezTo>
                    <a:cubicBezTo>
                      <a:pt x="536" y="670"/>
                      <a:pt x="696" y="536"/>
                      <a:pt x="696" y="349"/>
                    </a:cubicBezTo>
                    <a:cubicBezTo>
                      <a:pt x="696" y="135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200;p65">
                <a:extLst>
                  <a:ext uri="{FF2B5EF4-FFF2-40B4-BE49-F238E27FC236}">
                    <a16:creationId xmlns:a16="http://schemas.microsoft.com/office/drawing/2014/main" id="{4C3166C5-32D0-215B-0187-EEDE9DBC353D}"/>
                  </a:ext>
                </a:extLst>
              </p:cNvPr>
              <p:cNvSpPr/>
              <p:nvPr/>
            </p:nvSpPr>
            <p:spPr>
              <a:xfrm>
                <a:off x="4367375" y="11250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6"/>
                      <a:pt x="349" y="696"/>
                    </a:cubicBezTo>
                    <a:cubicBezTo>
                      <a:pt x="536" y="696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201;p65">
                <a:extLst>
                  <a:ext uri="{FF2B5EF4-FFF2-40B4-BE49-F238E27FC236}">
                    <a16:creationId xmlns:a16="http://schemas.microsoft.com/office/drawing/2014/main" id="{4B901324-3A70-A81E-BC57-8E8745FE0D30}"/>
                  </a:ext>
                </a:extLst>
              </p:cNvPr>
              <p:cNvSpPr/>
              <p:nvPr/>
            </p:nvSpPr>
            <p:spPr>
              <a:xfrm>
                <a:off x="4404175" y="11618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7"/>
                      <a:pt x="349" y="697"/>
                    </a:cubicBezTo>
                    <a:cubicBezTo>
                      <a:pt x="536" y="697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" name="Google Shape;2202;p65">
            <a:extLst>
              <a:ext uri="{FF2B5EF4-FFF2-40B4-BE49-F238E27FC236}">
                <a16:creationId xmlns:a16="http://schemas.microsoft.com/office/drawing/2014/main" id="{30BCED13-1C70-3EC5-8A76-39795F53B877}"/>
              </a:ext>
            </a:extLst>
          </p:cNvPr>
          <p:cNvSpPr/>
          <p:nvPr/>
        </p:nvSpPr>
        <p:spPr>
          <a:xfrm rot="-1067229">
            <a:off x="7814844" y="600681"/>
            <a:ext cx="271485" cy="377623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1284;p50">
            <a:extLst>
              <a:ext uri="{FF2B5EF4-FFF2-40B4-BE49-F238E27FC236}">
                <a16:creationId xmlns:a16="http://schemas.microsoft.com/office/drawing/2014/main" id="{FD8A69A4-095F-AF87-96CE-10F331D93F94}"/>
              </a:ext>
            </a:extLst>
          </p:cNvPr>
          <p:cNvGrpSpPr/>
          <p:nvPr/>
        </p:nvGrpSpPr>
        <p:grpSpPr>
          <a:xfrm rot="20795974">
            <a:off x="-8221316" y="1379453"/>
            <a:ext cx="2832110" cy="2536999"/>
            <a:chOff x="474325" y="2953825"/>
            <a:chExt cx="1862250" cy="1668200"/>
          </a:xfrm>
        </p:grpSpPr>
        <p:sp>
          <p:nvSpPr>
            <p:cNvPr id="24" name="Google Shape;1285;p50">
              <a:extLst>
                <a:ext uri="{FF2B5EF4-FFF2-40B4-BE49-F238E27FC236}">
                  <a16:creationId xmlns:a16="http://schemas.microsoft.com/office/drawing/2014/main" id="{2166BFF8-455A-43D9-B10F-C5E345CC34FA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86;p50">
              <a:extLst>
                <a:ext uri="{FF2B5EF4-FFF2-40B4-BE49-F238E27FC236}">
                  <a16:creationId xmlns:a16="http://schemas.microsoft.com/office/drawing/2014/main" id="{80ADDADC-95CD-6527-1761-0D032F255E57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87;p50">
              <a:extLst>
                <a:ext uri="{FF2B5EF4-FFF2-40B4-BE49-F238E27FC236}">
                  <a16:creationId xmlns:a16="http://schemas.microsoft.com/office/drawing/2014/main" id="{4FBCB754-CA88-D6E3-FAA4-6168AA43A60C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88;p50">
              <a:extLst>
                <a:ext uri="{FF2B5EF4-FFF2-40B4-BE49-F238E27FC236}">
                  <a16:creationId xmlns:a16="http://schemas.microsoft.com/office/drawing/2014/main" id="{3BFF90A3-A9B7-F575-FE1A-35677E4014DD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89;p50">
              <a:extLst>
                <a:ext uri="{FF2B5EF4-FFF2-40B4-BE49-F238E27FC236}">
                  <a16:creationId xmlns:a16="http://schemas.microsoft.com/office/drawing/2014/main" id="{298F705B-F202-C3FB-B5DA-640E5DE1E7A5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90;p50">
              <a:extLst>
                <a:ext uri="{FF2B5EF4-FFF2-40B4-BE49-F238E27FC236}">
                  <a16:creationId xmlns:a16="http://schemas.microsoft.com/office/drawing/2014/main" id="{52EB7BD9-3B63-BA81-9753-CA9E92AD1105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1;p50">
              <a:extLst>
                <a:ext uri="{FF2B5EF4-FFF2-40B4-BE49-F238E27FC236}">
                  <a16:creationId xmlns:a16="http://schemas.microsoft.com/office/drawing/2014/main" id="{F515C7FB-57D7-1FB3-5344-AED21A14A3C6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92;p50">
              <a:extLst>
                <a:ext uri="{FF2B5EF4-FFF2-40B4-BE49-F238E27FC236}">
                  <a16:creationId xmlns:a16="http://schemas.microsoft.com/office/drawing/2014/main" id="{AE757436-331E-365E-2359-4079741CE84F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93;p50">
              <a:extLst>
                <a:ext uri="{FF2B5EF4-FFF2-40B4-BE49-F238E27FC236}">
                  <a16:creationId xmlns:a16="http://schemas.microsoft.com/office/drawing/2014/main" id="{E93BA7F7-8B2A-CF27-0E5D-CD9DAF58302E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4;p50">
              <a:extLst>
                <a:ext uri="{FF2B5EF4-FFF2-40B4-BE49-F238E27FC236}">
                  <a16:creationId xmlns:a16="http://schemas.microsoft.com/office/drawing/2014/main" id="{2E488DEE-D6CF-315C-7F40-5D4CD0DE7868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5;p50">
              <a:extLst>
                <a:ext uri="{FF2B5EF4-FFF2-40B4-BE49-F238E27FC236}">
                  <a16:creationId xmlns:a16="http://schemas.microsoft.com/office/drawing/2014/main" id="{88F9E30C-6134-31D3-3ACB-8974F6EA561A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96;p50">
              <a:extLst>
                <a:ext uri="{FF2B5EF4-FFF2-40B4-BE49-F238E27FC236}">
                  <a16:creationId xmlns:a16="http://schemas.microsoft.com/office/drawing/2014/main" id="{2C81BC21-3D62-E3A4-8E74-35616ACDF5AD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97;p50">
              <a:extLst>
                <a:ext uri="{FF2B5EF4-FFF2-40B4-BE49-F238E27FC236}">
                  <a16:creationId xmlns:a16="http://schemas.microsoft.com/office/drawing/2014/main" id="{D57653A8-E695-072E-E999-D66280CD9F52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98;p50">
              <a:extLst>
                <a:ext uri="{FF2B5EF4-FFF2-40B4-BE49-F238E27FC236}">
                  <a16:creationId xmlns:a16="http://schemas.microsoft.com/office/drawing/2014/main" id="{9A2BAE2A-E14B-2B14-CDF1-9DF3DB44E6D0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99;p50">
              <a:extLst>
                <a:ext uri="{FF2B5EF4-FFF2-40B4-BE49-F238E27FC236}">
                  <a16:creationId xmlns:a16="http://schemas.microsoft.com/office/drawing/2014/main" id="{E5C5B875-EB4B-1A9E-2A77-577E3377DA1B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00;p50">
              <a:extLst>
                <a:ext uri="{FF2B5EF4-FFF2-40B4-BE49-F238E27FC236}">
                  <a16:creationId xmlns:a16="http://schemas.microsoft.com/office/drawing/2014/main" id="{86869362-DF54-EFB4-CEF0-9C7C9170A2E6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01;p50">
              <a:extLst>
                <a:ext uri="{FF2B5EF4-FFF2-40B4-BE49-F238E27FC236}">
                  <a16:creationId xmlns:a16="http://schemas.microsoft.com/office/drawing/2014/main" id="{7BAEB8FE-EEFA-7127-5A02-F31967B12A34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2;p50">
              <a:extLst>
                <a:ext uri="{FF2B5EF4-FFF2-40B4-BE49-F238E27FC236}">
                  <a16:creationId xmlns:a16="http://schemas.microsoft.com/office/drawing/2014/main" id="{D3CAC39C-39B1-92FF-02E6-CAC764C15E20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3;p50">
              <a:extLst>
                <a:ext uri="{FF2B5EF4-FFF2-40B4-BE49-F238E27FC236}">
                  <a16:creationId xmlns:a16="http://schemas.microsoft.com/office/drawing/2014/main" id="{99AAD742-484A-79BE-37A0-A335D4B5D4F8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04;p50">
              <a:extLst>
                <a:ext uri="{FF2B5EF4-FFF2-40B4-BE49-F238E27FC236}">
                  <a16:creationId xmlns:a16="http://schemas.microsoft.com/office/drawing/2014/main" id="{11C0924F-8B23-BC37-AF3A-87BDFE3487D8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05;p50">
              <a:extLst>
                <a:ext uri="{FF2B5EF4-FFF2-40B4-BE49-F238E27FC236}">
                  <a16:creationId xmlns:a16="http://schemas.microsoft.com/office/drawing/2014/main" id="{B1B1C0E9-E898-D848-82A1-68FF87D69993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06;p50">
              <a:extLst>
                <a:ext uri="{FF2B5EF4-FFF2-40B4-BE49-F238E27FC236}">
                  <a16:creationId xmlns:a16="http://schemas.microsoft.com/office/drawing/2014/main" id="{1F098559-3871-EEBA-F005-1DC4F6515681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07;p50">
              <a:extLst>
                <a:ext uri="{FF2B5EF4-FFF2-40B4-BE49-F238E27FC236}">
                  <a16:creationId xmlns:a16="http://schemas.microsoft.com/office/drawing/2014/main" id="{04944AD6-0499-363B-C041-471D2BD5CA61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08;p50">
              <a:extLst>
                <a:ext uri="{FF2B5EF4-FFF2-40B4-BE49-F238E27FC236}">
                  <a16:creationId xmlns:a16="http://schemas.microsoft.com/office/drawing/2014/main" id="{50F3A589-54B4-6A5D-925D-0C2DB6C5BF41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09;p50">
              <a:extLst>
                <a:ext uri="{FF2B5EF4-FFF2-40B4-BE49-F238E27FC236}">
                  <a16:creationId xmlns:a16="http://schemas.microsoft.com/office/drawing/2014/main" id="{FFB14125-BF68-4853-8BA1-1AD03BC434C2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10;p50">
              <a:extLst>
                <a:ext uri="{FF2B5EF4-FFF2-40B4-BE49-F238E27FC236}">
                  <a16:creationId xmlns:a16="http://schemas.microsoft.com/office/drawing/2014/main" id="{91FA2E80-3226-97A1-68DB-CA88E24D817E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11;p50">
              <a:extLst>
                <a:ext uri="{FF2B5EF4-FFF2-40B4-BE49-F238E27FC236}">
                  <a16:creationId xmlns:a16="http://schemas.microsoft.com/office/drawing/2014/main" id="{7B6E3A00-567C-8E5A-2905-94A149C8A67F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12;p50">
              <a:extLst>
                <a:ext uri="{FF2B5EF4-FFF2-40B4-BE49-F238E27FC236}">
                  <a16:creationId xmlns:a16="http://schemas.microsoft.com/office/drawing/2014/main" id="{881E15F5-01B8-C1EC-1E95-9F7909A2EE15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13;p50">
              <a:extLst>
                <a:ext uri="{FF2B5EF4-FFF2-40B4-BE49-F238E27FC236}">
                  <a16:creationId xmlns:a16="http://schemas.microsoft.com/office/drawing/2014/main" id="{BF9259A1-64FF-E004-F548-F609E3EFCC0B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14;p50">
              <a:extLst>
                <a:ext uri="{FF2B5EF4-FFF2-40B4-BE49-F238E27FC236}">
                  <a16:creationId xmlns:a16="http://schemas.microsoft.com/office/drawing/2014/main" id="{822CB976-04E7-F062-F28E-76F969CB4379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15;p50">
              <a:extLst>
                <a:ext uri="{FF2B5EF4-FFF2-40B4-BE49-F238E27FC236}">
                  <a16:creationId xmlns:a16="http://schemas.microsoft.com/office/drawing/2014/main" id="{C2F13E37-F2C6-A89B-D2F4-C6E3CDC8C2F4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16;p50">
              <a:extLst>
                <a:ext uri="{FF2B5EF4-FFF2-40B4-BE49-F238E27FC236}">
                  <a16:creationId xmlns:a16="http://schemas.microsoft.com/office/drawing/2014/main" id="{3F8FE3CF-1642-268A-CAC6-4B3A26EFFF48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17;p50">
              <a:extLst>
                <a:ext uri="{FF2B5EF4-FFF2-40B4-BE49-F238E27FC236}">
                  <a16:creationId xmlns:a16="http://schemas.microsoft.com/office/drawing/2014/main" id="{FEAA2B6E-74F3-5E6F-57C3-34E82FF02C83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18;p50">
              <a:extLst>
                <a:ext uri="{FF2B5EF4-FFF2-40B4-BE49-F238E27FC236}">
                  <a16:creationId xmlns:a16="http://schemas.microsoft.com/office/drawing/2014/main" id="{BBB1415A-1DC5-C903-96BD-CFFBFFFD08D9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19;p50">
              <a:extLst>
                <a:ext uri="{FF2B5EF4-FFF2-40B4-BE49-F238E27FC236}">
                  <a16:creationId xmlns:a16="http://schemas.microsoft.com/office/drawing/2014/main" id="{5232F268-F32D-E653-8655-16EB710C2361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20;p50">
              <a:extLst>
                <a:ext uri="{FF2B5EF4-FFF2-40B4-BE49-F238E27FC236}">
                  <a16:creationId xmlns:a16="http://schemas.microsoft.com/office/drawing/2014/main" id="{F7F6845B-17E4-9286-9348-9D8813BE2868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21;p50">
              <a:extLst>
                <a:ext uri="{FF2B5EF4-FFF2-40B4-BE49-F238E27FC236}">
                  <a16:creationId xmlns:a16="http://schemas.microsoft.com/office/drawing/2014/main" id="{096B478E-106F-D081-0736-50331080599C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22;p50">
              <a:extLst>
                <a:ext uri="{FF2B5EF4-FFF2-40B4-BE49-F238E27FC236}">
                  <a16:creationId xmlns:a16="http://schemas.microsoft.com/office/drawing/2014/main" id="{111A8170-D57C-A741-9C44-03DE158F06CB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23;p50">
              <a:extLst>
                <a:ext uri="{FF2B5EF4-FFF2-40B4-BE49-F238E27FC236}">
                  <a16:creationId xmlns:a16="http://schemas.microsoft.com/office/drawing/2014/main" id="{647967CD-EDC4-BA26-9A51-37C8E67CF4A2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24;p50">
              <a:extLst>
                <a:ext uri="{FF2B5EF4-FFF2-40B4-BE49-F238E27FC236}">
                  <a16:creationId xmlns:a16="http://schemas.microsoft.com/office/drawing/2014/main" id="{94B811B5-089E-C92C-C92E-D3382394F9C4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325;p50">
              <a:extLst>
                <a:ext uri="{FF2B5EF4-FFF2-40B4-BE49-F238E27FC236}">
                  <a16:creationId xmlns:a16="http://schemas.microsoft.com/office/drawing/2014/main" id="{AA168CFE-6E72-0126-35F9-859B01FAFDE9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326;p50">
              <a:extLst>
                <a:ext uri="{FF2B5EF4-FFF2-40B4-BE49-F238E27FC236}">
                  <a16:creationId xmlns:a16="http://schemas.microsoft.com/office/drawing/2014/main" id="{8EDD1DD6-442D-89E5-B52E-60632912F5B7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327;p50">
              <a:extLst>
                <a:ext uri="{FF2B5EF4-FFF2-40B4-BE49-F238E27FC236}">
                  <a16:creationId xmlns:a16="http://schemas.microsoft.com/office/drawing/2014/main" id="{B4CF9C32-A442-179A-079C-8F45B1FDD85D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328;p50">
              <a:extLst>
                <a:ext uri="{FF2B5EF4-FFF2-40B4-BE49-F238E27FC236}">
                  <a16:creationId xmlns:a16="http://schemas.microsoft.com/office/drawing/2014/main" id="{089B5A25-0FCC-B3A2-A107-9CC15360A339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329;p50">
              <a:extLst>
                <a:ext uri="{FF2B5EF4-FFF2-40B4-BE49-F238E27FC236}">
                  <a16:creationId xmlns:a16="http://schemas.microsoft.com/office/drawing/2014/main" id="{4B3B94EE-5CDD-B49E-7ED2-97FA29BFF8BB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330;p50">
              <a:extLst>
                <a:ext uri="{FF2B5EF4-FFF2-40B4-BE49-F238E27FC236}">
                  <a16:creationId xmlns:a16="http://schemas.microsoft.com/office/drawing/2014/main" id="{F06C332D-BD4D-2B12-55F8-0D92FC8CA7ED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331;p50">
              <a:extLst>
                <a:ext uri="{FF2B5EF4-FFF2-40B4-BE49-F238E27FC236}">
                  <a16:creationId xmlns:a16="http://schemas.microsoft.com/office/drawing/2014/main" id="{7FB497CD-0A0F-C7A5-7796-DD998537F6A5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332;p50">
              <a:extLst>
                <a:ext uri="{FF2B5EF4-FFF2-40B4-BE49-F238E27FC236}">
                  <a16:creationId xmlns:a16="http://schemas.microsoft.com/office/drawing/2014/main" id="{1D57B280-E569-D205-B007-24F362DF3278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333;p50">
              <a:extLst>
                <a:ext uri="{FF2B5EF4-FFF2-40B4-BE49-F238E27FC236}">
                  <a16:creationId xmlns:a16="http://schemas.microsoft.com/office/drawing/2014/main" id="{A7A84ADD-21B7-0442-0CFB-5ADE3D92BED9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334;p50">
              <a:extLst>
                <a:ext uri="{FF2B5EF4-FFF2-40B4-BE49-F238E27FC236}">
                  <a16:creationId xmlns:a16="http://schemas.microsoft.com/office/drawing/2014/main" id="{C604C455-318B-DFB6-4A33-880F9612B97F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335;p50">
              <a:extLst>
                <a:ext uri="{FF2B5EF4-FFF2-40B4-BE49-F238E27FC236}">
                  <a16:creationId xmlns:a16="http://schemas.microsoft.com/office/drawing/2014/main" id="{C8BE2357-D478-B267-218E-0695412B4016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336;p50">
              <a:extLst>
                <a:ext uri="{FF2B5EF4-FFF2-40B4-BE49-F238E27FC236}">
                  <a16:creationId xmlns:a16="http://schemas.microsoft.com/office/drawing/2014/main" id="{7691B81E-44AA-CB26-03C7-8CA01535A80A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337;p50">
              <a:extLst>
                <a:ext uri="{FF2B5EF4-FFF2-40B4-BE49-F238E27FC236}">
                  <a16:creationId xmlns:a16="http://schemas.microsoft.com/office/drawing/2014/main" id="{1635F043-9B66-FBE5-4574-5BA3876D5E5A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338;p50">
              <a:extLst>
                <a:ext uri="{FF2B5EF4-FFF2-40B4-BE49-F238E27FC236}">
                  <a16:creationId xmlns:a16="http://schemas.microsoft.com/office/drawing/2014/main" id="{7D4EB7FE-4899-C3BC-3D6F-90E4EAEF2100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339;p50">
              <a:extLst>
                <a:ext uri="{FF2B5EF4-FFF2-40B4-BE49-F238E27FC236}">
                  <a16:creationId xmlns:a16="http://schemas.microsoft.com/office/drawing/2014/main" id="{7A7DB2F3-D808-5F83-0AAC-FE013722AC1B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340;p50">
              <a:extLst>
                <a:ext uri="{FF2B5EF4-FFF2-40B4-BE49-F238E27FC236}">
                  <a16:creationId xmlns:a16="http://schemas.microsoft.com/office/drawing/2014/main" id="{CFB82771-A567-3536-C320-3B7543B355C5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341;p50">
              <a:extLst>
                <a:ext uri="{FF2B5EF4-FFF2-40B4-BE49-F238E27FC236}">
                  <a16:creationId xmlns:a16="http://schemas.microsoft.com/office/drawing/2014/main" id="{98C8243C-B201-00E1-6206-AB9424B59AA2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342;p50">
              <a:extLst>
                <a:ext uri="{FF2B5EF4-FFF2-40B4-BE49-F238E27FC236}">
                  <a16:creationId xmlns:a16="http://schemas.microsoft.com/office/drawing/2014/main" id="{5BDC378A-511A-1D8D-EF8A-135839DA797D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343;p50">
              <a:extLst>
                <a:ext uri="{FF2B5EF4-FFF2-40B4-BE49-F238E27FC236}">
                  <a16:creationId xmlns:a16="http://schemas.microsoft.com/office/drawing/2014/main" id="{6A31573A-6FCB-DD7E-6F78-C2753BA99419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344;p50">
              <a:extLst>
                <a:ext uri="{FF2B5EF4-FFF2-40B4-BE49-F238E27FC236}">
                  <a16:creationId xmlns:a16="http://schemas.microsoft.com/office/drawing/2014/main" id="{B27663E1-5E39-440F-E607-3908D5889FF1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345;p50">
              <a:extLst>
                <a:ext uri="{FF2B5EF4-FFF2-40B4-BE49-F238E27FC236}">
                  <a16:creationId xmlns:a16="http://schemas.microsoft.com/office/drawing/2014/main" id="{BBFD9FCC-7F72-1F9E-7E90-DD33DAFD5957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28" name="Picture 1627">
            <a:extLst>
              <a:ext uri="{FF2B5EF4-FFF2-40B4-BE49-F238E27FC236}">
                <a16:creationId xmlns:a16="http://schemas.microsoft.com/office/drawing/2014/main" id="{644C927B-7175-90D0-9626-6963DE132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95974">
            <a:off x="-4158914" y="1053559"/>
            <a:ext cx="2822693" cy="2566638"/>
          </a:xfrm>
          <a:prstGeom prst="rect">
            <a:avLst/>
          </a:prstGeom>
        </p:spPr>
      </p:pic>
      <p:pic>
        <p:nvPicPr>
          <p:cNvPr id="1629" name="Picture 1628">
            <a:extLst>
              <a:ext uri="{FF2B5EF4-FFF2-40B4-BE49-F238E27FC236}">
                <a16:creationId xmlns:a16="http://schemas.microsoft.com/office/drawing/2014/main" id="{18804849-7FF3-A750-CC11-20503CB5B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95974">
            <a:off x="-4881353" y="2935438"/>
            <a:ext cx="4267570" cy="1341236"/>
          </a:xfrm>
          <a:prstGeom prst="rect">
            <a:avLst/>
          </a:prstGeom>
        </p:spPr>
      </p:pic>
      <p:grpSp>
        <p:nvGrpSpPr>
          <p:cNvPr id="1630" name="Google Shape;1818;p58">
            <a:extLst>
              <a:ext uri="{FF2B5EF4-FFF2-40B4-BE49-F238E27FC236}">
                <a16:creationId xmlns:a16="http://schemas.microsoft.com/office/drawing/2014/main" id="{19C78E61-3802-0280-DDB4-FF52D1F340F7}"/>
              </a:ext>
            </a:extLst>
          </p:cNvPr>
          <p:cNvGrpSpPr/>
          <p:nvPr/>
        </p:nvGrpSpPr>
        <p:grpSpPr>
          <a:xfrm>
            <a:off x="7728292" y="-1654242"/>
            <a:ext cx="1126198" cy="740990"/>
            <a:chOff x="6612836" y="567743"/>
            <a:chExt cx="1126198" cy="740990"/>
          </a:xfrm>
        </p:grpSpPr>
        <p:sp>
          <p:nvSpPr>
            <p:cNvPr id="1631" name="Google Shape;1819;p58">
              <a:extLst>
                <a:ext uri="{FF2B5EF4-FFF2-40B4-BE49-F238E27FC236}">
                  <a16:creationId xmlns:a16="http://schemas.microsoft.com/office/drawing/2014/main" id="{CD94773B-6C14-E5BA-14BE-35628A6FFDB9}"/>
                </a:ext>
              </a:extLst>
            </p:cNvPr>
            <p:cNvSpPr/>
            <p:nvPr/>
          </p:nvSpPr>
          <p:spPr>
            <a:xfrm rot="1478412">
              <a:off x="6628139" y="781894"/>
              <a:ext cx="1095593" cy="312690"/>
            </a:xfrm>
            <a:custGeom>
              <a:avLst/>
              <a:gdLst/>
              <a:ahLst/>
              <a:cxnLst/>
              <a:rect l="l" t="t" r="r" b="b"/>
              <a:pathLst>
                <a:path w="21387" h="6104" extrusionOk="0">
                  <a:moveTo>
                    <a:pt x="2088" y="1"/>
                  </a:moveTo>
                  <a:cubicBezTo>
                    <a:pt x="937" y="1"/>
                    <a:pt x="0" y="938"/>
                    <a:pt x="0" y="2089"/>
                  </a:cubicBezTo>
                  <a:lnTo>
                    <a:pt x="0" y="4016"/>
                  </a:lnTo>
                  <a:cubicBezTo>
                    <a:pt x="0" y="5167"/>
                    <a:pt x="937" y="6103"/>
                    <a:pt x="2088" y="6103"/>
                  </a:cubicBezTo>
                  <a:lnTo>
                    <a:pt x="19299" y="6103"/>
                  </a:lnTo>
                  <a:cubicBezTo>
                    <a:pt x="20449" y="6103"/>
                    <a:pt x="21386" y="5167"/>
                    <a:pt x="21386" y="4016"/>
                  </a:cubicBezTo>
                  <a:lnTo>
                    <a:pt x="21386" y="2089"/>
                  </a:lnTo>
                  <a:cubicBezTo>
                    <a:pt x="21386" y="938"/>
                    <a:pt x="20449" y="1"/>
                    <a:pt x="19299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2" name="Google Shape;1820;p58">
              <a:extLst>
                <a:ext uri="{FF2B5EF4-FFF2-40B4-BE49-F238E27FC236}">
                  <a16:creationId xmlns:a16="http://schemas.microsoft.com/office/drawing/2014/main" id="{A203DE94-85AC-4980-3D35-58A7CF2CE04F}"/>
                </a:ext>
              </a:extLst>
            </p:cNvPr>
            <p:cNvGrpSpPr/>
            <p:nvPr/>
          </p:nvGrpSpPr>
          <p:grpSpPr>
            <a:xfrm rot="1478412">
              <a:off x="6628139" y="781894"/>
              <a:ext cx="1095593" cy="312690"/>
              <a:chOff x="3948500" y="1061500"/>
              <a:chExt cx="534675" cy="152600"/>
            </a:xfrm>
          </p:grpSpPr>
          <p:sp>
            <p:nvSpPr>
              <p:cNvPr id="1633" name="Google Shape;1821;p58">
                <a:extLst>
                  <a:ext uri="{FF2B5EF4-FFF2-40B4-BE49-F238E27FC236}">
                    <a16:creationId xmlns:a16="http://schemas.microsoft.com/office/drawing/2014/main" id="{27A5F76E-983D-40A4-AEBF-E91E4C571226}"/>
                  </a:ext>
                </a:extLst>
              </p:cNvPr>
              <p:cNvSpPr/>
              <p:nvPr/>
            </p:nvSpPr>
            <p:spPr>
              <a:xfrm>
                <a:off x="3948500" y="1061500"/>
                <a:ext cx="534675" cy="152600"/>
              </a:xfrm>
              <a:custGeom>
                <a:avLst/>
                <a:gdLst/>
                <a:ahLst/>
                <a:cxnLst/>
                <a:rect l="l" t="t" r="r" b="b"/>
                <a:pathLst>
                  <a:path w="21387" h="6104" extrusionOk="0">
                    <a:moveTo>
                      <a:pt x="2088" y="1"/>
                    </a:moveTo>
                    <a:cubicBezTo>
                      <a:pt x="937" y="1"/>
                      <a:pt x="0" y="938"/>
                      <a:pt x="0" y="2089"/>
                    </a:cubicBezTo>
                    <a:lnTo>
                      <a:pt x="0" y="4016"/>
                    </a:lnTo>
                    <a:cubicBezTo>
                      <a:pt x="0" y="5167"/>
                      <a:pt x="937" y="6103"/>
                      <a:pt x="2088" y="6103"/>
                    </a:cubicBezTo>
                    <a:lnTo>
                      <a:pt x="19299" y="6103"/>
                    </a:lnTo>
                    <a:cubicBezTo>
                      <a:pt x="20449" y="6103"/>
                      <a:pt x="21386" y="5167"/>
                      <a:pt x="21386" y="4016"/>
                    </a:cubicBezTo>
                    <a:lnTo>
                      <a:pt x="21386" y="2089"/>
                    </a:lnTo>
                    <a:cubicBezTo>
                      <a:pt x="21386" y="938"/>
                      <a:pt x="20449" y="1"/>
                      <a:pt x="19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822;p58">
                <a:extLst>
                  <a:ext uri="{FF2B5EF4-FFF2-40B4-BE49-F238E27FC236}">
                    <a16:creationId xmlns:a16="http://schemas.microsoft.com/office/drawing/2014/main" id="{B56F4461-9943-4050-2102-0B016E521B86}"/>
                  </a:ext>
                </a:extLst>
              </p:cNvPr>
              <p:cNvSpPr/>
              <p:nvPr/>
            </p:nvSpPr>
            <p:spPr>
              <a:xfrm>
                <a:off x="4115775" y="1078225"/>
                <a:ext cx="175350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4766" fill="none" extrusionOk="0">
                    <a:moveTo>
                      <a:pt x="1" y="1"/>
                    </a:moveTo>
                    <a:lnTo>
                      <a:pt x="7014" y="1"/>
                    </a:lnTo>
                    <a:lnTo>
                      <a:pt x="7014" y="4765"/>
                    </a:lnTo>
                    <a:lnTo>
                      <a:pt x="1" y="4765"/>
                    </a:lnTo>
                    <a:close/>
                  </a:path>
                </a:pathLst>
              </a:custGeom>
              <a:noFill/>
              <a:ln w="2000" cap="flat" cmpd="sng">
                <a:solidFill>
                  <a:schemeClr val="dk2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35" name="Google Shape;1823;p58">
                <a:extLst>
                  <a:ext uri="{FF2B5EF4-FFF2-40B4-BE49-F238E27FC236}">
                    <a16:creationId xmlns:a16="http://schemas.microsoft.com/office/drawing/2014/main" id="{1F95A95D-EDE2-CD8F-376D-B1F21056B639}"/>
                  </a:ext>
                </a:extLst>
              </p:cNvPr>
              <p:cNvSpPr/>
              <p:nvPr/>
            </p:nvSpPr>
            <p:spPr>
              <a:xfrm>
                <a:off x="3996000" y="1087600"/>
                <a:ext cx="167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0" extrusionOk="0">
                    <a:moveTo>
                      <a:pt x="349" y="1"/>
                    </a:moveTo>
                    <a:cubicBezTo>
                      <a:pt x="135" y="1"/>
                      <a:pt x="1" y="135"/>
                      <a:pt x="1" y="349"/>
                    </a:cubicBezTo>
                    <a:cubicBezTo>
                      <a:pt x="1" y="536"/>
                      <a:pt x="135" y="670"/>
                      <a:pt x="349" y="670"/>
                    </a:cubicBezTo>
                    <a:cubicBezTo>
                      <a:pt x="536" y="670"/>
                      <a:pt x="670" y="536"/>
                      <a:pt x="670" y="349"/>
                    </a:cubicBezTo>
                    <a:cubicBezTo>
                      <a:pt x="670" y="135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824;p58">
                <a:extLst>
                  <a:ext uri="{FF2B5EF4-FFF2-40B4-BE49-F238E27FC236}">
                    <a16:creationId xmlns:a16="http://schemas.microsoft.com/office/drawing/2014/main" id="{3DA345E3-37B1-77F2-3693-342CC069C8B8}"/>
                  </a:ext>
                </a:extLst>
              </p:cNvPr>
              <p:cNvSpPr/>
              <p:nvPr/>
            </p:nvSpPr>
            <p:spPr>
              <a:xfrm>
                <a:off x="4034150" y="11250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61" y="1"/>
                      <a:pt x="0" y="161"/>
                      <a:pt x="0" y="349"/>
                    </a:cubicBezTo>
                    <a:cubicBezTo>
                      <a:pt x="0" y="536"/>
                      <a:pt x="161" y="696"/>
                      <a:pt x="348" y="696"/>
                    </a:cubicBezTo>
                    <a:cubicBezTo>
                      <a:pt x="536" y="696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825;p58">
                <a:extLst>
                  <a:ext uri="{FF2B5EF4-FFF2-40B4-BE49-F238E27FC236}">
                    <a16:creationId xmlns:a16="http://schemas.microsoft.com/office/drawing/2014/main" id="{6F762183-348F-BD09-272C-C8EC78F7485A}"/>
                  </a:ext>
                </a:extLst>
              </p:cNvPr>
              <p:cNvSpPr/>
              <p:nvPr/>
            </p:nvSpPr>
            <p:spPr>
              <a:xfrm>
                <a:off x="3997350" y="11618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34" y="1"/>
                      <a:pt x="0" y="161"/>
                      <a:pt x="0" y="349"/>
                    </a:cubicBezTo>
                    <a:cubicBezTo>
                      <a:pt x="0" y="536"/>
                      <a:pt x="134" y="697"/>
                      <a:pt x="348" y="697"/>
                    </a:cubicBezTo>
                    <a:cubicBezTo>
                      <a:pt x="536" y="697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826;p58">
                <a:extLst>
                  <a:ext uri="{FF2B5EF4-FFF2-40B4-BE49-F238E27FC236}">
                    <a16:creationId xmlns:a16="http://schemas.microsoft.com/office/drawing/2014/main" id="{B6D1A33B-9043-2716-A7F3-8EF7DEEA6E18}"/>
                  </a:ext>
                </a:extLst>
              </p:cNvPr>
              <p:cNvSpPr/>
              <p:nvPr/>
            </p:nvSpPr>
            <p:spPr>
              <a:xfrm>
                <a:off x="4405525" y="1087600"/>
                <a:ext cx="174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70" extrusionOk="0">
                    <a:moveTo>
                      <a:pt x="348" y="1"/>
                    </a:moveTo>
                    <a:cubicBezTo>
                      <a:pt x="161" y="1"/>
                      <a:pt x="0" y="135"/>
                      <a:pt x="0" y="349"/>
                    </a:cubicBezTo>
                    <a:cubicBezTo>
                      <a:pt x="0" y="536"/>
                      <a:pt x="161" y="670"/>
                      <a:pt x="348" y="670"/>
                    </a:cubicBezTo>
                    <a:cubicBezTo>
                      <a:pt x="536" y="670"/>
                      <a:pt x="696" y="536"/>
                      <a:pt x="696" y="349"/>
                    </a:cubicBezTo>
                    <a:cubicBezTo>
                      <a:pt x="696" y="135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827;p58">
                <a:extLst>
                  <a:ext uri="{FF2B5EF4-FFF2-40B4-BE49-F238E27FC236}">
                    <a16:creationId xmlns:a16="http://schemas.microsoft.com/office/drawing/2014/main" id="{D8A42003-2E5C-9095-4DDC-B13FC74F0F57}"/>
                  </a:ext>
                </a:extLst>
              </p:cNvPr>
              <p:cNvSpPr/>
              <p:nvPr/>
            </p:nvSpPr>
            <p:spPr>
              <a:xfrm>
                <a:off x="4367375" y="11250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6"/>
                      <a:pt x="349" y="696"/>
                    </a:cubicBezTo>
                    <a:cubicBezTo>
                      <a:pt x="536" y="696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828;p58">
                <a:extLst>
                  <a:ext uri="{FF2B5EF4-FFF2-40B4-BE49-F238E27FC236}">
                    <a16:creationId xmlns:a16="http://schemas.microsoft.com/office/drawing/2014/main" id="{4299F882-7DB2-72B1-91E8-01CB5196E25D}"/>
                  </a:ext>
                </a:extLst>
              </p:cNvPr>
              <p:cNvSpPr/>
              <p:nvPr/>
            </p:nvSpPr>
            <p:spPr>
              <a:xfrm>
                <a:off x="4404175" y="11618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7"/>
                      <a:pt x="349" y="697"/>
                    </a:cubicBezTo>
                    <a:cubicBezTo>
                      <a:pt x="536" y="697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2"/>
        </a:solidFill>
        <a:effectLst/>
      </p:bgPr>
    </p:bg>
    <p:spTree>
      <p:nvGrpSpPr>
        <p:cNvPr id="1" name="Shape 1279">
          <a:extLst>
            <a:ext uri="{FF2B5EF4-FFF2-40B4-BE49-F238E27FC236}">
              <a16:creationId xmlns:a16="http://schemas.microsoft.com/office/drawing/2014/main" id="{03520E09-0053-AFDD-C657-40336A15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789A08-FAED-7F52-3768-610FC2651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7872" b="137872"/>
          <a:stretch>
            <a:fillRect/>
          </a:stretch>
        </p:blipFill>
        <p:spPr>
          <a:xfrm>
            <a:off x="4978651" y="1880496"/>
            <a:ext cx="3036071" cy="591363"/>
          </a:xfrm>
          <a:prstGeom prst="rect">
            <a:avLst/>
          </a:prstGeom>
        </p:spPr>
      </p:pic>
      <p:grpSp>
        <p:nvGrpSpPr>
          <p:cNvPr id="1417" name="Google Shape;1818;p58">
            <a:extLst>
              <a:ext uri="{FF2B5EF4-FFF2-40B4-BE49-F238E27FC236}">
                <a16:creationId xmlns:a16="http://schemas.microsoft.com/office/drawing/2014/main" id="{A53E89C3-3C39-3D5A-3CED-7F8D5B7D720A}"/>
              </a:ext>
            </a:extLst>
          </p:cNvPr>
          <p:cNvGrpSpPr/>
          <p:nvPr/>
        </p:nvGrpSpPr>
        <p:grpSpPr>
          <a:xfrm rot="17968491">
            <a:off x="7728292" y="-998865"/>
            <a:ext cx="1126198" cy="740990"/>
            <a:chOff x="6612836" y="567743"/>
            <a:chExt cx="1126198" cy="740990"/>
          </a:xfrm>
        </p:grpSpPr>
        <p:sp>
          <p:nvSpPr>
            <p:cNvPr id="1418" name="Google Shape;1819;p58">
              <a:extLst>
                <a:ext uri="{FF2B5EF4-FFF2-40B4-BE49-F238E27FC236}">
                  <a16:creationId xmlns:a16="http://schemas.microsoft.com/office/drawing/2014/main" id="{1A4572EB-3311-8225-3454-1CFDE77C6D1F}"/>
                </a:ext>
              </a:extLst>
            </p:cNvPr>
            <p:cNvSpPr/>
            <p:nvPr/>
          </p:nvSpPr>
          <p:spPr>
            <a:xfrm rot="1478412">
              <a:off x="6628139" y="781894"/>
              <a:ext cx="1095593" cy="312690"/>
            </a:xfrm>
            <a:custGeom>
              <a:avLst/>
              <a:gdLst/>
              <a:ahLst/>
              <a:cxnLst/>
              <a:rect l="l" t="t" r="r" b="b"/>
              <a:pathLst>
                <a:path w="21387" h="6104" extrusionOk="0">
                  <a:moveTo>
                    <a:pt x="2088" y="1"/>
                  </a:moveTo>
                  <a:cubicBezTo>
                    <a:pt x="937" y="1"/>
                    <a:pt x="0" y="938"/>
                    <a:pt x="0" y="2089"/>
                  </a:cubicBezTo>
                  <a:lnTo>
                    <a:pt x="0" y="4016"/>
                  </a:lnTo>
                  <a:cubicBezTo>
                    <a:pt x="0" y="5167"/>
                    <a:pt x="937" y="6103"/>
                    <a:pt x="2088" y="6103"/>
                  </a:cubicBezTo>
                  <a:lnTo>
                    <a:pt x="19299" y="6103"/>
                  </a:lnTo>
                  <a:cubicBezTo>
                    <a:pt x="20449" y="6103"/>
                    <a:pt x="21386" y="5167"/>
                    <a:pt x="21386" y="4016"/>
                  </a:cubicBezTo>
                  <a:lnTo>
                    <a:pt x="21386" y="2089"/>
                  </a:lnTo>
                  <a:cubicBezTo>
                    <a:pt x="21386" y="938"/>
                    <a:pt x="20449" y="1"/>
                    <a:pt x="19299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9" name="Google Shape;1820;p58">
              <a:extLst>
                <a:ext uri="{FF2B5EF4-FFF2-40B4-BE49-F238E27FC236}">
                  <a16:creationId xmlns:a16="http://schemas.microsoft.com/office/drawing/2014/main" id="{E4345874-19EB-A815-1E58-D6395B5EB7E4}"/>
                </a:ext>
              </a:extLst>
            </p:cNvPr>
            <p:cNvGrpSpPr/>
            <p:nvPr/>
          </p:nvGrpSpPr>
          <p:grpSpPr>
            <a:xfrm rot="1478412">
              <a:off x="6628139" y="781894"/>
              <a:ext cx="1095593" cy="312690"/>
              <a:chOff x="3948500" y="1061500"/>
              <a:chExt cx="534675" cy="152600"/>
            </a:xfrm>
          </p:grpSpPr>
          <p:sp>
            <p:nvSpPr>
              <p:cNvPr id="1420" name="Google Shape;1821;p58">
                <a:extLst>
                  <a:ext uri="{FF2B5EF4-FFF2-40B4-BE49-F238E27FC236}">
                    <a16:creationId xmlns:a16="http://schemas.microsoft.com/office/drawing/2014/main" id="{AD81B1EB-B6D2-B224-0959-496A7D01EA80}"/>
                  </a:ext>
                </a:extLst>
              </p:cNvPr>
              <p:cNvSpPr/>
              <p:nvPr/>
            </p:nvSpPr>
            <p:spPr>
              <a:xfrm>
                <a:off x="3948500" y="1061500"/>
                <a:ext cx="534675" cy="152600"/>
              </a:xfrm>
              <a:custGeom>
                <a:avLst/>
                <a:gdLst/>
                <a:ahLst/>
                <a:cxnLst/>
                <a:rect l="l" t="t" r="r" b="b"/>
                <a:pathLst>
                  <a:path w="21387" h="6104" extrusionOk="0">
                    <a:moveTo>
                      <a:pt x="2088" y="1"/>
                    </a:moveTo>
                    <a:cubicBezTo>
                      <a:pt x="937" y="1"/>
                      <a:pt x="0" y="938"/>
                      <a:pt x="0" y="2089"/>
                    </a:cubicBezTo>
                    <a:lnTo>
                      <a:pt x="0" y="4016"/>
                    </a:lnTo>
                    <a:cubicBezTo>
                      <a:pt x="0" y="5167"/>
                      <a:pt x="937" y="6103"/>
                      <a:pt x="2088" y="6103"/>
                    </a:cubicBezTo>
                    <a:lnTo>
                      <a:pt x="19299" y="6103"/>
                    </a:lnTo>
                    <a:cubicBezTo>
                      <a:pt x="20449" y="6103"/>
                      <a:pt x="21386" y="5167"/>
                      <a:pt x="21386" y="4016"/>
                    </a:cubicBezTo>
                    <a:lnTo>
                      <a:pt x="21386" y="2089"/>
                    </a:lnTo>
                    <a:cubicBezTo>
                      <a:pt x="21386" y="938"/>
                      <a:pt x="20449" y="1"/>
                      <a:pt x="19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822;p58">
                <a:extLst>
                  <a:ext uri="{FF2B5EF4-FFF2-40B4-BE49-F238E27FC236}">
                    <a16:creationId xmlns:a16="http://schemas.microsoft.com/office/drawing/2014/main" id="{9B45E85C-996A-5371-21E3-2D4C45919F53}"/>
                  </a:ext>
                </a:extLst>
              </p:cNvPr>
              <p:cNvSpPr/>
              <p:nvPr/>
            </p:nvSpPr>
            <p:spPr>
              <a:xfrm>
                <a:off x="4115775" y="1078225"/>
                <a:ext cx="175350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4766" fill="none" extrusionOk="0">
                    <a:moveTo>
                      <a:pt x="1" y="1"/>
                    </a:moveTo>
                    <a:lnTo>
                      <a:pt x="7014" y="1"/>
                    </a:lnTo>
                    <a:lnTo>
                      <a:pt x="7014" y="4765"/>
                    </a:lnTo>
                    <a:lnTo>
                      <a:pt x="1" y="4765"/>
                    </a:lnTo>
                    <a:close/>
                  </a:path>
                </a:pathLst>
              </a:custGeom>
              <a:noFill/>
              <a:ln w="2000" cap="flat" cmpd="sng">
                <a:solidFill>
                  <a:schemeClr val="dk2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22" name="Google Shape;1823;p58">
                <a:extLst>
                  <a:ext uri="{FF2B5EF4-FFF2-40B4-BE49-F238E27FC236}">
                    <a16:creationId xmlns:a16="http://schemas.microsoft.com/office/drawing/2014/main" id="{8DA1FEDE-383E-C71F-62F5-A2413FB68DEA}"/>
                  </a:ext>
                </a:extLst>
              </p:cNvPr>
              <p:cNvSpPr/>
              <p:nvPr/>
            </p:nvSpPr>
            <p:spPr>
              <a:xfrm>
                <a:off x="3996000" y="1087600"/>
                <a:ext cx="167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0" extrusionOk="0">
                    <a:moveTo>
                      <a:pt x="349" y="1"/>
                    </a:moveTo>
                    <a:cubicBezTo>
                      <a:pt x="135" y="1"/>
                      <a:pt x="1" y="135"/>
                      <a:pt x="1" y="349"/>
                    </a:cubicBezTo>
                    <a:cubicBezTo>
                      <a:pt x="1" y="536"/>
                      <a:pt x="135" y="670"/>
                      <a:pt x="349" y="670"/>
                    </a:cubicBezTo>
                    <a:cubicBezTo>
                      <a:pt x="536" y="670"/>
                      <a:pt x="670" y="536"/>
                      <a:pt x="670" y="349"/>
                    </a:cubicBezTo>
                    <a:cubicBezTo>
                      <a:pt x="670" y="135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824;p58">
                <a:extLst>
                  <a:ext uri="{FF2B5EF4-FFF2-40B4-BE49-F238E27FC236}">
                    <a16:creationId xmlns:a16="http://schemas.microsoft.com/office/drawing/2014/main" id="{7EDE94BD-45BA-1BCA-E082-204C6A98CE46}"/>
                  </a:ext>
                </a:extLst>
              </p:cNvPr>
              <p:cNvSpPr/>
              <p:nvPr/>
            </p:nvSpPr>
            <p:spPr>
              <a:xfrm>
                <a:off x="4034150" y="11250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61" y="1"/>
                      <a:pt x="0" y="161"/>
                      <a:pt x="0" y="349"/>
                    </a:cubicBezTo>
                    <a:cubicBezTo>
                      <a:pt x="0" y="536"/>
                      <a:pt x="161" y="696"/>
                      <a:pt x="348" y="696"/>
                    </a:cubicBezTo>
                    <a:cubicBezTo>
                      <a:pt x="536" y="696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825;p58">
                <a:extLst>
                  <a:ext uri="{FF2B5EF4-FFF2-40B4-BE49-F238E27FC236}">
                    <a16:creationId xmlns:a16="http://schemas.microsoft.com/office/drawing/2014/main" id="{447F84EB-2B52-F605-C9EB-6ABCED12D391}"/>
                  </a:ext>
                </a:extLst>
              </p:cNvPr>
              <p:cNvSpPr/>
              <p:nvPr/>
            </p:nvSpPr>
            <p:spPr>
              <a:xfrm>
                <a:off x="3997350" y="11618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34" y="1"/>
                      <a:pt x="0" y="161"/>
                      <a:pt x="0" y="349"/>
                    </a:cubicBezTo>
                    <a:cubicBezTo>
                      <a:pt x="0" y="536"/>
                      <a:pt x="134" y="697"/>
                      <a:pt x="348" y="697"/>
                    </a:cubicBezTo>
                    <a:cubicBezTo>
                      <a:pt x="536" y="697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826;p58">
                <a:extLst>
                  <a:ext uri="{FF2B5EF4-FFF2-40B4-BE49-F238E27FC236}">
                    <a16:creationId xmlns:a16="http://schemas.microsoft.com/office/drawing/2014/main" id="{C7847DAE-69F0-7445-E8E6-1BAFE556A6E8}"/>
                  </a:ext>
                </a:extLst>
              </p:cNvPr>
              <p:cNvSpPr/>
              <p:nvPr/>
            </p:nvSpPr>
            <p:spPr>
              <a:xfrm>
                <a:off x="4405525" y="1087600"/>
                <a:ext cx="174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70" extrusionOk="0">
                    <a:moveTo>
                      <a:pt x="348" y="1"/>
                    </a:moveTo>
                    <a:cubicBezTo>
                      <a:pt x="161" y="1"/>
                      <a:pt x="0" y="135"/>
                      <a:pt x="0" y="349"/>
                    </a:cubicBezTo>
                    <a:cubicBezTo>
                      <a:pt x="0" y="536"/>
                      <a:pt x="161" y="670"/>
                      <a:pt x="348" y="670"/>
                    </a:cubicBezTo>
                    <a:cubicBezTo>
                      <a:pt x="536" y="670"/>
                      <a:pt x="696" y="536"/>
                      <a:pt x="696" y="349"/>
                    </a:cubicBezTo>
                    <a:cubicBezTo>
                      <a:pt x="696" y="135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827;p58">
                <a:extLst>
                  <a:ext uri="{FF2B5EF4-FFF2-40B4-BE49-F238E27FC236}">
                    <a16:creationId xmlns:a16="http://schemas.microsoft.com/office/drawing/2014/main" id="{5CB5B9B7-6E1C-D5F0-3B3C-A12DC4F96A2C}"/>
                  </a:ext>
                </a:extLst>
              </p:cNvPr>
              <p:cNvSpPr/>
              <p:nvPr/>
            </p:nvSpPr>
            <p:spPr>
              <a:xfrm>
                <a:off x="4367375" y="11250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6"/>
                      <a:pt x="349" y="696"/>
                    </a:cubicBezTo>
                    <a:cubicBezTo>
                      <a:pt x="536" y="696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828;p58">
                <a:extLst>
                  <a:ext uri="{FF2B5EF4-FFF2-40B4-BE49-F238E27FC236}">
                    <a16:creationId xmlns:a16="http://schemas.microsoft.com/office/drawing/2014/main" id="{9D81ABD2-7391-0DD5-F331-F946F3B3663C}"/>
                  </a:ext>
                </a:extLst>
              </p:cNvPr>
              <p:cNvSpPr/>
              <p:nvPr/>
            </p:nvSpPr>
            <p:spPr>
              <a:xfrm>
                <a:off x="4404175" y="11618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7"/>
                      <a:pt x="349" y="697"/>
                    </a:cubicBezTo>
                    <a:cubicBezTo>
                      <a:pt x="536" y="697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4" name="Google Shape;1284;p50">
            <a:extLst>
              <a:ext uri="{FF2B5EF4-FFF2-40B4-BE49-F238E27FC236}">
                <a16:creationId xmlns:a16="http://schemas.microsoft.com/office/drawing/2014/main" id="{347546C7-2AB7-5C4D-84B0-88BE99ED0E34}"/>
              </a:ext>
            </a:extLst>
          </p:cNvPr>
          <p:cNvGrpSpPr/>
          <p:nvPr/>
        </p:nvGrpSpPr>
        <p:grpSpPr>
          <a:xfrm>
            <a:off x="877589" y="1379453"/>
            <a:ext cx="2832110" cy="2536999"/>
            <a:chOff x="474325" y="2953825"/>
            <a:chExt cx="1862250" cy="1668200"/>
          </a:xfrm>
        </p:grpSpPr>
        <p:sp>
          <p:nvSpPr>
            <p:cNvPr id="1285" name="Google Shape;1285;p50">
              <a:extLst>
                <a:ext uri="{FF2B5EF4-FFF2-40B4-BE49-F238E27FC236}">
                  <a16:creationId xmlns:a16="http://schemas.microsoft.com/office/drawing/2014/main" id="{3A77784A-8F2D-2692-F5FF-8F05DC198BE8}"/>
                </a:ext>
              </a:extLst>
            </p:cNvPr>
            <p:cNvSpPr/>
            <p:nvPr/>
          </p:nvSpPr>
          <p:spPr>
            <a:xfrm>
              <a:off x="474325" y="2953825"/>
              <a:ext cx="1862250" cy="1668200"/>
            </a:xfrm>
            <a:custGeom>
              <a:avLst/>
              <a:gdLst/>
              <a:ahLst/>
              <a:cxnLst/>
              <a:rect l="l" t="t" r="r" b="b"/>
              <a:pathLst>
                <a:path w="74490" h="66728" extrusionOk="0">
                  <a:moveTo>
                    <a:pt x="35706" y="1"/>
                  </a:moveTo>
                  <a:cubicBezTo>
                    <a:pt x="34421" y="1"/>
                    <a:pt x="33216" y="322"/>
                    <a:pt x="32146" y="884"/>
                  </a:cubicBezTo>
                  <a:cubicBezTo>
                    <a:pt x="30647" y="1714"/>
                    <a:pt x="29550" y="2918"/>
                    <a:pt x="28987" y="4283"/>
                  </a:cubicBezTo>
                  <a:cubicBezTo>
                    <a:pt x="26739" y="4685"/>
                    <a:pt x="24678" y="6077"/>
                    <a:pt x="23527" y="8084"/>
                  </a:cubicBezTo>
                  <a:cubicBezTo>
                    <a:pt x="23474" y="8191"/>
                    <a:pt x="23393" y="8325"/>
                    <a:pt x="23340" y="8459"/>
                  </a:cubicBezTo>
                  <a:cubicBezTo>
                    <a:pt x="21440" y="9395"/>
                    <a:pt x="19646" y="10573"/>
                    <a:pt x="18014" y="11965"/>
                  </a:cubicBezTo>
                  <a:cubicBezTo>
                    <a:pt x="17933" y="11965"/>
                    <a:pt x="17853" y="11938"/>
                    <a:pt x="17799" y="11938"/>
                  </a:cubicBezTo>
                  <a:cubicBezTo>
                    <a:pt x="15283" y="11938"/>
                    <a:pt x="12767" y="14026"/>
                    <a:pt x="11509" y="17131"/>
                  </a:cubicBezTo>
                  <a:cubicBezTo>
                    <a:pt x="11483" y="17184"/>
                    <a:pt x="11456" y="17265"/>
                    <a:pt x="11429" y="17318"/>
                  </a:cubicBezTo>
                  <a:cubicBezTo>
                    <a:pt x="10921" y="18656"/>
                    <a:pt x="10707" y="20021"/>
                    <a:pt x="10760" y="21306"/>
                  </a:cubicBezTo>
                  <a:cubicBezTo>
                    <a:pt x="10707" y="21386"/>
                    <a:pt x="10680" y="21493"/>
                    <a:pt x="10626" y="21601"/>
                  </a:cubicBezTo>
                  <a:cubicBezTo>
                    <a:pt x="9957" y="23046"/>
                    <a:pt x="9341" y="24598"/>
                    <a:pt x="8833" y="26258"/>
                  </a:cubicBezTo>
                  <a:cubicBezTo>
                    <a:pt x="8726" y="26418"/>
                    <a:pt x="8619" y="26579"/>
                    <a:pt x="8512" y="26739"/>
                  </a:cubicBezTo>
                  <a:cubicBezTo>
                    <a:pt x="7548" y="28345"/>
                    <a:pt x="7173" y="30326"/>
                    <a:pt x="7441" y="32601"/>
                  </a:cubicBezTo>
                  <a:cubicBezTo>
                    <a:pt x="7361" y="33083"/>
                    <a:pt x="7281" y="33591"/>
                    <a:pt x="7227" y="34100"/>
                  </a:cubicBezTo>
                  <a:cubicBezTo>
                    <a:pt x="6986" y="33886"/>
                    <a:pt x="6745" y="33699"/>
                    <a:pt x="6478" y="33511"/>
                  </a:cubicBezTo>
                  <a:cubicBezTo>
                    <a:pt x="5889" y="33110"/>
                    <a:pt x="4979" y="32655"/>
                    <a:pt x="3881" y="32655"/>
                  </a:cubicBezTo>
                  <a:cubicBezTo>
                    <a:pt x="3292" y="32655"/>
                    <a:pt x="2757" y="32789"/>
                    <a:pt x="2249" y="33056"/>
                  </a:cubicBezTo>
                  <a:cubicBezTo>
                    <a:pt x="1178" y="33618"/>
                    <a:pt x="482" y="34716"/>
                    <a:pt x="268" y="36134"/>
                  </a:cubicBezTo>
                  <a:cubicBezTo>
                    <a:pt x="0" y="37981"/>
                    <a:pt x="509" y="39988"/>
                    <a:pt x="1713" y="41969"/>
                  </a:cubicBezTo>
                  <a:cubicBezTo>
                    <a:pt x="2623" y="43414"/>
                    <a:pt x="3721" y="44619"/>
                    <a:pt x="4765" y="45770"/>
                  </a:cubicBezTo>
                  <a:cubicBezTo>
                    <a:pt x="5487" y="46573"/>
                    <a:pt x="6290" y="47456"/>
                    <a:pt x="7120" y="48339"/>
                  </a:cubicBezTo>
                  <a:cubicBezTo>
                    <a:pt x="7495" y="52354"/>
                    <a:pt x="8458" y="57788"/>
                    <a:pt x="12018" y="61535"/>
                  </a:cubicBezTo>
                  <a:cubicBezTo>
                    <a:pt x="12072" y="61615"/>
                    <a:pt x="12152" y="61669"/>
                    <a:pt x="12205" y="61722"/>
                  </a:cubicBezTo>
                  <a:cubicBezTo>
                    <a:pt x="15391" y="65014"/>
                    <a:pt x="19834" y="66727"/>
                    <a:pt x="24999" y="66727"/>
                  </a:cubicBezTo>
                  <a:cubicBezTo>
                    <a:pt x="26231" y="66727"/>
                    <a:pt x="27489" y="66647"/>
                    <a:pt x="28747" y="66460"/>
                  </a:cubicBezTo>
                  <a:cubicBezTo>
                    <a:pt x="30433" y="66192"/>
                    <a:pt x="32092" y="65871"/>
                    <a:pt x="33725" y="65523"/>
                  </a:cubicBezTo>
                  <a:cubicBezTo>
                    <a:pt x="35010" y="65282"/>
                    <a:pt x="36321" y="65014"/>
                    <a:pt x="37606" y="64800"/>
                  </a:cubicBezTo>
                  <a:lnTo>
                    <a:pt x="37660" y="64773"/>
                  </a:lnTo>
                  <a:lnTo>
                    <a:pt x="37767" y="64773"/>
                  </a:lnTo>
                  <a:cubicBezTo>
                    <a:pt x="39587" y="64479"/>
                    <a:pt x="41086" y="64318"/>
                    <a:pt x="42531" y="64265"/>
                  </a:cubicBezTo>
                  <a:cubicBezTo>
                    <a:pt x="42531" y="64265"/>
                    <a:pt x="45074" y="64211"/>
                    <a:pt x="45529" y="64184"/>
                  </a:cubicBezTo>
                  <a:cubicBezTo>
                    <a:pt x="46064" y="64827"/>
                    <a:pt x="46867" y="65202"/>
                    <a:pt x="47750" y="65202"/>
                  </a:cubicBezTo>
                  <a:cubicBezTo>
                    <a:pt x="48714" y="65202"/>
                    <a:pt x="49570" y="64747"/>
                    <a:pt x="50106" y="64024"/>
                  </a:cubicBezTo>
                  <a:lnTo>
                    <a:pt x="50132" y="64024"/>
                  </a:lnTo>
                  <a:cubicBezTo>
                    <a:pt x="50668" y="64613"/>
                    <a:pt x="51444" y="64961"/>
                    <a:pt x="52274" y="64961"/>
                  </a:cubicBezTo>
                  <a:cubicBezTo>
                    <a:pt x="53291" y="64961"/>
                    <a:pt x="54174" y="64452"/>
                    <a:pt x="54709" y="63676"/>
                  </a:cubicBezTo>
                  <a:cubicBezTo>
                    <a:pt x="58510" y="63274"/>
                    <a:pt x="61775" y="62552"/>
                    <a:pt x="64880" y="61428"/>
                  </a:cubicBezTo>
                  <a:cubicBezTo>
                    <a:pt x="65603" y="61187"/>
                    <a:pt x="66459" y="60866"/>
                    <a:pt x="67289" y="60357"/>
                  </a:cubicBezTo>
                  <a:cubicBezTo>
                    <a:pt x="67744" y="60063"/>
                    <a:pt x="68172" y="59768"/>
                    <a:pt x="68520" y="59420"/>
                  </a:cubicBezTo>
                  <a:cubicBezTo>
                    <a:pt x="70367" y="57654"/>
                    <a:pt x="70849" y="55325"/>
                    <a:pt x="71277" y="53291"/>
                  </a:cubicBezTo>
                  <a:cubicBezTo>
                    <a:pt x="71357" y="52836"/>
                    <a:pt x="71465" y="52408"/>
                    <a:pt x="71572" y="52006"/>
                  </a:cubicBezTo>
                  <a:cubicBezTo>
                    <a:pt x="72375" y="48741"/>
                    <a:pt x="72615" y="45984"/>
                    <a:pt x="72321" y="43281"/>
                  </a:cubicBezTo>
                  <a:cubicBezTo>
                    <a:pt x="72080" y="41113"/>
                    <a:pt x="71277" y="39266"/>
                    <a:pt x="70447" y="37472"/>
                  </a:cubicBezTo>
                  <a:cubicBezTo>
                    <a:pt x="71090" y="36670"/>
                    <a:pt x="71679" y="35867"/>
                    <a:pt x="72241" y="35064"/>
                  </a:cubicBezTo>
                  <a:cubicBezTo>
                    <a:pt x="72990" y="33913"/>
                    <a:pt x="73820" y="32521"/>
                    <a:pt x="74114" y="30861"/>
                  </a:cubicBezTo>
                  <a:cubicBezTo>
                    <a:pt x="74489" y="28800"/>
                    <a:pt x="73873" y="26766"/>
                    <a:pt x="72535" y="25508"/>
                  </a:cubicBezTo>
                  <a:cubicBezTo>
                    <a:pt x="72321" y="25321"/>
                    <a:pt x="72107" y="25134"/>
                    <a:pt x="71893" y="25000"/>
                  </a:cubicBezTo>
                  <a:cubicBezTo>
                    <a:pt x="71652" y="24679"/>
                    <a:pt x="71357" y="24411"/>
                    <a:pt x="70983" y="24250"/>
                  </a:cubicBezTo>
                  <a:cubicBezTo>
                    <a:pt x="70715" y="24143"/>
                    <a:pt x="70447" y="24090"/>
                    <a:pt x="70153" y="24090"/>
                  </a:cubicBezTo>
                  <a:cubicBezTo>
                    <a:pt x="69966" y="24090"/>
                    <a:pt x="69778" y="24116"/>
                    <a:pt x="69591" y="24170"/>
                  </a:cubicBezTo>
                  <a:cubicBezTo>
                    <a:pt x="69350" y="24143"/>
                    <a:pt x="69109" y="24116"/>
                    <a:pt x="68868" y="24116"/>
                  </a:cubicBezTo>
                  <a:cubicBezTo>
                    <a:pt x="68574" y="24116"/>
                    <a:pt x="68279" y="24143"/>
                    <a:pt x="68012" y="24197"/>
                  </a:cubicBezTo>
                  <a:cubicBezTo>
                    <a:pt x="67476" y="22002"/>
                    <a:pt x="66459" y="19834"/>
                    <a:pt x="65014" y="17773"/>
                  </a:cubicBezTo>
                  <a:cubicBezTo>
                    <a:pt x="64291" y="16729"/>
                    <a:pt x="63462" y="15739"/>
                    <a:pt x="62525" y="14775"/>
                  </a:cubicBezTo>
                  <a:cubicBezTo>
                    <a:pt x="63033" y="13839"/>
                    <a:pt x="63328" y="12768"/>
                    <a:pt x="63328" y="11671"/>
                  </a:cubicBezTo>
                  <a:cubicBezTo>
                    <a:pt x="63328" y="8057"/>
                    <a:pt x="60384" y="5113"/>
                    <a:pt x="56770" y="5113"/>
                  </a:cubicBezTo>
                  <a:cubicBezTo>
                    <a:pt x="54682" y="5113"/>
                    <a:pt x="52782" y="6077"/>
                    <a:pt x="51578" y="7656"/>
                  </a:cubicBezTo>
                  <a:cubicBezTo>
                    <a:pt x="51497" y="7629"/>
                    <a:pt x="51417" y="7602"/>
                    <a:pt x="51337" y="7575"/>
                  </a:cubicBezTo>
                  <a:cubicBezTo>
                    <a:pt x="51149" y="7254"/>
                    <a:pt x="50935" y="6960"/>
                    <a:pt x="50694" y="6692"/>
                  </a:cubicBezTo>
                  <a:cubicBezTo>
                    <a:pt x="49865" y="5729"/>
                    <a:pt x="48687" y="5033"/>
                    <a:pt x="47429" y="4765"/>
                  </a:cubicBezTo>
                  <a:cubicBezTo>
                    <a:pt x="46894" y="3801"/>
                    <a:pt x="46010" y="2998"/>
                    <a:pt x="44967" y="2597"/>
                  </a:cubicBezTo>
                  <a:cubicBezTo>
                    <a:pt x="44351" y="2356"/>
                    <a:pt x="43735" y="2222"/>
                    <a:pt x="43066" y="2222"/>
                  </a:cubicBezTo>
                  <a:cubicBezTo>
                    <a:pt x="42558" y="2222"/>
                    <a:pt x="42076" y="2303"/>
                    <a:pt x="41621" y="2436"/>
                  </a:cubicBezTo>
                  <a:cubicBezTo>
                    <a:pt x="40577" y="1500"/>
                    <a:pt x="39399" y="804"/>
                    <a:pt x="38141" y="402"/>
                  </a:cubicBezTo>
                  <a:cubicBezTo>
                    <a:pt x="37365" y="135"/>
                    <a:pt x="36535" y="1"/>
                    <a:pt x="35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0">
              <a:extLst>
                <a:ext uri="{FF2B5EF4-FFF2-40B4-BE49-F238E27FC236}">
                  <a16:creationId xmlns:a16="http://schemas.microsoft.com/office/drawing/2014/main" id="{702BF20B-9E32-265B-EA9C-E1DC03462DEE}"/>
                </a:ext>
              </a:extLst>
            </p:cNvPr>
            <p:cNvSpPr/>
            <p:nvPr/>
          </p:nvSpPr>
          <p:spPr>
            <a:xfrm>
              <a:off x="686425" y="3122675"/>
              <a:ext cx="1550425" cy="1438075"/>
            </a:xfrm>
            <a:custGeom>
              <a:avLst/>
              <a:gdLst/>
              <a:ahLst/>
              <a:cxnLst/>
              <a:rect l="l" t="t" r="r" b="b"/>
              <a:pathLst>
                <a:path w="62017" h="57523" extrusionOk="0">
                  <a:moveTo>
                    <a:pt x="29553" y="1"/>
                  </a:moveTo>
                  <a:cubicBezTo>
                    <a:pt x="26256" y="1"/>
                    <a:pt x="22977" y="448"/>
                    <a:pt x="19915" y="1330"/>
                  </a:cubicBezTo>
                  <a:cubicBezTo>
                    <a:pt x="18683" y="1705"/>
                    <a:pt x="17452" y="2160"/>
                    <a:pt x="16274" y="2722"/>
                  </a:cubicBezTo>
                  <a:cubicBezTo>
                    <a:pt x="10895" y="5238"/>
                    <a:pt x="6452" y="9627"/>
                    <a:pt x="3855" y="15221"/>
                  </a:cubicBezTo>
                  <a:cubicBezTo>
                    <a:pt x="831" y="21698"/>
                    <a:pt x="1" y="29327"/>
                    <a:pt x="269" y="36767"/>
                  </a:cubicBezTo>
                  <a:cubicBezTo>
                    <a:pt x="456" y="42201"/>
                    <a:pt x="991" y="48839"/>
                    <a:pt x="4872" y="52961"/>
                  </a:cubicBezTo>
                  <a:cubicBezTo>
                    <a:pt x="4926" y="53014"/>
                    <a:pt x="4979" y="53068"/>
                    <a:pt x="5033" y="53121"/>
                  </a:cubicBezTo>
                  <a:cubicBezTo>
                    <a:pt x="8136" y="56287"/>
                    <a:pt x="12254" y="57523"/>
                    <a:pt x="16456" y="57523"/>
                  </a:cubicBezTo>
                  <a:cubicBezTo>
                    <a:pt x="17582" y="57523"/>
                    <a:pt x="18714" y="57434"/>
                    <a:pt x="19834" y="57270"/>
                  </a:cubicBezTo>
                  <a:cubicBezTo>
                    <a:pt x="22805" y="56815"/>
                    <a:pt x="25723" y="56092"/>
                    <a:pt x="28667" y="55610"/>
                  </a:cubicBezTo>
                  <a:cubicBezTo>
                    <a:pt x="28721" y="55610"/>
                    <a:pt x="28774" y="55584"/>
                    <a:pt x="28828" y="55584"/>
                  </a:cubicBezTo>
                  <a:cubicBezTo>
                    <a:pt x="30514" y="55289"/>
                    <a:pt x="32173" y="55102"/>
                    <a:pt x="33886" y="55048"/>
                  </a:cubicBezTo>
                  <a:cubicBezTo>
                    <a:pt x="35332" y="55022"/>
                    <a:pt x="36777" y="54995"/>
                    <a:pt x="38196" y="54941"/>
                  </a:cubicBezTo>
                  <a:cubicBezTo>
                    <a:pt x="38838" y="54915"/>
                    <a:pt x="39480" y="54915"/>
                    <a:pt x="40096" y="54888"/>
                  </a:cubicBezTo>
                  <a:cubicBezTo>
                    <a:pt x="40979" y="54834"/>
                    <a:pt x="41862" y="54807"/>
                    <a:pt x="42719" y="54754"/>
                  </a:cubicBezTo>
                  <a:cubicBezTo>
                    <a:pt x="43361" y="54700"/>
                    <a:pt x="44004" y="54647"/>
                    <a:pt x="44619" y="54593"/>
                  </a:cubicBezTo>
                  <a:cubicBezTo>
                    <a:pt x="48313" y="54272"/>
                    <a:pt x="51926" y="53630"/>
                    <a:pt x="55620" y="52345"/>
                  </a:cubicBezTo>
                  <a:cubicBezTo>
                    <a:pt x="56316" y="52104"/>
                    <a:pt x="57012" y="51810"/>
                    <a:pt x="57654" y="51435"/>
                  </a:cubicBezTo>
                  <a:cubicBezTo>
                    <a:pt x="57975" y="51248"/>
                    <a:pt x="58270" y="51007"/>
                    <a:pt x="58537" y="50766"/>
                  </a:cubicBezTo>
                  <a:cubicBezTo>
                    <a:pt x="60277" y="49106"/>
                    <a:pt x="60465" y="46537"/>
                    <a:pt x="61000" y="44315"/>
                  </a:cubicBezTo>
                  <a:cubicBezTo>
                    <a:pt x="61669" y="41666"/>
                    <a:pt x="62017" y="39043"/>
                    <a:pt x="61723" y="36312"/>
                  </a:cubicBezTo>
                  <a:cubicBezTo>
                    <a:pt x="61321" y="32539"/>
                    <a:pt x="58698" y="29514"/>
                    <a:pt x="58136" y="25794"/>
                  </a:cubicBezTo>
                  <a:cubicBezTo>
                    <a:pt x="57734" y="23117"/>
                    <a:pt x="58109" y="20387"/>
                    <a:pt x="57520" y="17737"/>
                  </a:cubicBezTo>
                  <a:cubicBezTo>
                    <a:pt x="57039" y="15542"/>
                    <a:pt x="56021" y="13508"/>
                    <a:pt x="54763" y="11715"/>
                  </a:cubicBezTo>
                  <a:cubicBezTo>
                    <a:pt x="52087" y="7887"/>
                    <a:pt x="48206" y="5050"/>
                    <a:pt x="44111" y="3123"/>
                  </a:cubicBezTo>
                  <a:cubicBezTo>
                    <a:pt x="43201" y="2695"/>
                    <a:pt x="42264" y="2293"/>
                    <a:pt x="41274" y="1972"/>
                  </a:cubicBezTo>
                  <a:cubicBezTo>
                    <a:pt x="41033" y="1865"/>
                    <a:pt x="40792" y="1785"/>
                    <a:pt x="40524" y="1705"/>
                  </a:cubicBezTo>
                  <a:cubicBezTo>
                    <a:pt x="39668" y="1437"/>
                    <a:pt x="38811" y="1169"/>
                    <a:pt x="37928" y="982"/>
                  </a:cubicBezTo>
                  <a:cubicBezTo>
                    <a:pt x="37660" y="902"/>
                    <a:pt x="37366" y="848"/>
                    <a:pt x="37071" y="768"/>
                  </a:cubicBezTo>
                  <a:cubicBezTo>
                    <a:pt x="36590" y="661"/>
                    <a:pt x="36054" y="580"/>
                    <a:pt x="35546" y="500"/>
                  </a:cubicBezTo>
                  <a:cubicBezTo>
                    <a:pt x="33572" y="166"/>
                    <a:pt x="31559" y="1"/>
                    <a:pt x="29553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0">
              <a:extLst>
                <a:ext uri="{FF2B5EF4-FFF2-40B4-BE49-F238E27FC236}">
                  <a16:creationId xmlns:a16="http://schemas.microsoft.com/office/drawing/2014/main" id="{BBF253CE-B6C7-BFB6-0BCA-C1849278A697}"/>
                </a:ext>
              </a:extLst>
            </p:cNvPr>
            <p:cNvSpPr/>
            <p:nvPr/>
          </p:nvSpPr>
          <p:spPr>
            <a:xfrm>
              <a:off x="1854100" y="3423625"/>
              <a:ext cx="194725" cy="503825"/>
            </a:xfrm>
            <a:custGeom>
              <a:avLst/>
              <a:gdLst/>
              <a:ahLst/>
              <a:cxnLst/>
              <a:rect l="l" t="t" r="r" b="b"/>
              <a:pathLst>
                <a:path w="7789" h="20153" extrusionOk="0">
                  <a:moveTo>
                    <a:pt x="4137" y="0"/>
                  </a:moveTo>
                  <a:cubicBezTo>
                    <a:pt x="3432" y="0"/>
                    <a:pt x="2728" y="232"/>
                    <a:pt x="2141" y="641"/>
                  </a:cubicBezTo>
                  <a:cubicBezTo>
                    <a:pt x="1258" y="1256"/>
                    <a:pt x="642" y="2220"/>
                    <a:pt x="348" y="3237"/>
                  </a:cubicBezTo>
                  <a:cubicBezTo>
                    <a:pt x="54" y="4200"/>
                    <a:pt x="0" y="5244"/>
                    <a:pt x="27" y="6261"/>
                  </a:cubicBezTo>
                  <a:cubicBezTo>
                    <a:pt x="107" y="8643"/>
                    <a:pt x="562" y="11026"/>
                    <a:pt x="1044" y="13354"/>
                  </a:cubicBezTo>
                  <a:cubicBezTo>
                    <a:pt x="1312" y="14559"/>
                    <a:pt x="1579" y="15763"/>
                    <a:pt x="1820" y="16994"/>
                  </a:cubicBezTo>
                  <a:cubicBezTo>
                    <a:pt x="1954" y="17637"/>
                    <a:pt x="2462" y="20019"/>
                    <a:pt x="2570" y="20153"/>
                  </a:cubicBezTo>
                  <a:cubicBezTo>
                    <a:pt x="2917" y="19537"/>
                    <a:pt x="3667" y="17904"/>
                    <a:pt x="4068" y="17021"/>
                  </a:cubicBezTo>
                  <a:cubicBezTo>
                    <a:pt x="4550" y="15924"/>
                    <a:pt x="5005" y="14826"/>
                    <a:pt x="5407" y="13702"/>
                  </a:cubicBezTo>
                  <a:cubicBezTo>
                    <a:pt x="6263" y="11481"/>
                    <a:pt x="6959" y="9179"/>
                    <a:pt x="7414" y="6823"/>
                  </a:cubicBezTo>
                  <a:cubicBezTo>
                    <a:pt x="7628" y="5565"/>
                    <a:pt x="7789" y="4254"/>
                    <a:pt x="7494" y="3023"/>
                  </a:cubicBezTo>
                  <a:cubicBezTo>
                    <a:pt x="7200" y="1791"/>
                    <a:pt x="6397" y="614"/>
                    <a:pt x="5193" y="185"/>
                  </a:cubicBezTo>
                  <a:cubicBezTo>
                    <a:pt x="4851" y="60"/>
                    <a:pt x="4494" y="0"/>
                    <a:pt x="4137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0">
              <a:extLst>
                <a:ext uri="{FF2B5EF4-FFF2-40B4-BE49-F238E27FC236}">
                  <a16:creationId xmlns:a16="http://schemas.microsoft.com/office/drawing/2014/main" id="{FDF97F0F-4218-CAD1-8E81-A5ED956C37BC}"/>
                </a:ext>
              </a:extLst>
            </p:cNvPr>
            <p:cNvSpPr/>
            <p:nvPr/>
          </p:nvSpPr>
          <p:spPr>
            <a:xfrm>
              <a:off x="1882200" y="3419550"/>
              <a:ext cx="71625" cy="823075"/>
            </a:xfrm>
            <a:custGeom>
              <a:avLst/>
              <a:gdLst/>
              <a:ahLst/>
              <a:cxnLst/>
              <a:rect l="l" t="t" r="r" b="b"/>
              <a:pathLst>
                <a:path w="2865" h="32923" fill="none" extrusionOk="0">
                  <a:moveTo>
                    <a:pt x="2837" y="1"/>
                  </a:moveTo>
                  <a:cubicBezTo>
                    <a:pt x="2864" y="4631"/>
                    <a:pt x="2811" y="9261"/>
                    <a:pt x="2382" y="13865"/>
                  </a:cubicBezTo>
                  <a:cubicBezTo>
                    <a:pt x="1954" y="18388"/>
                    <a:pt x="910" y="22832"/>
                    <a:pt x="375" y="27328"/>
                  </a:cubicBezTo>
                  <a:cubicBezTo>
                    <a:pt x="161" y="29175"/>
                    <a:pt x="0" y="31049"/>
                    <a:pt x="27" y="32922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0">
              <a:extLst>
                <a:ext uri="{FF2B5EF4-FFF2-40B4-BE49-F238E27FC236}">
                  <a16:creationId xmlns:a16="http://schemas.microsoft.com/office/drawing/2014/main" id="{0D3B111C-DAE4-A755-D85C-5A8C45CC8CBF}"/>
                </a:ext>
              </a:extLst>
            </p:cNvPr>
            <p:cNvSpPr/>
            <p:nvPr/>
          </p:nvSpPr>
          <p:spPr>
            <a:xfrm>
              <a:off x="1990600" y="3595675"/>
              <a:ext cx="290425" cy="453550"/>
            </a:xfrm>
            <a:custGeom>
              <a:avLst/>
              <a:gdLst/>
              <a:ahLst/>
              <a:cxnLst/>
              <a:rect l="l" t="t" r="r" b="b"/>
              <a:pathLst>
                <a:path w="11617" h="18142" extrusionOk="0">
                  <a:moveTo>
                    <a:pt x="8153" y="0"/>
                  </a:moveTo>
                  <a:cubicBezTo>
                    <a:pt x="7905" y="0"/>
                    <a:pt x="7657" y="25"/>
                    <a:pt x="7414" y="75"/>
                  </a:cubicBezTo>
                  <a:cubicBezTo>
                    <a:pt x="6344" y="263"/>
                    <a:pt x="5407" y="905"/>
                    <a:pt x="4738" y="1735"/>
                  </a:cubicBezTo>
                  <a:cubicBezTo>
                    <a:pt x="4069" y="2511"/>
                    <a:pt x="3614" y="3448"/>
                    <a:pt x="3239" y="4384"/>
                  </a:cubicBezTo>
                  <a:cubicBezTo>
                    <a:pt x="2356" y="6606"/>
                    <a:pt x="1847" y="8961"/>
                    <a:pt x="1365" y="11317"/>
                  </a:cubicBezTo>
                  <a:cubicBezTo>
                    <a:pt x="1124" y="12521"/>
                    <a:pt x="883" y="13726"/>
                    <a:pt x="643" y="14930"/>
                  </a:cubicBezTo>
                  <a:cubicBezTo>
                    <a:pt x="482" y="15599"/>
                    <a:pt x="0" y="17981"/>
                    <a:pt x="54" y="18142"/>
                  </a:cubicBezTo>
                  <a:cubicBezTo>
                    <a:pt x="616" y="17714"/>
                    <a:pt x="1954" y="16536"/>
                    <a:pt x="2677" y="15840"/>
                  </a:cubicBezTo>
                  <a:cubicBezTo>
                    <a:pt x="3560" y="15037"/>
                    <a:pt x="4417" y="14207"/>
                    <a:pt x="5246" y="13351"/>
                  </a:cubicBezTo>
                  <a:cubicBezTo>
                    <a:pt x="6906" y="11638"/>
                    <a:pt x="8458" y="9818"/>
                    <a:pt x="9796" y="7810"/>
                  </a:cubicBezTo>
                  <a:cubicBezTo>
                    <a:pt x="10492" y="6767"/>
                    <a:pt x="11161" y="5616"/>
                    <a:pt x="11376" y="4384"/>
                  </a:cubicBezTo>
                  <a:cubicBezTo>
                    <a:pt x="11617" y="3126"/>
                    <a:pt x="11322" y="1708"/>
                    <a:pt x="10412" y="851"/>
                  </a:cubicBezTo>
                  <a:cubicBezTo>
                    <a:pt x="9795" y="276"/>
                    <a:pt x="8974" y="0"/>
                    <a:pt x="815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0">
              <a:extLst>
                <a:ext uri="{FF2B5EF4-FFF2-40B4-BE49-F238E27FC236}">
                  <a16:creationId xmlns:a16="http://schemas.microsoft.com/office/drawing/2014/main" id="{CE272AF1-20DE-70CA-8512-00B431D83845}"/>
                </a:ext>
              </a:extLst>
            </p:cNvPr>
            <p:cNvSpPr/>
            <p:nvPr/>
          </p:nvSpPr>
          <p:spPr>
            <a:xfrm>
              <a:off x="1834675" y="3596875"/>
              <a:ext cx="390800" cy="727375"/>
            </a:xfrm>
            <a:custGeom>
              <a:avLst/>
              <a:gdLst/>
              <a:ahLst/>
              <a:cxnLst/>
              <a:rect l="l" t="t" r="r" b="b"/>
              <a:pathLst>
                <a:path w="15632" h="29095" fill="none" extrusionOk="0">
                  <a:moveTo>
                    <a:pt x="15632" y="0"/>
                  </a:moveTo>
                  <a:cubicBezTo>
                    <a:pt x="13839" y="4256"/>
                    <a:pt x="11938" y="8485"/>
                    <a:pt x="9717" y="12553"/>
                  </a:cubicBezTo>
                  <a:cubicBezTo>
                    <a:pt x="7522" y="16515"/>
                    <a:pt x="4819" y="20182"/>
                    <a:pt x="2544" y="24116"/>
                  </a:cubicBezTo>
                  <a:cubicBezTo>
                    <a:pt x="1607" y="25722"/>
                    <a:pt x="723" y="27382"/>
                    <a:pt x="1" y="29095"/>
                  </a:cubicBezTo>
                </a:path>
              </a:pathLst>
            </a:custGeom>
            <a:noFill/>
            <a:ln w="40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0">
              <a:extLst>
                <a:ext uri="{FF2B5EF4-FFF2-40B4-BE49-F238E27FC236}">
                  <a16:creationId xmlns:a16="http://schemas.microsoft.com/office/drawing/2014/main" id="{32A8A593-3C2E-051C-115C-72CC4D2F8E63}"/>
                </a:ext>
              </a:extLst>
            </p:cNvPr>
            <p:cNvSpPr/>
            <p:nvPr/>
          </p:nvSpPr>
          <p:spPr>
            <a:xfrm>
              <a:off x="1644650" y="3648425"/>
              <a:ext cx="211475" cy="410175"/>
            </a:xfrm>
            <a:custGeom>
              <a:avLst/>
              <a:gdLst/>
              <a:ahLst/>
              <a:cxnLst/>
              <a:rect l="l" t="t" r="r" b="b"/>
              <a:pathLst>
                <a:path w="8459" h="16407" extrusionOk="0">
                  <a:moveTo>
                    <a:pt x="3077" y="1"/>
                  </a:moveTo>
                  <a:cubicBezTo>
                    <a:pt x="2961" y="1"/>
                    <a:pt x="2846" y="9"/>
                    <a:pt x="2730" y="26"/>
                  </a:cubicBezTo>
                  <a:cubicBezTo>
                    <a:pt x="1794" y="133"/>
                    <a:pt x="991" y="749"/>
                    <a:pt x="562" y="1552"/>
                  </a:cubicBezTo>
                  <a:cubicBezTo>
                    <a:pt x="107" y="2381"/>
                    <a:pt x="0" y="3345"/>
                    <a:pt x="161" y="4255"/>
                  </a:cubicBezTo>
                  <a:cubicBezTo>
                    <a:pt x="322" y="5112"/>
                    <a:pt x="696" y="5915"/>
                    <a:pt x="1098" y="6691"/>
                  </a:cubicBezTo>
                  <a:cubicBezTo>
                    <a:pt x="2088" y="8511"/>
                    <a:pt x="3346" y="10143"/>
                    <a:pt x="4658" y="11749"/>
                  </a:cubicBezTo>
                  <a:cubicBezTo>
                    <a:pt x="5300" y="12606"/>
                    <a:pt x="5996" y="13409"/>
                    <a:pt x="6638" y="14265"/>
                  </a:cubicBezTo>
                  <a:cubicBezTo>
                    <a:pt x="6986" y="14720"/>
                    <a:pt x="8298" y="16353"/>
                    <a:pt x="8432" y="16407"/>
                  </a:cubicBezTo>
                  <a:cubicBezTo>
                    <a:pt x="8458" y="15791"/>
                    <a:pt x="8432" y="14265"/>
                    <a:pt x="8378" y="13409"/>
                  </a:cubicBezTo>
                  <a:cubicBezTo>
                    <a:pt x="8324" y="12392"/>
                    <a:pt x="8244" y="11348"/>
                    <a:pt x="8137" y="10331"/>
                  </a:cubicBezTo>
                  <a:cubicBezTo>
                    <a:pt x="7923" y="8297"/>
                    <a:pt x="7575" y="6236"/>
                    <a:pt x="6986" y="4255"/>
                  </a:cubicBezTo>
                  <a:cubicBezTo>
                    <a:pt x="6692" y="3211"/>
                    <a:pt x="6290" y="2167"/>
                    <a:pt x="5594" y="1311"/>
                  </a:cubicBezTo>
                  <a:cubicBezTo>
                    <a:pt x="4973" y="570"/>
                    <a:pt x="4033" y="1"/>
                    <a:pt x="3077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50">
              <a:extLst>
                <a:ext uri="{FF2B5EF4-FFF2-40B4-BE49-F238E27FC236}">
                  <a16:creationId xmlns:a16="http://schemas.microsoft.com/office/drawing/2014/main" id="{8D5CF871-E56B-BEC7-3A8D-AC3EF7A0B1B2}"/>
                </a:ext>
              </a:extLst>
            </p:cNvPr>
            <p:cNvSpPr/>
            <p:nvPr/>
          </p:nvSpPr>
          <p:spPr>
            <a:xfrm>
              <a:off x="1685475" y="3654425"/>
              <a:ext cx="265000" cy="659800"/>
            </a:xfrm>
            <a:custGeom>
              <a:avLst/>
              <a:gdLst/>
              <a:ahLst/>
              <a:cxnLst/>
              <a:rect l="l" t="t" r="r" b="b"/>
              <a:pathLst>
                <a:path w="10600" h="26392" fill="none" extrusionOk="0">
                  <a:moveTo>
                    <a:pt x="0" y="0"/>
                  </a:moveTo>
                  <a:cubicBezTo>
                    <a:pt x="1820" y="3533"/>
                    <a:pt x="3587" y="7120"/>
                    <a:pt x="5032" y="10840"/>
                  </a:cubicBezTo>
                  <a:cubicBezTo>
                    <a:pt x="6451" y="14480"/>
                    <a:pt x="7387" y="18281"/>
                    <a:pt x="8699" y="21975"/>
                  </a:cubicBezTo>
                  <a:cubicBezTo>
                    <a:pt x="9261" y="23474"/>
                    <a:pt x="9877" y="24972"/>
                    <a:pt x="10599" y="26391"/>
                  </a:cubicBezTo>
                </a:path>
              </a:pathLst>
            </a:custGeom>
            <a:noFill/>
            <a:ln w="3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0">
              <a:extLst>
                <a:ext uri="{FF2B5EF4-FFF2-40B4-BE49-F238E27FC236}">
                  <a16:creationId xmlns:a16="http://schemas.microsoft.com/office/drawing/2014/main" id="{8F7F373F-AC5D-CE32-2E23-6ED0CAC9DD7F}"/>
                </a:ext>
              </a:extLst>
            </p:cNvPr>
            <p:cNvSpPr/>
            <p:nvPr/>
          </p:nvSpPr>
          <p:spPr>
            <a:xfrm>
              <a:off x="521825" y="3809000"/>
              <a:ext cx="430950" cy="567450"/>
            </a:xfrm>
            <a:custGeom>
              <a:avLst/>
              <a:gdLst/>
              <a:ahLst/>
              <a:cxnLst/>
              <a:rect l="l" t="t" r="r" b="b"/>
              <a:pathLst>
                <a:path w="17238" h="22698" extrusionOk="0">
                  <a:moveTo>
                    <a:pt x="1866" y="1"/>
                  </a:moveTo>
                  <a:cubicBezTo>
                    <a:pt x="1627" y="1"/>
                    <a:pt x="1393" y="49"/>
                    <a:pt x="1178" y="161"/>
                  </a:cubicBezTo>
                  <a:cubicBezTo>
                    <a:pt x="616" y="482"/>
                    <a:pt x="349" y="1124"/>
                    <a:pt x="242" y="1767"/>
                  </a:cubicBezTo>
                  <a:cubicBezTo>
                    <a:pt x="1" y="3346"/>
                    <a:pt x="589" y="4925"/>
                    <a:pt x="1419" y="6263"/>
                  </a:cubicBezTo>
                  <a:cubicBezTo>
                    <a:pt x="2222" y="7521"/>
                    <a:pt x="3239" y="8645"/>
                    <a:pt x="4230" y="9769"/>
                  </a:cubicBezTo>
                  <a:cubicBezTo>
                    <a:pt x="6826" y="12633"/>
                    <a:pt x="9422" y="15471"/>
                    <a:pt x="12313" y="18040"/>
                  </a:cubicBezTo>
                  <a:cubicBezTo>
                    <a:pt x="13999" y="19566"/>
                    <a:pt x="15685" y="21065"/>
                    <a:pt x="17238" y="22697"/>
                  </a:cubicBezTo>
                  <a:cubicBezTo>
                    <a:pt x="13437" y="16300"/>
                    <a:pt x="10065" y="9582"/>
                    <a:pt x="5889" y="3373"/>
                  </a:cubicBezTo>
                  <a:cubicBezTo>
                    <a:pt x="5166" y="2302"/>
                    <a:pt x="4417" y="1231"/>
                    <a:pt x="3346" y="509"/>
                  </a:cubicBezTo>
                  <a:cubicBezTo>
                    <a:pt x="2910" y="218"/>
                    <a:pt x="2375" y="1"/>
                    <a:pt x="1866" y="1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50">
              <a:extLst>
                <a:ext uri="{FF2B5EF4-FFF2-40B4-BE49-F238E27FC236}">
                  <a16:creationId xmlns:a16="http://schemas.microsoft.com/office/drawing/2014/main" id="{3D824F4C-F994-CF8A-4A2E-ABDE87D825A9}"/>
                </a:ext>
              </a:extLst>
            </p:cNvPr>
            <p:cNvSpPr/>
            <p:nvPr/>
          </p:nvSpPr>
          <p:spPr>
            <a:xfrm>
              <a:off x="701825" y="3604750"/>
              <a:ext cx="241575" cy="767675"/>
            </a:xfrm>
            <a:custGeom>
              <a:avLst/>
              <a:gdLst/>
              <a:ahLst/>
              <a:cxnLst/>
              <a:rect l="l" t="t" r="r" b="b"/>
              <a:pathLst>
                <a:path w="9663" h="30707" extrusionOk="0">
                  <a:moveTo>
                    <a:pt x="2848" y="0"/>
                  </a:moveTo>
                  <a:cubicBezTo>
                    <a:pt x="2801" y="0"/>
                    <a:pt x="2752" y="2"/>
                    <a:pt x="2704" y="7"/>
                  </a:cubicBezTo>
                  <a:cubicBezTo>
                    <a:pt x="1981" y="87"/>
                    <a:pt x="1392" y="649"/>
                    <a:pt x="1018" y="1291"/>
                  </a:cubicBezTo>
                  <a:cubicBezTo>
                    <a:pt x="108" y="2817"/>
                    <a:pt x="1" y="4744"/>
                    <a:pt x="295" y="6511"/>
                  </a:cubicBezTo>
                  <a:cubicBezTo>
                    <a:pt x="563" y="8197"/>
                    <a:pt x="1125" y="9803"/>
                    <a:pt x="1714" y="11435"/>
                  </a:cubicBezTo>
                  <a:cubicBezTo>
                    <a:pt x="3186" y="15557"/>
                    <a:pt x="4658" y="19706"/>
                    <a:pt x="6531" y="23641"/>
                  </a:cubicBezTo>
                  <a:cubicBezTo>
                    <a:pt x="7656" y="25996"/>
                    <a:pt x="8753" y="28298"/>
                    <a:pt x="9663" y="30707"/>
                  </a:cubicBezTo>
                  <a:cubicBezTo>
                    <a:pt x="8485" y="22302"/>
                    <a:pt x="7896" y="13764"/>
                    <a:pt x="6237" y="5440"/>
                  </a:cubicBezTo>
                  <a:cubicBezTo>
                    <a:pt x="5969" y="4021"/>
                    <a:pt x="5621" y="2549"/>
                    <a:pt x="4818" y="1318"/>
                  </a:cubicBezTo>
                  <a:cubicBezTo>
                    <a:pt x="4363" y="635"/>
                    <a:pt x="3669" y="0"/>
                    <a:pt x="284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50">
              <a:extLst>
                <a:ext uri="{FF2B5EF4-FFF2-40B4-BE49-F238E27FC236}">
                  <a16:creationId xmlns:a16="http://schemas.microsoft.com/office/drawing/2014/main" id="{F23D06B0-2C71-37EE-EA37-07F8C5F7685C}"/>
                </a:ext>
              </a:extLst>
            </p:cNvPr>
            <p:cNvSpPr/>
            <p:nvPr/>
          </p:nvSpPr>
          <p:spPr>
            <a:xfrm>
              <a:off x="911275" y="3595650"/>
              <a:ext cx="165975" cy="782800"/>
            </a:xfrm>
            <a:custGeom>
              <a:avLst/>
              <a:gdLst/>
              <a:ahLst/>
              <a:cxnLst/>
              <a:rect l="l" t="t" r="r" b="b"/>
              <a:pathLst>
                <a:path w="6639" h="31312" extrusionOk="0">
                  <a:moveTo>
                    <a:pt x="4318" y="0"/>
                  </a:moveTo>
                  <a:cubicBezTo>
                    <a:pt x="3724" y="0"/>
                    <a:pt x="3137" y="319"/>
                    <a:pt x="2677" y="692"/>
                  </a:cubicBezTo>
                  <a:cubicBezTo>
                    <a:pt x="1312" y="1843"/>
                    <a:pt x="616" y="3636"/>
                    <a:pt x="295" y="5403"/>
                  </a:cubicBezTo>
                  <a:cubicBezTo>
                    <a:pt x="0" y="7089"/>
                    <a:pt x="27" y="8802"/>
                    <a:pt x="27" y="10515"/>
                  </a:cubicBezTo>
                  <a:cubicBezTo>
                    <a:pt x="81" y="14904"/>
                    <a:pt x="107" y="19294"/>
                    <a:pt x="616" y="23630"/>
                  </a:cubicBezTo>
                  <a:cubicBezTo>
                    <a:pt x="910" y="26199"/>
                    <a:pt x="1205" y="28742"/>
                    <a:pt x="1285" y="31312"/>
                  </a:cubicBezTo>
                  <a:cubicBezTo>
                    <a:pt x="2891" y="22987"/>
                    <a:pt x="5112" y="14744"/>
                    <a:pt x="6263" y="6339"/>
                  </a:cubicBezTo>
                  <a:cubicBezTo>
                    <a:pt x="6478" y="4894"/>
                    <a:pt x="6638" y="3395"/>
                    <a:pt x="6263" y="1977"/>
                  </a:cubicBezTo>
                  <a:cubicBezTo>
                    <a:pt x="6049" y="1120"/>
                    <a:pt x="5541" y="264"/>
                    <a:pt x="4711" y="49"/>
                  </a:cubicBezTo>
                  <a:cubicBezTo>
                    <a:pt x="4580" y="16"/>
                    <a:pt x="4449" y="0"/>
                    <a:pt x="4318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0">
              <a:extLst>
                <a:ext uri="{FF2B5EF4-FFF2-40B4-BE49-F238E27FC236}">
                  <a16:creationId xmlns:a16="http://schemas.microsoft.com/office/drawing/2014/main" id="{40993E42-36E8-03C2-0F32-E37304C8A384}"/>
                </a:ext>
              </a:extLst>
            </p:cNvPr>
            <p:cNvSpPr/>
            <p:nvPr/>
          </p:nvSpPr>
          <p:spPr>
            <a:xfrm>
              <a:off x="812225" y="3810325"/>
              <a:ext cx="1315575" cy="750425"/>
            </a:xfrm>
            <a:custGeom>
              <a:avLst/>
              <a:gdLst/>
              <a:ahLst/>
              <a:cxnLst/>
              <a:rect l="l" t="t" r="r" b="b"/>
              <a:pathLst>
                <a:path w="52623" h="30017" extrusionOk="0">
                  <a:moveTo>
                    <a:pt x="27623" y="1"/>
                  </a:moveTo>
                  <a:lnTo>
                    <a:pt x="22350" y="108"/>
                  </a:lnTo>
                  <a:lnTo>
                    <a:pt x="22323" y="108"/>
                  </a:lnTo>
                  <a:cubicBezTo>
                    <a:pt x="22323" y="108"/>
                    <a:pt x="22323" y="108"/>
                    <a:pt x="22323" y="134"/>
                  </a:cubicBezTo>
                  <a:cubicBezTo>
                    <a:pt x="22297" y="134"/>
                    <a:pt x="22216" y="161"/>
                    <a:pt x="22136" y="188"/>
                  </a:cubicBezTo>
                  <a:cubicBezTo>
                    <a:pt x="22136" y="215"/>
                    <a:pt x="22109" y="215"/>
                    <a:pt x="22083" y="215"/>
                  </a:cubicBezTo>
                  <a:cubicBezTo>
                    <a:pt x="22056" y="241"/>
                    <a:pt x="22029" y="241"/>
                    <a:pt x="22002" y="268"/>
                  </a:cubicBezTo>
                  <a:cubicBezTo>
                    <a:pt x="21976" y="268"/>
                    <a:pt x="21949" y="295"/>
                    <a:pt x="21922" y="295"/>
                  </a:cubicBezTo>
                  <a:cubicBezTo>
                    <a:pt x="21895" y="322"/>
                    <a:pt x="21868" y="322"/>
                    <a:pt x="21842" y="349"/>
                  </a:cubicBezTo>
                  <a:cubicBezTo>
                    <a:pt x="21413" y="536"/>
                    <a:pt x="20691" y="937"/>
                    <a:pt x="19727" y="1553"/>
                  </a:cubicBezTo>
                  <a:cubicBezTo>
                    <a:pt x="18817" y="2142"/>
                    <a:pt x="17720" y="2918"/>
                    <a:pt x="16435" y="3989"/>
                  </a:cubicBezTo>
                  <a:cubicBezTo>
                    <a:pt x="16141" y="4230"/>
                    <a:pt x="15819" y="4470"/>
                    <a:pt x="15498" y="4765"/>
                  </a:cubicBezTo>
                  <a:cubicBezTo>
                    <a:pt x="15445" y="4792"/>
                    <a:pt x="15391" y="4845"/>
                    <a:pt x="15338" y="4899"/>
                  </a:cubicBezTo>
                  <a:cubicBezTo>
                    <a:pt x="14026" y="6023"/>
                    <a:pt x="12554" y="7415"/>
                    <a:pt x="10948" y="9101"/>
                  </a:cubicBezTo>
                  <a:cubicBezTo>
                    <a:pt x="4872" y="15498"/>
                    <a:pt x="1286" y="20423"/>
                    <a:pt x="1" y="25615"/>
                  </a:cubicBezTo>
                  <a:cubicBezTo>
                    <a:pt x="3104" y="28781"/>
                    <a:pt x="7222" y="30017"/>
                    <a:pt x="11424" y="30017"/>
                  </a:cubicBezTo>
                  <a:cubicBezTo>
                    <a:pt x="12550" y="30017"/>
                    <a:pt x="13682" y="29928"/>
                    <a:pt x="14802" y="29764"/>
                  </a:cubicBezTo>
                  <a:cubicBezTo>
                    <a:pt x="17773" y="29309"/>
                    <a:pt x="20691" y="28586"/>
                    <a:pt x="23635" y="28104"/>
                  </a:cubicBezTo>
                  <a:cubicBezTo>
                    <a:pt x="23689" y="28104"/>
                    <a:pt x="23742" y="28078"/>
                    <a:pt x="23796" y="28078"/>
                  </a:cubicBezTo>
                  <a:cubicBezTo>
                    <a:pt x="25482" y="27810"/>
                    <a:pt x="27141" y="27596"/>
                    <a:pt x="28854" y="27542"/>
                  </a:cubicBezTo>
                  <a:cubicBezTo>
                    <a:pt x="30300" y="27516"/>
                    <a:pt x="31745" y="27489"/>
                    <a:pt x="33164" y="27435"/>
                  </a:cubicBezTo>
                  <a:cubicBezTo>
                    <a:pt x="33164" y="27462"/>
                    <a:pt x="33164" y="27489"/>
                    <a:pt x="33164" y="27516"/>
                  </a:cubicBezTo>
                  <a:cubicBezTo>
                    <a:pt x="33164" y="28051"/>
                    <a:pt x="33592" y="28479"/>
                    <a:pt x="34127" y="28479"/>
                  </a:cubicBezTo>
                  <a:cubicBezTo>
                    <a:pt x="34662" y="28479"/>
                    <a:pt x="35091" y="28051"/>
                    <a:pt x="35091" y="27516"/>
                  </a:cubicBezTo>
                  <a:cubicBezTo>
                    <a:pt x="35091" y="27489"/>
                    <a:pt x="35091" y="27435"/>
                    <a:pt x="35064" y="27382"/>
                  </a:cubicBezTo>
                  <a:cubicBezTo>
                    <a:pt x="35947" y="27355"/>
                    <a:pt x="36830" y="27301"/>
                    <a:pt x="37687" y="27248"/>
                  </a:cubicBezTo>
                  <a:lnTo>
                    <a:pt x="37687" y="27275"/>
                  </a:lnTo>
                  <a:cubicBezTo>
                    <a:pt x="37687" y="27810"/>
                    <a:pt x="38115" y="28238"/>
                    <a:pt x="38651" y="28238"/>
                  </a:cubicBezTo>
                  <a:cubicBezTo>
                    <a:pt x="39186" y="28238"/>
                    <a:pt x="39614" y="27810"/>
                    <a:pt x="39614" y="27275"/>
                  </a:cubicBezTo>
                  <a:cubicBezTo>
                    <a:pt x="39614" y="27221"/>
                    <a:pt x="39614" y="27168"/>
                    <a:pt x="39587" y="27087"/>
                  </a:cubicBezTo>
                  <a:cubicBezTo>
                    <a:pt x="43281" y="26766"/>
                    <a:pt x="46894" y="26151"/>
                    <a:pt x="50588" y="24839"/>
                  </a:cubicBezTo>
                  <a:cubicBezTo>
                    <a:pt x="51284" y="24598"/>
                    <a:pt x="51980" y="24304"/>
                    <a:pt x="52622" y="23929"/>
                  </a:cubicBezTo>
                  <a:cubicBezTo>
                    <a:pt x="50668" y="20637"/>
                    <a:pt x="46787" y="14320"/>
                    <a:pt x="44164" y="11510"/>
                  </a:cubicBezTo>
                  <a:cubicBezTo>
                    <a:pt x="41568" y="8753"/>
                    <a:pt x="37473" y="5889"/>
                    <a:pt x="34020" y="3721"/>
                  </a:cubicBezTo>
                  <a:cubicBezTo>
                    <a:pt x="34020" y="3721"/>
                    <a:pt x="33993" y="3694"/>
                    <a:pt x="33967" y="3694"/>
                  </a:cubicBezTo>
                  <a:cubicBezTo>
                    <a:pt x="33940" y="3667"/>
                    <a:pt x="33913" y="3667"/>
                    <a:pt x="33886" y="3641"/>
                  </a:cubicBezTo>
                  <a:cubicBezTo>
                    <a:pt x="33190" y="3212"/>
                    <a:pt x="32521" y="2811"/>
                    <a:pt x="31906" y="2436"/>
                  </a:cubicBezTo>
                  <a:cubicBezTo>
                    <a:pt x="30086" y="1339"/>
                    <a:pt x="28613" y="536"/>
                    <a:pt x="27971" y="188"/>
                  </a:cubicBezTo>
                  <a:cubicBezTo>
                    <a:pt x="27944" y="188"/>
                    <a:pt x="27917" y="161"/>
                    <a:pt x="27891" y="161"/>
                  </a:cubicBezTo>
                  <a:cubicBezTo>
                    <a:pt x="27864" y="134"/>
                    <a:pt x="27837" y="134"/>
                    <a:pt x="27837" y="108"/>
                  </a:cubicBezTo>
                  <a:cubicBezTo>
                    <a:pt x="27677" y="27"/>
                    <a:pt x="27623" y="1"/>
                    <a:pt x="2762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50">
              <a:extLst>
                <a:ext uri="{FF2B5EF4-FFF2-40B4-BE49-F238E27FC236}">
                  <a16:creationId xmlns:a16="http://schemas.microsoft.com/office/drawing/2014/main" id="{3BBC855B-FB1A-8273-796D-B5381D6A2391}"/>
                </a:ext>
              </a:extLst>
            </p:cNvPr>
            <p:cNvSpPr/>
            <p:nvPr/>
          </p:nvSpPr>
          <p:spPr>
            <a:xfrm>
              <a:off x="1360250" y="3810325"/>
              <a:ext cx="149250" cy="378750"/>
            </a:xfrm>
            <a:custGeom>
              <a:avLst/>
              <a:gdLst/>
              <a:ahLst/>
              <a:cxnLst/>
              <a:rect l="l" t="t" r="r" b="b"/>
              <a:pathLst>
                <a:path w="5970" h="15150" extrusionOk="0">
                  <a:moveTo>
                    <a:pt x="5702" y="1"/>
                  </a:moveTo>
                  <a:lnTo>
                    <a:pt x="429" y="108"/>
                  </a:lnTo>
                  <a:cubicBezTo>
                    <a:pt x="429" y="108"/>
                    <a:pt x="269" y="161"/>
                    <a:pt x="1" y="295"/>
                  </a:cubicBezTo>
                  <a:lnTo>
                    <a:pt x="2972" y="15150"/>
                  </a:lnTo>
                  <a:lnTo>
                    <a:pt x="5970" y="161"/>
                  </a:lnTo>
                  <a:cubicBezTo>
                    <a:pt x="5782" y="54"/>
                    <a:pt x="5702" y="1"/>
                    <a:pt x="5702" y="1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0">
              <a:extLst>
                <a:ext uri="{FF2B5EF4-FFF2-40B4-BE49-F238E27FC236}">
                  <a16:creationId xmlns:a16="http://schemas.microsoft.com/office/drawing/2014/main" id="{E5388F1F-BE2C-D823-319C-FA2B8C161676}"/>
                </a:ext>
              </a:extLst>
            </p:cNvPr>
            <p:cNvSpPr/>
            <p:nvPr/>
          </p:nvSpPr>
          <p:spPr>
            <a:xfrm>
              <a:off x="1177575" y="3929425"/>
              <a:ext cx="242275" cy="370075"/>
            </a:xfrm>
            <a:custGeom>
              <a:avLst/>
              <a:gdLst/>
              <a:ahLst/>
              <a:cxnLst/>
              <a:rect l="l" t="t" r="r" b="b"/>
              <a:pathLst>
                <a:path w="9691" h="14803" extrusionOk="0">
                  <a:moveTo>
                    <a:pt x="884" y="1"/>
                  </a:moveTo>
                  <a:cubicBezTo>
                    <a:pt x="831" y="54"/>
                    <a:pt x="777" y="81"/>
                    <a:pt x="724" y="135"/>
                  </a:cubicBezTo>
                  <a:lnTo>
                    <a:pt x="4391" y="991"/>
                  </a:lnTo>
                  <a:lnTo>
                    <a:pt x="28" y="5595"/>
                  </a:lnTo>
                  <a:cubicBezTo>
                    <a:pt x="28" y="5622"/>
                    <a:pt x="1" y="5648"/>
                    <a:pt x="1" y="5675"/>
                  </a:cubicBezTo>
                  <a:cubicBezTo>
                    <a:pt x="28" y="5702"/>
                    <a:pt x="28" y="5729"/>
                    <a:pt x="54" y="5729"/>
                  </a:cubicBezTo>
                  <a:cubicBezTo>
                    <a:pt x="135" y="5782"/>
                    <a:pt x="7576" y="10493"/>
                    <a:pt x="9530" y="14749"/>
                  </a:cubicBezTo>
                  <a:cubicBezTo>
                    <a:pt x="9530" y="14749"/>
                    <a:pt x="9530" y="14775"/>
                    <a:pt x="9556" y="14775"/>
                  </a:cubicBezTo>
                  <a:cubicBezTo>
                    <a:pt x="9556" y="14802"/>
                    <a:pt x="9583" y="14802"/>
                    <a:pt x="9610" y="14802"/>
                  </a:cubicBezTo>
                  <a:lnTo>
                    <a:pt x="9637" y="14802"/>
                  </a:lnTo>
                  <a:cubicBezTo>
                    <a:pt x="9690" y="14775"/>
                    <a:pt x="9690" y="14722"/>
                    <a:pt x="9690" y="14668"/>
                  </a:cubicBezTo>
                  <a:cubicBezTo>
                    <a:pt x="9663" y="14615"/>
                    <a:pt x="9610" y="14535"/>
                    <a:pt x="9583" y="14454"/>
                  </a:cubicBezTo>
                  <a:cubicBezTo>
                    <a:pt x="7576" y="10466"/>
                    <a:pt x="1045" y="6184"/>
                    <a:pt x="215" y="5648"/>
                  </a:cubicBezTo>
                  <a:lnTo>
                    <a:pt x="4605" y="991"/>
                  </a:lnTo>
                  <a:cubicBezTo>
                    <a:pt x="4631" y="964"/>
                    <a:pt x="4631" y="938"/>
                    <a:pt x="4631" y="911"/>
                  </a:cubicBezTo>
                  <a:cubicBezTo>
                    <a:pt x="4605" y="884"/>
                    <a:pt x="4578" y="857"/>
                    <a:pt x="4551" y="857"/>
                  </a:cubicBezTo>
                  <a:lnTo>
                    <a:pt x="884" y="1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0">
              <a:extLst>
                <a:ext uri="{FF2B5EF4-FFF2-40B4-BE49-F238E27FC236}">
                  <a16:creationId xmlns:a16="http://schemas.microsoft.com/office/drawing/2014/main" id="{373E7CC0-379C-EE04-3974-64E2ED5B61C2}"/>
                </a:ext>
              </a:extLst>
            </p:cNvPr>
            <p:cNvSpPr/>
            <p:nvPr/>
          </p:nvSpPr>
          <p:spPr>
            <a:xfrm>
              <a:off x="1403075" y="3812050"/>
              <a:ext cx="109100" cy="700900"/>
            </a:xfrm>
            <a:custGeom>
              <a:avLst/>
              <a:gdLst/>
              <a:ahLst/>
              <a:cxnLst/>
              <a:rect l="l" t="t" r="r" b="b"/>
              <a:pathLst>
                <a:path w="4364" h="28036" extrusionOk="0">
                  <a:moveTo>
                    <a:pt x="4255" y="1"/>
                  </a:moveTo>
                  <a:cubicBezTo>
                    <a:pt x="4230" y="1"/>
                    <a:pt x="4203" y="20"/>
                    <a:pt x="4203" y="39"/>
                  </a:cubicBezTo>
                  <a:cubicBezTo>
                    <a:pt x="4176" y="39"/>
                    <a:pt x="4176" y="65"/>
                    <a:pt x="4176" y="65"/>
                  </a:cubicBezTo>
                  <a:cubicBezTo>
                    <a:pt x="4150" y="172"/>
                    <a:pt x="2437" y="7506"/>
                    <a:pt x="1286" y="14358"/>
                  </a:cubicBezTo>
                  <a:cubicBezTo>
                    <a:pt x="1259" y="14492"/>
                    <a:pt x="1232" y="14626"/>
                    <a:pt x="1205" y="14760"/>
                  </a:cubicBezTo>
                  <a:cubicBezTo>
                    <a:pt x="1205" y="14760"/>
                    <a:pt x="1205" y="14786"/>
                    <a:pt x="1205" y="14786"/>
                  </a:cubicBezTo>
                  <a:cubicBezTo>
                    <a:pt x="965" y="16312"/>
                    <a:pt x="724" y="17784"/>
                    <a:pt x="563" y="19149"/>
                  </a:cubicBezTo>
                  <a:cubicBezTo>
                    <a:pt x="536" y="19256"/>
                    <a:pt x="536" y="19363"/>
                    <a:pt x="536" y="19470"/>
                  </a:cubicBezTo>
                  <a:cubicBezTo>
                    <a:pt x="402" y="20407"/>
                    <a:pt x="322" y="21290"/>
                    <a:pt x="269" y="22067"/>
                  </a:cubicBezTo>
                  <a:cubicBezTo>
                    <a:pt x="135" y="24288"/>
                    <a:pt x="55" y="26296"/>
                    <a:pt x="1" y="28035"/>
                  </a:cubicBezTo>
                  <a:cubicBezTo>
                    <a:pt x="55" y="28035"/>
                    <a:pt x="108" y="28009"/>
                    <a:pt x="162" y="28009"/>
                  </a:cubicBezTo>
                  <a:cubicBezTo>
                    <a:pt x="215" y="26376"/>
                    <a:pt x="295" y="24476"/>
                    <a:pt x="429" y="22388"/>
                  </a:cubicBezTo>
                  <a:cubicBezTo>
                    <a:pt x="429" y="22308"/>
                    <a:pt x="429" y="22201"/>
                    <a:pt x="456" y="22093"/>
                  </a:cubicBezTo>
                  <a:cubicBezTo>
                    <a:pt x="456" y="22067"/>
                    <a:pt x="456" y="22040"/>
                    <a:pt x="456" y="22013"/>
                  </a:cubicBezTo>
                  <a:cubicBezTo>
                    <a:pt x="617" y="19578"/>
                    <a:pt x="1098" y="16339"/>
                    <a:pt x="1660" y="13100"/>
                  </a:cubicBezTo>
                  <a:cubicBezTo>
                    <a:pt x="2303" y="9540"/>
                    <a:pt x="3052" y="5981"/>
                    <a:pt x="3588" y="3491"/>
                  </a:cubicBezTo>
                  <a:cubicBezTo>
                    <a:pt x="3588" y="3465"/>
                    <a:pt x="3588" y="3465"/>
                    <a:pt x="3588" y="3465"/>
                  </a:cubicBezTo>
                  <a:cubicBezTo>
                    <a:pt x="4016" y="1564"/>
                    <a:pt x="4310" y="306"/>
                    <a:pt x="4337" y="119"/>
                  </a:cubicBezTo>
                  <a:cubicBezTo>
                    <a:pt x="4337" y="119"/>
                    <a:pt x="4337" y="119"/>
                    <a:pt x="4337" y="92"/>
                  </a:cubicBezTo>
                  <a:cubicBezTo>
                    <a:pt x="4364" y="65"/>
                    <a:pt x="4337" y="12"/>
                    <a:pt x="4283" y="12"/>
                  </a:cubicBezTo>
                  <a:cubicBezTo>
                    <a:pt x="4276" y="4"/>
                    <a:pt x="4266" y="1"/>
                    <a:pt x="4255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0">
              <a:extLst>
                <a:ext uri="{FF2B5EF4-FFF2-40B4-BE49-F238E27FC236}">
                  <a16:creationId xmlns:a16="http://schemas.microsoft.com/office/drawing/2014/main" id="{3165D6D7-D41E-CA10-910D-5866D06F3B27}"/>
                </a:ext>
              </a:extLst>
            </p:cNvPr>
            <p:cNvSpPr/>
            <p:nvPr/>
          </p:nvSpPr>
          <p:spPr>
            <a:xfrm>
              <a:off x="1411125" y="3901325"/>
              <a:ext cx="309150" cy="470425"/>
            </a:xfrm>
            <a:custGeom>
              <a:avLst/>
              <a:gdLst/>
              <a:ahLst/>
              <a:cxnLst/>
              <a:rect l="l" t="t" r="r" b="b"/>
              <a:pathLst>
                <a:path w="12366" h="18817" extrusionOk="0">
                  <a:moveTo>
                    <a:pt x="9930" y="1"/>
                  </a:moveTo>
                  <a:cubicBezTo>
                    <a:pt x="9261" y="616"/>
                    <a:pt x="8592" y="1339"/>
                    <a:pt x="7869" y="2142"/>
                  </a:cubicBezTo>
                  <a:cubicBezTo>
                    <a:pt x="7843" y="2169"/>
                    <a:pt x="7843" y="2222"/>
                    <a:pt x="7869" y="2249"/>
                  </a:cubicBezTo>
                  <a:cubicBezTo>
                    <a:pt x="8351" y="2784"/>
                    <a:pt x="8860" y="3239"/>
                    <a:pt x="9341" y="3694"/>
                  </a:cubicBezTo>
                  <a:cubicBezTo>
                    <a:pt x="9823" y="4149"/>
                    <a:pt x="10305" y="4631"/>
                    <a:pt x="10787" y="5140"/>
                  </a:cubicBezTo>
                  <a:cubicBezTo>
                    <a:pt x="11402" y="5755"/>
                    <a:pt x="11857" y="6478"/>
                    <a:pt x="12179" y="7308"/>
                  </a:cubicBezTo>
                  <a:cubicBezTo>
                    <a:pt x="9234" y="8218"/>
                    <a:pt x="6906" y="9931"/>
                    <a:pt x="5005" y="11456"/>
                  </a:cubicBezTo>
                  <a:cubicBezTo>
                    <a:pt x="3078" y="13036"/>
                    <a:pt x="1338" y="15498"/>
                    <a:pt x="134" y="18442"/>
                  </a:cubicBezTo>
                  <a:cubicBezTo>
                    <a:pt x="80" y="18549"/>
                    <a:pt x="54" y="18630"/>
                    <a:pt x="27" y="18710"/>
                  </a:cubicBezTo>
                  <a:cubicBezTo>
                    <a:pt x="0" y="18763"/>
                    <a:pt x="27" y="18817"/>
                    <a:pt x="54" y="18817"/>
                  </a:cubicBezTo>
                  <a:lnTo>
                    <a:pt x="107" y="18817"/>
                  </a:lnTo>
                  <a:cubicBezTo>
                    <a:pt x="134" y="18817"/>
                    <a:pt x="161" y="18817"/>
                    <a:pt x="161" y="18763"/>
                  </a:cubicBezTo>
                  <a:cubicBezTo>
                    <a:pt x="1392" y="15739"/>
                    <a:pt x="3159" y="13196"/>
                    <a:pt x="5112" y="11590"/>
                  </a:cubicBezTo>
                  <a:cubicBezTo>
                    <a:pt x="7013" y="10065"/>
                    <a:pt x="9341" y="8352"/>
                    <a:pt x="12312" y="7442"/>
                  </a:cubicBezTo>
                  <a:cubicBezTo>
                    <a:pt x="12339" y="7415"/>
                    <a:pt x="12339" y="7415"/>
                    <a:pt x="12366" y="7388"/>
                  </a:cubicBezTo>
                  <a:cubicBezTo>
                    <a:pt x="12366" y="7361"/>
                    <a:pt x="12366" y="7334"/>
                    <a:pt x="12366" y="7334"/>
                  </a:cubicBezTo>
                  <a:cubicBezTo>
                    <a:pt x="12018" y="6451"/>
                    <a:pt x="11563" y="5675"/>
                    <a:pt x="10921" y="5006"/>
                  </a:cubicBezTo>
                  <a:cubicBezTo>
                    <a:pt x="10412" y="4497"/>
                    <a:pt x="9930" y="4042"/>
                    <a:pt x="9448" y="3587"/>
                  </a:cubicBezTo>
                  <a:cubicBezTo>
                    <a:pt x="8993" y="3132"/>
                    <a:pt x="8512" y="2704"/>
                    <a:pt x="8030" y="2195"/>
                  </a:cubicBezTo>
                  <a:cubicBezTo>
                    <a:pt x="8753" y="1393"/>
                    <a:pt x="9422" y="697"/>
                    <a:pt x="10064" y="81"/>
                  </a:cubicBezTo>
                  <a:cubicBezTo>
                    <a:pt x="10037" y="54"/>
                    <a:pt x="9984" y="27"/>
                    <a:pt x="993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0">
              <a:extLst>
                <a:ext uri="{FF2B5EF4-FFF2-40B4-BE49-F238E27FC236}">
                  <a16:creationId xmlns:a16="http://schemas.microsoft.com/office/drawing/2014/main" id="{0760C7B7-AA19-235D-4D67-FCEA868C8896}"/>
                </a:ext>
              </a:extLst>
            </p:cNvPr>
            <p:cNvSpPr/>
            <p:nvPr/>
          </p:nvSpPr>
          <p:spPr>
            <a:xfrm>
              <a:off x="1357575" y="3815675"/>
              <a:ext cx="79675" cy="366725"/>
            </a:xfrm>
            <a:custGeom>
              <a:avLst/>
              <a:gdLst/>
              <a:ahLst/>
              <a:cxnLst/>
              <a:rect l="l" t="t" r="r" b="b"/>
              <a:pathLst>
                <a:path w="3187" h="14669" extrusionOk="0">
                  <a:moveTo>
                    <a:pt x="81" y="1"/>
                  </a:moveTo>
                  <a:cubicBezTo>
                    <a:pt x="54" y="27"/>
                    <a:pt x="1" y="54"/>
                    <a:pt x="28" y="108"/>
                  </a:cubicBezTo>
                  <a:lnTo>
                    <a:pt x="2999" y="14615"/>
                  </a:lnTo>
                  <a:cubicBezTo>
                    <a:pt x="3025" y="14641"/>
                    <a:pt x="3052" y="14668"/>
                    <a:pt x="3079" y="14668"/>
                  </a:cubicBezTo>
                  <a:lnTo>
                    <a:pt x="3106" y="14668"/>
                  </a:lnTo>
                  <a:cubicBezTo>
                    <a:pt x="3159" y="14668"/>
                    <a:pt x="3186" y="14615"/>
                    <a:pt x="3186" y="14588"/>
                  </a:cubicBezTo>
                  <a:lnTo>
                    <a:pt x="188" y="81"/>
                  </a:lnTo>
                  <a:cubicBezTo>
                    <a:pt x="188" y="27"/>
                    <a:pt x="135" y="1"/>
                    <a:pt x="8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0">
              <a:extLst>
                <a:ext uri="{FF2B5EF4-FFF2-40B4-BE49-F238E27FC236}">
                  <a16:creationId xmlns:a16="http://schemas.microsoft.com/office/drawing/2014/main" id="{46A370E3-6CD6-73C4-ECAF-B5B658D83F82}"/>
                </a:ext>
              </a:extLst>
            </p:cNvPr>
            <p:cNvSpPr/>
            <p:nvPr/>
          </p:nvSpPr>
          <p:spPr>
            <a:xfrm>
              <a:off x="1364275" y="3716650"/>
              <a:ext cx="138550" cy="150675"/>
            </a:xfrm>
            <a:custGeom>
              <a:avLst/>
              <a:gdLst/>
              <a:ahLst/>
              <a:cxnLst/>
              <a:rect l="l" t="t" r="r" b="b"/>
              <a:pathLst>
                <a:path w="5542" h="6027" extrusionOk="0">
                  <a:moveTo>
                    <a:pt x="5327" y="0"/>
                  </a:moveTo>
                  <a:lnTo>
                    <a:pt x="482" y="241"/>
                  </a:lnTo>
                  <a:lnTo>
                    <a:pt x="349" y="241"/>
                  </a:lnTo>
                  <a:lnTo>
                    <a:pt x="349" y="268"/>
                  </a:lnTo>
                  <a:lnTo>
                    <a:pt x="268" y="1847"/>
                  </a:lnTo>
                  <a:lnTo>
                    <a:pt x="1" y="4015"/>
                  </a:lnTo>
                  <a:cubicBezTo>
                    <a:pt x="1" y="4015"/>
                    <a:pt x="892" y="6027"/>
                    <a:pt x="2897" y="6027"/>
                  </a:cubicBezTo>
                  <a:cubicBezTo>
                    <a:pt x="2948" y="6027"/>
                    <a:pt x="3000" y="6025"/>
                    <a:pt x="3052" y="6023"/>
                  </a:cubicBezTo>
                  <a:cubicBezTo>
                    <a:pt x="5193" y="5889"/>
                    <a:pt x="5541" y="3748"/>
                    <a:pt x="5541" y="3748"/>
                  </a:cubicBezTo>
                  <a:lnTo>
                    <a:pt x="5380" y="1339"/>
                  </a:lnTo>
                  <a:lnTo>
                    <a:pt x="5327" y="0"/>
                  </a:ln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0">
              <a:extLst>
                <a:ext uri="{FF2B5EF4-FFF2-40B4-BE49-F238E27FC236}">
                  <a16:creationId xmlns:a16="http://schemas.microsoft.com/office/drawing/2014/main" id="{0349DFBE-68C0-393A-4EB3-4034E9245E1E}"/>
                </a:ext>
              </a:extLst>
            </p:cNvPr>
            <p:cNvSpPr/>
            <p:nvPr/>
          </p:nvSpPr>
          <p:spPr>
            <a:xfrm>
              <a:off x="1370975" y="3716650"/>
              <a:ext cx="127825" cy="77900"/>
            </a:xfrm>
            <a:custGeom>
              <a:avLst/>
              <a:gdLst/>
              <a:ahLst/>
              <a:cxnLst/>
              <a:rect l="l" t="t" r="r" b="b"/>
              <a:pathLst>
                <a:path w="5113" h="3116" extrusionOk="0">
                  <a:moveTo>
                    <a:pt x="5059" y="0"/>
                  </a:moveTo>
                  <a:lnTo>
                    <a:pt x="214" y="241"/>
                  </a:lnTo>
                  <a:cubicBezTo>
                    <a:pt x="188" y="241"/>
                    <a:pt x="134" y="268"/>
                    <a:pt x="81" y="268"/>
                  </a:cubicBezTo>
                  <a:lnTo>
                    <a:pt x="0" y="1847"/>
                  </a:lnTo>
                  <a:cubicBezTo>
                    <a:pt x="509" y="2409"/>
                    <a:pt x="1178" y="2838"/>
                    <a:pt x="1927" y="3025"/>
                  </a:cubicBezTo>
                  <a:cubicBezTo>
                    <a:pt x="2148" y="3085"/>
                    <a:pt x="2369" y="3115"/>
                    <a:pt x="2601" y="3115"/>
                  </a:cubicBezTo>
                  <a:cubicBezTo>
                    <a:pt x="2678" y="3115"/>
                    <a:pt x="2757" y="3112"/>
                    <a:pt x="2837" y="3105"/>
                  </a:cubicBezTo>
                  <a:cubicBezTo>
                    <a:pt x="3533" y="3025"/>
                    <a:pt x="4149" y="2623"/>
                    <a:pt x="4604" y="2088"/>
                  </a:cubicBezTo>
                  <a:cubicBezTo>
                    <a:pt x="4818" y="1847"/>
                    <a:pt x="4979" y="1606"/>
                    <a:pt x="5112" y="1339"/>
                  </a:cubicBezTo>
                  <a:lnTo>
                    <a:pt x="5059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50">
              <a:extLst>
                <a:ext uri="{FF2B5EF4-FFF2-40B4-BE49-F238E27FC236}">
                  <a16:creationId xmlns:a16="http://schemas.microsoft.com/office/drawing/2014/main" id="{A00123BF-C814-9B06-1F4A-999ECC958638}"/>
                </a:ext>
              </a:extLst>
            </p:cNvPr>
            <p:cNvSpPr/>
            <p:nvPr/>
          </p:nvSpPr>
          <p:spPr>
            <a:xfrm>
              <a:off x="1132750" y="3148550"/>
              <a:ext cx="596225" cy="595550"/>
            </a:xfrm>
            <a:custGeom>
              <a:avLst/>
              <a:gdLst/>
              <a:ahLst/>
              <a:cxnLst/>
              <a:rect l="l" t="t" r="r" b="b"/>
              <a:pathLst>
                <a:path w="23849" h="23822" extrusionOk="0">
                  <a:moveTo>
                    <a:pt x="11938" y="1"/>
                  </a:moveTo>
                  <a:cubicBezTo>
                    <a:pt x="5354" y="1"/>
                    <a:pt x="1" y="5327"/>
                    <a:pt x="1" y="11911"/>
                  </a:cubicBezTo>
                  <a:cubicBezTo>
                    <a:pt x="1" y="14400"/>
                    <a:pt x="777" y="16702"/>
                    <a:pt x="2062" y="18603"/>
                  </a:cubicBezTo>
                  <a:cubicBezTo>
                    <a:pt x="4203" y="21761"/>
                    <a:pt x="7816" y="23822"/>
                    <a:pt x="11938" y="23822"/>
                  </a:cubicBezTo>
                  <a:cubicBezTo>
                    <a:pt x="16917" y="23822"/>
                    <a:pt x="21199" y="20744"/>
                    <a:pt x="22966" y="16381"/>
                  </a:cubicBezTo>
                  <a:cubicBezTo>
                    <a:pt x="23528" y="14989"/>
                    <a:pt x="23849" y="13490"/>
                    <a:pt x="23849" y="11911"/>
                  </a:cubicBezTo>
                  <a:cubicBezTo>
                    <a:pt x="23849" y="5327"/>
                    <a:pt x="18496" y="1"/>
                    <a:pt x="11938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0">
              <a:extLst>
                <a:ext uri="{FF2B5EF4-FFF2-40B4-BE49-F238E27FC236}">
                  <a16:creationId xmlns:a16="http://schemas.microsoft.com/office/drawing/2014/main" id="{75888A4D-E47E-5590-9C34-4CA6A1A2373E}"/>
                </a:ext>
              </a:extLst>
            </p:cNvPr>
            <p:cNvSpPr/>
            <p:nvPr/>
          </p:nvSpPr>
          <p:spPr>
            <a:xfrm>
              <a:off x="1052450" y="3420950"/>
              <a:ext cx="135875" cy="166650"/>
            </a:xfrm>
            <a:custGeom>
              <a:avLst/>
              <a:gdLst/>
              <a:ahLst/>
              <a:cxnLst/>
              <a:rect l="l" t="t" r="r" b="b"/>
              <a:pathLst>
                <a:path w="5435" h="6666" extrusionOk="0">
                  <a:moveTo>
                    <a:pt x="2077" y="0"/>
                  </a:moveTo>
                  <a:cubicBezTo>
                    <a:pt x="1809" y="0"/>
                    <a:pt x="1525" y="65"/>
                    <a:pt x="1232" y="212"/>
                  </a:cubicBezTo>
                  <a:cubicBezTo>
                    <a:pt x="483" y="614"/>
                    <a:pt x="54" y="1470"/>
                    <a:pt x="28" y="2300"/>
                  </a:cubicBezTo>
                  <a:cubicBezTo>
                    <a:pt x="1" y="3130"/>
                    <a:pt x="349" y="3959"/>
                    <a:pt x="831" y="4655"/>
                  </a:cubicBezTo>
                  <a:cubicBezTo>
                    <a:pt x="1582" y="5770"/>
                    <a:pt x="2860" y="6666"/>
                    <a:pt x="4208" y="6666"/>
                  </a:cubicBezTo>
                  <a:cubicBezTo>
                    <a:pt x="4349" y="6666"/>
                    <a:pt x="4490" y="6656"/>
                    <a:pt x="4631" y="6636"/>
                  </a:cubicBezTo>
                  <a:cubicBezTo>
                    <a:pt x="4765" y="6636"/>
                    <a:pt x="4926" y="6582"/>
                    <a:pt x="5059" y="6502"/>
                  </a:cubicBezTo>
                  <a:cubicBezTo>
                    <a:pt x="5327" y="6315"/>
                    <a:pt x="5407" y="5940"/>
                    <a:pt x="5407" y="5619"/>
                  </a:cubicBezTo>
                  <a:cubicBezTo>
                    <a:pt x="5434" y="4040"/>
                    <a:pt x="4604" y="2701"/>
                    <a:pt x="3935" y="1336"/>
                  </a:cubicBezTo>
                  <a:cubicBezTo>
                    <a:pt x="3554" y="593"/>
                    <a:pt x="2885" y="0"/>
                    <a:pt x="207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0">
              <a:extLst>
                <a:ext uri="{FF2B5EF4-FFF2-40B4-BE49-F238E27FC236}">
                  <a16:creationId xmlns:a16="http://schemas.microsoft.com/office/drawing/2014/main" id="{003D0E67-348D-951F-BE3C-BE5A8F5C262F}"/>
                </a:ext>
              </a:extLst>
            </p:cNvPr>
            <p:cNvSpPr/>
            <p:nvPr/>
          </p:nvSpPr>
          <p:spPr>
            <a:xfrm>
              <a:off x="1667400" y="3416650"/>
              <a:ext cx="135850" cy="166800"/>
            </a:xfrm>
            <a:custGeom>
              <a:avLst/>
              <a:gdLst/>
              <a:ahLst/>
              <a:cxnLst/>
              <a:rect l="l" t="t" r="r" b="b"/>
              <a:pathLst>
                <a:path w="5434" h="6672" extrusionOk="0">
                  <a:moveTo>
                    <a:pt x="3361" y="0"/>
                  </a:moveTo>
                  <a:cubicBezTo>
                    <a:pt x="2560" y="0"/>
                    <a:pt x="1880" y="607"/>
                    <a:pt x="1499" y="1348"/>
                  </a:cubicBezTo>
                  <a:cubicBezTo>
                    <a:pt x="830" y="2713"/>
                    <a:pt x="0" y="4051"/>
                    <a:pt x="27" y="5603"/>
                  </a:cubicBezTo>
                  <a:cubicBezTo>
                    <a:pt x="54" y="5951"/>
                    <a:pt x="107" y="6326"/>
                    <a:pt x="375" y="6514"/>
                  </a:cubicBezTo>
                  <a:cubicBezTo>
                    <a:pt x="509" y="6594"/>
                    <a:pt x="670" y="6621"/>
                    <a:pt x="830" y="6647"/>
                  </a:cubicBezTo>
                  <a:cubicBezTo>
                    <a:pt x="959" y="6663"/>
                    <a:pt x="1087" y="6671"/>
                    <a:pt x="1215" y="6671"/>
                  </a:cubicBezTo>
                  <a:cubicBezTo>
                    <a:pt x="2573" y="6671"/>
                    <a:pt x="3848" y="5790"/>
                    <a:pt x="4631" y="4640"/>
                  </a:cubicBezTo>
                  <a:cubicBezTo>
                    <a:pt x="5086" y="3944"/>
                    <a:pt x="5434" y="3141"/>
                    <a:pt x="5407" y="2285"/>
                  </a:cubicBezTo>
                  <a:cubicBezTo>
                    <a:pt x="5380" y="1455"/>
                    <a:pt x="4952" y="598"/>
                    <a:pt x="4203" y="224"/>
                  </a:cubicBezTo>
                  <a:cubicBezTo>
                    <a:pt x="3913" y="69"/>
                    <a:pt x="3630" y="0"/>
                    <a:pt x="3361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0">
              <a:extLst>
                <a:ext uri="{FF2B5EF4-FFF2-40B4-BE49-F238E27FC236}">
                  <a16:creationId xmlns:a16="http://schemas.microsoft.com/office/drawing/2014/main" id="{384B050C-0C1E-646E-F036-B35ABEE8C21B}"/>
                </a:ext>
              </a:extLst>
            </p:cNvPr>
            <p:cNvSpPr/>
            <p:nvPr/>
          </p:nvSpPr>
          <p:spPr>
            <a:xfrm>
              <a:off x="130405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1" y="1"/>
                  </a:moveTo>
                  <a:cubicBezTo>
                    <a:pt x="402" y="1"/>
                    <a:pt x="1" y="402"/>
                    <a:pt x="1" y="911"/>
                  </a:cubicBezTo>
                  <a:cubicBezTo>
                    <a:pt x="1" y="1419"/>
                    <a:pt x="402" y="1847"/>
                    <a:pt x="911" y="1847"/>
                  </a:cubicBezTo>
                  <a:cubicBezTo>
                    <a:pt x="1419" y="1847"/>
                    <a:pt x="1821" y="1419"/>
                    <a:pt x="1821" y="911"/>
                  </a:cubicBezTo>
                  <a:cubicBezTo>
                    <a:pt x="1821" y="402"/>
                    <a:pt x="1419" y="1"/>
                    <a:pt x="91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0">
              <a:extLst>
                <a:ext uri="{FF2B5EF4-FFF2-40B4-BE49-F238E27FC236}">
                  <a16:creationId xmlns:a16="http://schemas.microsoft.com/office/drawing/2014/main" id="{466DCE4A-C0A9-7154-12D1-E8D48FD66C30}"/>
                </a:ext>
              </a:extLst>
            </p:cNvPr>
            <p:cNvSpPr/>
            <p:nvPr/>
          </p:nvSpPr>
          <p:spPr>
            <a:xfrm>
              <a:off x="1502800" y="3390775"/>
              <a:ext cx="45525" cy="46200"/>
            </a:xfrm>
            <a:custGeom>
              <a:avLst/>
              <a:gdLst/>
              <a:ahLst/>
              <a:cxnLst/>
              <a:rect l="l" t="t" r="r" b="b"/>
              <a:pathLst>
                <a:path w="1821" h="1848" extrusionOk="0">
                  <a:moveTo>
                    <a:pt x="910" y="1"/>
                  </a:moveTo>
                  <a:cubicBezTo>
                    <a:pt x="402" y="1"/>
                    <a:pt x="0" y="402"/>
                    <a:pt x="0" y="911"/>
                  </a:cubicBezTo>
                  <a:cubicBezTo>
                    <a:pt x="0" y="1419"/>
                    <a:pt x="402" y="1847"/>
                    <a:pt x="910" y="1847"/>
                  </a:cubicBezTo>
                  <a:cubicBezTo>
                    <a:pt x="1419" y="1847"/>
                    <a:pt x="1820" y="1419"/>
                    <a:pt x="1820" y="911"/>
                  </a:cubicBezTo>
                  <a:cubicBezTo>
                    <a:pt x="1820" y="402"/>
                    <a:pt x="1419" y="1"/>
                    <a:pt x="910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0">
              <a:extLst>
                <a:ext uri="{FF2B5EF4-FFF2-40B4-BE49-F238E27FC236}">
                  <a16:creationId xmlns:a16="http://schemas.microsoft.com/office/drawing/2014/main" id="{29ED1838-01EE-B0E0-9436-5A60444A8F92}"/>
                </a:ext>
              </a:extLst>
            </p:cNvPr>
            <p:cNvSpPr/>
            <p:nvPr/>
          </p:nvSpPr>
          <p:spPr>
            <a:xfrm>
              <a:off x="1361600" y="3366975"/>
              <a:ext cx="127825" cy="162575"/>
            </a:xfrm>
            <a:custGeom>
              <a:avLst/>
              <a:gdLst/>
              <a:ahLst/>
              <a:cxnLst/>
              <a:rect l="l" t="t" r="r" b="b"/>
              <a:pathLst>
                <a:path w="5113" h="6503" extrusionOk="0">
                  <a:moveTo>
                    <a:pt x="2658" y="1"/>
                  </a:moveTo>
                  <a:cubicBezTo>
                    <a:pt x="1949" y="1"/>
                    <a:pt x="1229" y="651"/>
                    <a:pt x="964" y="1247"/>
                  </a:cubicBezTo>
                  <a:cubicBezTo>
                    <a:pt x="456" y="2398"/>
                    <a:pt x="134" y="3683"/>
                    <a:pt x="27" y="4967"/>
                  </a:cubicBezTo>
                  <a:cubicBezTo>
                    <a:pt x="1" y="5342"/>
                    <a:pt x="81" y="5877"/>
                    <a:pt x="456" y="5931"/>
                  </a:cubicBezTo>
                  <a:cubicBezTo>
                    <a:pt x="499" y="5942"/>
                    <a:pt x="542" y="5946"/>
                    <a:pt x="584" y="5946"/>
                  </a:cubicBezTo>
                  <a:cubicBezTo>
                    <a:pt x="723" y="5946"/>
                    <a:pt x="852" y="5900"/>
                    <a:pt x="980" y="5900"/>
                  </a:cubicBezTo>
                  <a:cubicBezTo>
                    <a:pt x="1002" y="5900"/>
                    <a:pt x="1023" y="5901"/>
                    <a:pt x="1044" y="5904"/>
                  </a:cubicBezTo>
                  <a:cubicBezTo>
                    <a:pt x="1312" y="5931"/>
                    <a:pt x="1499" y="6118"/>
                    <a:pt x="1687" y="6252"/>
                  </a:cubicBezTo>
                  <a:cubicBezTo>
                    <a:pt x="1928" y="6421"/>
                    <a:pt x="2218" y="6503"/>
                    <a:pt x="2507" y="6503"/>
                  </a:cubicBezTo>
                  <a:cubicBezTo>
                    <a:pt x="2861" y="6503"/>
                    <a:pt x="3215" y="6381"/>
                    <a:pt x="3480" y="6145"/>
                  </a:cubicBezTo>
                  <a:cubicBezTo>
                    <a:pt x="3694" y="5958"/>
                    <a:pt x="3855" y="5690"/>
                    <a:pt x="4122" y="5610"/>
                  </a:cubicBezTo>
                  <a:cubicBezTo>
                    <a:pt x="4283" y="5530"/>
                    <a:pt x="4497" y="5556"/>
                    <a:pt x="4685" y="5476"/>
                  </a:cubicBezTo>
                  <a:cubicBezTo>
                    <a:pt x="4925" y="5369"/>
                    <a:pt x="5059" y="5101"/>
                    <a:pt x="5086" y="4860"/>
                  </a:cubicBezTo>
                  <a:cubicBezTo>
                    <a:pt x="5113" y="4593"/>
                    <a:pt x="5059" y="4325"/>
                    <a:pt x="5006" y="4084"/>
                  </a:cubicBezTo>
                  <a:cubicBezTo>
                    <a:pt x="4765" y="2933"/>
                    <a:pt x="4497" y="1729"/>
                    <a:pt x="3828" y="765"/>
                  </a:cubicBezTo>
                  <a:cubicBezTo>
                    <a:pt x="3641" y="498"/>
                    <a:pt x="3400" y="230"/>
                    <a:pt x="3105" y="96"/>
                  </a:cubicBezTo>
                  <a:cubicBezTo>
                    <a:pt x="2960" y="30"/>
                    <a:pt x="2809" y="1"/>
                    <a:pt x="2658" y="1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0">
              <a:extLst>
                <a:ext uri="{FF2B5EF4-FFF2-40B4-BE49-F238E27FC236}">
                  <a16:creationId xmlns:a16="http://schemas.microsoft.com/office/drawing/2014/main" id="{DECFDF35-9AC4-1936-2253-7E37A2D1CADF}"/>
                </a:ext>
              </a:extLst>
            </p:cNvPr>
            <p:cNvSpPr/>
            <p:nvPr/>
          </p:nvSpPr>
          <p:spPr>
            <a:xfrm>
              <a:off x="126792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2173" y="1"/>
                  </a:moveTo>
                  <a:cubicBezTo>
                    <a:pt x="2162" y="1"/>
                    <a:pt x="2152" y="1"/>
                    <a:pt x="2142" y="1"/>
                  </a:cubicBezTo>
                  <a:cubicBezTo>
                    <a:pt x="1446" y="28"/>
                    <a:pt x="214" y="670"/>
                    <a:pt x="54" y="1393"/>
                  </a:cubicBezTo>
                  <a:cubicBezTo>
                    <a:pt x="0" y="1580"/>
                    <a:pt x="54" y="1821"/>
                    <a:pt x="214" y="1955"/>
                  </a:cubicBezTo>
                  <a:cubicBezTo>
                    <a:pt x="336" y="2076"/>
                    <a:pt x="513" y="2108"/>
                    <a:pt x="688" y="2108"/>
                  </a:cubicBezTo>
                  <a:cubicBezTo>
                    <a:pt x="784" y="2108"/>
                    <a:pt x="879" y="2098"/>
                    <a:pt x="964" y="2089"/>
                  </a:cubicBezTo>
                  <a:cubicBezTo>
                    <a:pt x="1232" y="2062"/>
                    <a:pt x="1472" y="2009"/>
                    <a:pt x="1713" y="1955"/>
                  </a:cubicBezTo>
                  <a:cubicBezTo>
                    <a:pt x="2061" y="1875"/>
                    <a:pt x="2436" y="1714"/>
                    <a:pt x="2730" y="1527"/>
                  </a:cubicBezTo>
                  <a:cubicBezTo>
                    <a:pt x="3523" y="1025"/>
                    <a:pt x="2985" y="1"/>
                    <a:pt x="2173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0">
              <a:extLst>
                <a:ext uri="{FF2B5EF4-FFF2-40B4-BE49-F238E27FC236}">
                  <a16:creationId xmlns:a16="http://schemas.microsoft.com/office/drawing/2014/main" id="{DB013270-0535-5CA3-1AA5-977DC83606C8}"/>
                </a:ext>
              </a:extLst>
            </p:cNvPr>
            <p:cNvSpPr/>
            <p:nvPr/>
          </p:nvSpPr>
          <p:spPr>
            <a:xfrm>
              <a:off x="1486975" y="3320500"/>
              <a:ext cx="88100" cy="52700"/>
            </a:xfrm>
            <a:custGeom>
              <a:avLst/>
              <a:gdLst/>
              <a:ahLst/>
              <a:cxnLst/>
              <a:rect l="l" t="t" r="r" b="b"/>
              <a:pathLst>
                <a:path w="3524" h="2108" extrusionOk="0">
                  <a:moveTo>
                    <a:pt x="1352" y="1"/>
                  </a:moveTo>
                  <a:cubicBezTo>
                    <a:pt x="565" y="1"/>
                    <a:pt x="1" y="1025"/>
                    <a:pt x="794" y="1527"/>
                  </a:cubicBezTo>
                  <a:cubicBezTo>
                    <a:pt x="1115" y="1714"/>
                    <a:pt x="1463" y="1875"/>
                    <a:pt x="1811" y="1955"/>
                  </a:cubicBezTo>
                  <a:cubicBezTo>
                    <a:pt x="2052" y="2009"/>
                    <a:pt x="2319" y="2062"/>
                    <a:pt x="2560" y="2089"/>
                  </a:cubicBezTo>
                  <a:cubicBezTo>
                    <a:pt x="2655" y="2098"/>
                    <a:pt x="2753" y="2108"/>
                    <a:pt x="2849" y="2108"/>
                  </a:cubicBezTo>
                  <a:cubicBezTo>
                    <a:pt x="3026" y="2108"/>
                    <a:pt x="3198" y="2076"/>
                    <a:pt x="3336" y="1955"/>
                  </a:cubicBezTo>
                  <a:cubicBezTo>
                    <a:pt x="3470" y="1821"/>
                    <a:pt x="3524" y="1580"/>
                    <a:pt x="3497" y="1393"/>
                  </a:cubicBezTo>
                  <a:cubicBezTo>
                    <a:pt x="3336" y="670"/>
                    <a:pt x="2078" y="28"/>
                    <a:pt x="1383" y="1"/>
                  </a:cubicBezTo>
                  <a:cubicBezTo>
                    <a:pt x="1372" y="1"/>
                    <a:pt x="1362" y="1"/>
                    <a:pt x="1352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0">
              <a:extLst>
                <a:ext uri="{FF2B5EF4-FFF2-40B4-BE49-F238E27FC236}">
                  <a16:creationId xmlns:a16="http://schemas.microsoft.com/office/drawing/2014/main" id="{987743DC-5D9A-1B6F-CB7A-E08547265243}"/>
                </a:ext>
              </a:extLst>
            </p:cNvPr>
            <p:cNvSpPr/>
            <p:nvPr/>
          </p:nvSpPr>
          <p:spPr>
            <a:xfrm>
              <a:off x="1155500" y="3419000"/>
              <a:ext cx="564775" cy="325100"/>
            </a:xfrm>
            <a:custGeom>
              <a:avLst/>
              <a:gdLst/>
              <a:ahLst/>
              <a:cxnLst/>
              <a:rect l="l" t="t" r="r" b="b"/>
              <a:pathLst>
                <a:path w="22591" h="13004" extrusionOk="0">
                  <a:moveTo>
                    <a:pt x="11587" y="1"/>
                  </a:moveTo>
                  <a:cubicBezTo>
                    <a:pt x="10999" y="1"/>
                    <a:pt x="10411" y="73"/>
                    <a:pt x="9824" y="183"/>
                  </a:cubicBezTo>
                  <a:cubicBezTo>
                    <a:pt x="8833" y="344"/>
                    <a:pt x="7843" y="585"/>
                    <a:pt x="6906" y="933"/>
                  </a:cubicBezTo>
                  <a:cubicBezTo>
                    <a:pt x="4840" y="1662"/>
                    <a:pt x="2795" y="2789"/>
                    <a:pt x="653" y="2789"/>
                  </a:cubicBezTo>
                  <a:cubicBezTo>
                    <a:pt x="437" y="2789"/>
                    <a:pt x="219" y="2777"/>
                    <a:pt x="1" y="2753"/>
                  </a:cubicBezTo>
                  <a:lnTo>
                    <a:pt x="1" y="2753"/>
                  </a:lnTo>
                  <a:cubicBezTo>
                    <a:pt x="242" y="4466"/>
                    <a:pt x="456" y="6205"/>
                    <a:pt x="1152" y="7785"/>
                  </a:cubicBezTo>
                  <a:cubicBezTo>
                    <a:pt x="3293" y="10943"/>
                    <a:pt x="6906" y="13004"/>
                    <a:pt x="11028" y="13004"/>
                  </a:cubicBezTo>
                  <a:cubicBezTo>
                    <a:pt x="16007" y="13004"/>
                    <a:pt x="20289" y="9926"/>
                    <a:pt x="22056" y="5563"/>
                  </a:cubicBezTo>
                  <a:cubicBezTo>
                    <a:pt x="22296" y="4492"/>
                    <a:pt x="22457" y="3422"/>
                    <a:pt x="22591" y="2351"/>
                  </a:cubicBezTo>
                  <a:lnTo>
                    <a:pt x="22591" y="2351"/>
                  </a:lnTo>
                  <a:cubicBezTo>
                    <a:pt x="22041" y="2564"/>
                    <a:pt x="21467" y="2654"/>
                    <a:pt x="20886" y="2654"/>
                  </a:cubicBezTo>
                  <a:cubicBezTo>
                    <a:pt x="19713" y="2654"/>
                    <a:pt x="18508" y="2290"/>
                    <a:pt x="17398" y="1843"/>
                  </a:cubicBezTo>
                  <a:cubicBezTo>
                    <a:pt x="15766" y="1147"/>
                    <a:pt x="14160" y="237"/>
                    <a:pt x="12393" y="49"/>
                  </a:cubicBezTo>
                  <a:cubicBezTo>
                    <a:pt x="12124" y="16"/>
                    <a:pt x="11856" y="1"/>
                    <a:pt x="11587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0">
              <a:extLst>
                <a:ext uri="{FF2B5EF4-FFF2-40B4-BE49-F238E27FC236}">
                  <a16:creationId xmlns:a16="http://schemas.microsoft.com/office/drawing/2014/main" id="{56CD5119-BAA4-C559-4E96-31C4A2ABF79F}"/>
                </a:ext>
              </a:extLst>
            </p:cNvPr>
            <p:cNvSpPr/>
            <p:nvPr/>
          </p:nvSpPr>
          <p:spPr>
            <a:xfrm>
              <a:off x="1129400" y="3420900"/>
              <a:ext cx="34150" cy="80975"/>
            </a:xfrm>
            <a:custGeom>
              <a:avLst/>
              <a:gdLst/>
              <a:ahLst/>
              <a:cxnLst/>
              <a:rect l="l" t="t" r="r" b="b"/>
              <a:pathLst>
                <a:path w="1366" h="3239" fill="none" extrusionOk="0">
                  <a:moveTo>
                    <a:pt x="1" y="0"/>
                  </a:moveTo>
                  <a:cubicBezTo>
                    <a:pt x="429" y="1017"/>
                    <a:pt x="1018" y="2195"/>
                    <a:pt x="1366" y="3239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0">
              <a:extLst>
                <a:ext uri="{FF2B5EF4-FFF2-40B4-BE49-F238E27FC236}">
                  <a16:creationId xmlns:a16="http://schemas.microsoft.com/office/drawing/2014/main" id="{69081663-DDB3-49E4-BF46-62D90162346C}"/>
                </a:ext>
              </a:extLst>
            </p:cNvPr>
            <p:cNvSpPr/>
            <p:nvPr/>
          </p:nvSpPr>
          <p:spPr>
            <a:xfrm>
              <a:off x="1710225" y="3410175"/>
              <a:ext cx="20775" cy="90375"/>
            </a:xfrm>
            <a:custGeom>
              <a:avLst/>
              <a:gdLst/>
              <a:ahLst/>
              <a:cxnLst/>
              <a:rect l="l" t="t" r="r" b="b"/>
              <a:pathLst>
                <a:path w="831" h="3615" fill="none" extrusionOk="0">
                  <a:moveTo>
                    <a:pt x="830" y="1"/>
                  </a:moveTo>
                  <a:cubicBezTo>
                    <a:pt x="696" y="697"/>
                    <a:pt x="536" y="1393"/>
                    <a:pt x="402" y="2062"/>
                  </a:cubicBezTo>
                  <a:cubicBezTo>
                    <a:pt x="295" y="2597"/>
                    <a:pt x="188" y="3132"/>
                    <a:pt x="0" y="3614"/>
                  </a:cubicBezTo>
                </a:path>
              </a:pathLst>
            </a:custGeom>
            <a:noFill/>
            <a:ln w="8700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0">
              <a:extLst>
                <a:ext uri="{FF2B5EF4-FFF2-40B4-BE49-F238E27FC236}">
                  <a16:creationId xmlns:a16="http://schemas.microsoft.com/office/drawing/2014/main" id="{D1F226A4-A1B1-22FD-631E-4F6DF007592B}"/>
                </a:ext>
              </a:extLst>
            </p:cNvPr>
            <p:cNvSpPr/>
            <p:nvPr/>
          </p:nvSpPr>
          <p:spPr>
            <a:xfrm>
              <a:off x="1535575" y="3107075"/>
              <a:ext cx="214825" cy="335250"/>
            </a:xfrm>
            <a:custGeom>
              <a:avLst/>
              <a:gdLst/>
              <a:ahLst/>
              <a:cxnLst/>
              <a:rect l="l" t="t" r="r" b="b"/>
              <a:pathLst>
                <a:path w="8593" h="13410" extrusionOk="0">
                  <a:moveTo>
                    <a:pt x="3093" y="0"/>
                  </a:moveTo>
                  <a:cubicBezTo>
                    <a:pt x="2799" y="0"/>
                    <a:pt x="2540" y="93"/>
                    <a:pt x="2302" y="348"/>
                  </a:cubicBezTo>
                  <a:cubicBezTo>
                    <a:pt x="1633" y="1044"/>
                    <a:pt x="991" y="1767"/>
                    <a:pt x="402" y="2543"/>
                  </a:cubicBezTo>
                  <a:cubicBezTo>
                    <a:pt x="268" y="2730"/>
                    <a:pt x="134" y="2944"/>
                    <a:pt x="54" y="3185"/>
                  </a:cubicBezTo>
                  <a:cubicBezTo>
                    <a:pt x="1" y="3372"/>
                    <a:pt x="1" y="3587"/>
                    <a:pt x="1" y="3801"/>
                  </a:cubicBezTo>
                  <a:cubicBezTo>
                    <a:pt x="108" y="5193"/>
                    <a:pt x="1312" y="6397"/>
                    <a:pt x="2677" y="6504"/>
                  </a:cubicBezTo>
                  <a:cubicBezTo>
                    <a:pt x="2195" y="7923"/>
                    <a:pt x="2918" y="9529"/>
                    <a:pt x="3908" y="10653"/>
                  </a:cubicBezTo>
                  <a:cubicBezTo>
                    <a:pt x="4925" y="11750"/>
                    <a:pt x="6317" y="12794"/>
                    <a:pt x="7682" y="13410"/>
                  </a:cubicBezTo>
                  <a:cubicBezTo>
                    <a:pt x="8592" y="11188"/>
                    <a:pt x="8378" y="8271"/>
                    <a:pt x="7843" y="5942"/>
                  </a:cubicBezTo>
                  <a:cubicBezTo>
                    <a:pt x="7575" y="4711"/>
                    <a:pt x="7254" y="3453"/>
                    <a:pt x="6585" y="2355"/>
                  </a:cubicBezTo>
                  <a:cubicBezTo>
                    <a:pt x="5916" y="1258"/>
                    <a:pt x="4899" y="348"/>
                    <a:pt x="3641" y="80"/>
                  </a:cubicBezTo>
                  <a:cubicBezTo>
                    <a:pt x="3445" y="31"/>
                    <a:pt x="3263" y="0"/>
                    <a:pt x="3093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0">
              <a:extLst>
                <a:ext uri="{FF2B5EF4-FFF2-40B4-BE49-F238E27FC236}">
                  <a16:creationId xmlns:a16="http://schemas.microsoft.com/office/drawing/2014/main" id="{6FC3C376-735B-5572-49B7-A2B6D8BA6E6B}"/>
                </a:ext>
              </a:extLst>
            </p:cNvPr>
            <p:cNvSpPr/>
            <p:nvPr/>
          </p:nvSpPr>
          <p:spPr>
            <a:xfrm>
              <a:off x="1077225" y="2992950"/>
              <a:ext cx="547375" cy="437325"/>
            </a:xfrm>
            <a:custGeom>
              <a:avLst/>
              <a:gdLst/>
              <a:ahLst/>
              <a:cxnLst/>
              <a:rect l="l" t="t" r="r" b="b"/>
              <a:pathLst>
                <a:path w="21895" h="17493" extrusionOk="0">
                  <a:moveTo>
                    <a:pt x="11471" y="0"/>
                  </a:moveTo>
                  <a:cubicBezTo>
                    <a:pt x="10573" y="0"/>
                    <a:pt x="9678" y="203"/>
                    <a:pt x="8886" y="631"/>
                  </a:cubicBezTo>
                  <a:cubicBezTo>
                    <a:pt x="7548" y="1353"/>
                    <a:pt x="6451" y="2638"/>
                    <a:pt x="6370" y="4164"/>
                  </a:cubicBezTo>
                  <a:cubicBezTo>
                    <a:pt x="6261" y="4157"/>
                    <a:pt x="6152" y="4153"/>
                    <a:pt x="6042" y="4153"/>
                  </a:cubicBezTo>
                  <a:cubicBezTo>
                    <a:pt x="4037" y="4153"/>
                    <a:pt x="2059" y="5303"/>
                    <a:pt x="1044" y="7054"/>
                  </a:cubicBezTo>
                  <a:cubicBezTo>
                    <a:pt x="0" y="8901"/>
                    <a:pt x="134" y="11283"/>
                    <a:pt x="1312" y="13050"/>
                  </a:cubicBezTo>
                  <a:cubicBezTo>
                    <a:pt x="696" y="13879"/>
                    <a:pt x="562" y="15030"/>
                    <a:pt x="964" y="15940"/>
                  </a:cubicBezTo>
                  <a:cubicBezTo>
                    <a:pt x="1124" y="16369"/>
                    <a:pt x="1392" y="16717"/>
                    <a:pt x="1660" y="17091"/>
                  </a:cubicBezTo>
                  <a:cubicBezTo>
                    <a:pt x="1767" y="17225"/>
                    <a:pt x="1900" y="17359"/>
                    <a:pt x="1981" y="17493"/>
                  </a:cubicBezTo>
                  <a:cubicBezTo>
                    <a:pt x="4550" y="16556"/>
                    <a:pt x="6451" y="14094"/>
                    <a:pt x="6504" y="11390"/>
                  </a:cubicBezTo>
                  <a:cubicBezTo>
                    <a:pt x="6775" y="11432"/>
                    <a:pt x="7050" y="11452"/>
                    <a:pt x="7326" y="11452"/>
                  </a:cubicBezTo>
                  <a:cubicBezTo>
                    <a:pt x="8303" y="11452"/>
                    <a:pt x="9289" y="11195"/>
                    <a:pt x="10144" y="10694"/>
                  </a:cubicBezTo>
                  <a:cubicBezTo>
                    <a:pt x="11242" y="10052"/>
                    <a:pt x="11938" y="9195"/>
                    <a:pt x="12366" y="8018"/>
                  </a:cubicBezTo>
                  <a:cubicBezTo>
                    <a:pt x="13271" y="8502"/>
                    <a:pt x="14294" y="8749"/>
                    <a:pt x="15314" y="8749"/>
                  </a:cubicBezTo>
                  <a:cubicBezTo>
                    <a:pt x="16043" y="8749"/>
                    <a:pt x="16771" y="8622"/>
                    <a:pt x="17451" y="8366"/>
                  </a:cubicBezTo>
                  <a:cubicBezTo>
                    <a:pt x="17880" y="8232"/>
                    <a:pt x="18308" y="7991"/>
                    <a:pt x="18468" y="7590"/>
                  </a:cubicBezTo>
                  <a:cubicBezTo>
                    <a:pt x="18496" y="7591"/>
                    <a:pt x="18523" y="7592"/>
                    <a:pt x="18551" y="7592"/>
                  </a:cubicBezTo>
                  <a:cubicBezTo>
                    <a:pt x="19071" y="7592"/>
                    <a:pt x="19696" y="7360"/>
                    <a:pt x="20128" y="7081"/>
                  </a:cubicBezTo>
                  <a:cubicBezTo>
                    <a:pt x="20904" y="6519"/>
                    <a:pt x="21894" y="5877"/>
                    <a:pt x="21841" y="4940"/>
                  </a:cubicBezTo>
                  <a:cubicBezTo>
                    <a:pt x="21761" y="3842"/>
                    <a:pt x="21011" y="2825"/>
                    <a:pt x="19994" y="2424"/>
                  </a:cubicBezTo>
                  <a:cubicBezTo>
                    <a:pt x="19631" y="2280"/>
                    <a:pt x="19244" y="2209"/>
                    <a:pt x="18859" y="2209"/>
                  </a:cubicBezTo>
                  <a:cubicBezTo>
                    <a:pt x="18168" y="2209"/>
                    <a:pt x="17486" y="2441"/>
                    <a:pt x="16970" y="2906"/>
                  </a:cubicBezTo>
                  <a:cubicBezTo>
                    <a:pt x="16033" y="1728"/>
                    <a:pt x="14775" y="738"/>
                    <a:pt x="13303" y="283"/>
                  </a:cubicBezTo>
                  <a:cubicBezTo>
                    <a:pt x="12712" y="97"/>
                    <a:pt x="12091" y="0"/>
                    <a:pt x="11471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0">
              <a:extLst>
                <a:ext uri="{FF2B5EF4-FFF2-40B4-BE49-F238E27FC236}">
                  <a16:creationId xmlns:a16="http://schemas.microsoft.com/office/drawing/2014/main" id="{634E1556-7CB9-54E7-D750-8076E26C80A4}"/>
                </a:ext>
              </a:extLst>
            </p:cNvPr>
            <p:cNvSpPr/>
            <p:nvPr/>
          </p:nvSpPr>
          <p:spPr>
            <a:xfrm>
              <a:off x="1617875" y="3108075"/>
              <a:ext cx="154600" cy="332925"/>
            </a:xfrm>
            <a:custGeom>
              <a:avLst/>
              <a:gdLst/>
              <a:ahLst/>
              <a:cxnLst/>
              <a:rect l="l" t="t" r="r" b="b"/>
              <a:pathLst>
                <a:path w="6184" h="13317" extrusionOk="0">
                  <a:moveTo>
                    <a:pt x="314" y="0"/>
                  </a:moveTo>
                  <a:cubicBezTo>
                    <a:pt x="210" y="0"/>
                    <a:pt x="105" y="5"/>
                    <a:pt x="1" y="14"/>
                  </a:cubicBezTo>
                  <a:cubicBezTo>
                    <a:pt x="1928" y="4269"/>
                    <a:pt x="3427" y="8739"/>
                    <a:pt x="4390" y="13316"/>
                  </a:cubicBezTo>
                  <a:cubicBezTo>
                    <a:pt x="4819" y="12379"/>
                    <a:pt x="5220" y="11255"/>
                    <a:pt x="5595" y="10292"/>
                  </a:cubicBezTo>
                  <a:cubicBezTo>
                    <a:pt x="5969" y="9328"/>
                    <a:pt x="6184" y="8284"/>
                    <a:pt x="5996" y="7267"/>
                  </a:cubicBezTo>
                  <a:cubicBezTo>
                    <a:pt x="5836" y="6277"/>
                    <a:pt x="5167" y="5233"/>
                    <a:pt x="4203" y="4858"/>
                  </a:cubicBezTo>
                  <a:cubicBezTo>
                    <a:pt x="4471" y="3654"/>
                    <a:pt x="4149" y="2315"/>
                    <a:pt x="3320" y="1379"/>
                  </a:cubicBezTo>
                  <a:cubicBezTo>
                    <a:pt x="2585" y="521"/>
                    <a:pt x="1446" y="0"/>
                    <a:pt x="314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0">
              <a:extLst>
                <a:ext uri="{FF2B5EF4-FFF2-40B4-BE49-F238E27FC236}">
                  <a16:creationId xmlns:a16="http://schemas.microsoft.com/office/drawing/2014/main" id="{049B615A-A6BA-C8C4-B052-6BBE60AE32E6}"/>
                </a:ext>
              </a:extLst>
            </p:cNvPr>
            <p:cNvSpPr/>
            <p:nvPr/>
          </p:nvSpPr>
          <p:spPr>
            <a:xfrm>
              <a:off x="1136775" y="3791600"/>
              <a:ext cx="230875" cy="626325"/>
            </a:xfrm>
            <a:custGeom>
              <a:avLst/>
              <a:gdLst/>
              <a:ahLst/>
              <a:cxnLst/>
              <a:rect l="l" t="t" r="r" b="b"/>
              <a:pathLst>
                <a:path w="9235" h="25053" extrusionOk="0">
                  <a:moveTo>
                    <a:pt x="9234" y="0"/>
                  </a:moveTo>
                  <a:cubicBezTo>
                    <a:pt x="6370" y="1258"/>
                    <a:pt x="3453" y="4042"/>
                    <a:pt x="2222" y="6825"/>
                  </a:cubicBezTo>
                  <a:cubicBezTo>
                    <a:pt x="884" y="9877"/>
                    <a:pt x="482" y="13169"/>
                    <a:pt x="268" y="16274"/>
                  </a:cubicBezTo>
                  <a:cubicBezTo>
                    <a:pt x="107" y="18388"/>
                    <a:pt x="0" y="20824"/>
                    <a:pt x="241" y="23259"/>
                  </a:cubicBezTo>
                  <a:cubicBezTo>
                    <a:pt x="295" y="23741"/>
                    <a:pt x="348" y="24196"/>
                    <a:pt x="429" y="24651"/>
                  </a:cubicBezTo>
                  <a:lnTo>
                    <a:pt x="455" y="24785"/>
                  </a:lnTo>
                  <a:cubicBezTo>
                    <a:pt x="482" y="24946"/>
                    <a:pt x="616" y="25053"/>
                    <a:pt x="776" y="25053"/>
                  </a:cubicBezTo>
                  <a:lnTo>
                    <a:pt x="830" y="25053"/>
                  </a:lnTo>
                  <a:cubicBezTo>
                    <a:pt x="1017" y="25026"/>
                    <a:pt x="1151" y="24839"/>
                    <a:pt x="1098" y="24678"/>
                  </a:cubicBezTo>
                  <a:cubicBezTo>
                    <a:pt x="1098" y="24624"/>
                    <a:pt x="1098" y="24598"/>
                    <a:pt x="1098" y="24571"/>
                  </a:cubicBezTo>
                  <a:cubicBezTo>
                    <a:pt x="1017" y="24116"/>
                    <a:pt x="964" y="23661"/>
                    <a:pt x="910" y="23179"/>
                  </a:cubicBezTo>
                  <a:cubicBezTo>
                    <a:pt x="669" y="20797"/>
                    <a:pt x="776" y="18415"/>
                    <a:pt x="937" y="16327"/>
                  </a:cubicBezTo>
                  <a:cubicBezTo>
                    <a:pt x="1151" y="13276"/>
                    <a:pt x="1526" y="10037"/>
                    <a:pt x="2837" y="7093"/>
                  </a:cubicBezTo>
                  <a:cubicBezTo>
                    <a:pt x="3935" y="4577"/>
                    <a:pt x="6531" y="2061"/>
                    <a:pt x="9127" y="803"/>
                  </a:cubicBezTo>
                  <a:lnTo>
                    <a:pt x="9234" y="0"/>
                  </a:ln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0">
              <a:extLst>
                <a:ext uri="{FF2B5EF4-FFF2-40B4-BE49-F238E27FC236}">
                  <a16:creationId xmlns:a16="http://schemas.microsoft.com/office/drawing/2014/main" id="{F134A065-3EA9-E4CF-4EF7-2136A2960C50}"/>
                </a:ext>
              </a:extLst>
            </p:cNvPr>
            <p:cNvSpPr/>
            <p:nvPr/>
          </p:nvSpPr>
          <p:spPr>
            <a:xfrm>
              <a:off x="1500775" y="3784225"/>
              <a:ext cx="259650" cy="352000"/>
            </a:xfrm>
            <a:custGeom>
              <a:avLst/>
              <a:gdLst/>
              <a:ahLst/>
              <a:cxnLst/>
              <a:rect l="l" t="t" r="r" b="b"/>
              <a:pathLst>
                <a:path w="10386" h="14080" extrusionOk="0">
                  <a:moveTo>
                    <a:pt x="1" y="1"/>
                  </a:moveTo>
                  <a:lnTo>
                    <a:pt x="54" y="697"/>
                  </a:lnTo>
                  <a:cubicBezTo>
                    <a:pt x="616" y="857"/>
                    <a:pt x="1232" y="1098"/>
                    <a:pt x="1526" y="1285"/>
                  </a:cubicBezTo>
                  <a:cubicBezTo>
                    <a:pt x="5916" y="4016"/>
                    <a:pt x="8994" y="8700"/>
                    <a:pt x="9717" y="13812"/>
                  </a:cubicBezTo>
                  <a:cubicBezTo>
                    <a:pt x="9743" y="13865"/>
                    <a:pt x="9770" y="13919"/>
                    <a:pt x="9797" y="13972"/>
                  </a:cubicBezTo>
                  <a:cubicBezTo>
                    <a:pt x="9877" y="14053"/>
                    <a:pt x="9958" y="14079"/>
                    <a:pt x="10065" y="14079"/>
                  </a:cubicBezTo>
                  <a:lnTo>
                    <a:pt x="10118" y="14079"/>
                  </a:lnTo>
                  <a:cubicBezTo>
                    <a:pt x="10252" y="14079"/>
                    <a:pt x="10359" y="13946"/>
                    <a:pt x="10386" y="13812"/>
                  </a:cubicBezTo>
                  <a:cubicBezTo>
                    <a:pt x="10386" y="13785"/>
                    <a:pt x="10386" y="13731"/>
                    <a:pt x="10386" y="13705"/>
                  </a:cubicBezTo>
                  <a:cubicBezTo>
                    <a:pt x="9610" y="8405"/>
                    <a:pt x="6451" y="3534"/>
                    <a:pt x="1874" y="697"/>
                  </a:cubicBezTo>
                  <a:cubicBezTo>
                    <a:pt x="1473" y="456"/>
                    <a:pt x="723" y="161"/>
                    <a:pt x="1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0">
              <a:extLst>
                <a:ext uri="{FF2B5EF4-FFF2-40B4-BE49-F238E27FC236}">
                  <a16:creationId xmlns:a16="http://schemas.microsoft.com/office/drawing/2014/main" id="{D3201FD1-D2E2-431B-A27F-6221528573F5}"/>
                </a:ext>
              </a:extLst>
            </p:cNvPr>
            <p:cNvSpPr/>
            <p:nvPr/>
          </p:nvSpPr>
          <p:spPr>
            <a:xfrm>
              <a:off x="1634600" y="4127500"/>
              <a:ext cx="137875" cy="361350"/>
            </a:xfrm>
            <a:custGeom>
              <a:avLst/>
              <a:gdLst/>
              <a:ahLst/>
              <a:cxnLst/>
              <a:rect l="l" t="t" r="r" b="b"/>
              <a:pathLst>
                <a:path w="5515" h="14454" fill="none" extrusionOk="0">
                  <a:moveTo>
                    <a:pt x="4685" y="0"/>
                  </a:moveTo>
                  <a:cubicBezTo>
                    <a:pt x="2838" y="1901"/>
                    <a:pt x="1473" y="4229"/>
                    <a:pt x="697" y="6772"/>
                  </a:cubicBezTo>
                  <a:cubicBezTo>
                    <a:pt x="215" y="8351"/>
                    <a:pt x="1" y="10091"/>
                    <a:pt x="697" y="11590"/>
                  </a:cubicBezTo>
                  <a:cubicBezTo>
                    <a:pt x="1366" y="13062"/>
                    <a:pt x="3882" y="14454"/>
                    <a:pt x="5515" y="14427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0">
              <a:extLst>
                <a:ext uri="{FF2B5EF4-FFF2-40B4-BE49-F238E27FC236}">
                  <a16:creationId xmlns:a16="http://schemas.microsoft.com/office/drawing/2014/main" id="{AF5282C3-BEC9-4594-89BE-83188CD1F86F}"/>
                </a:ext>
              </a:extLst>
            </p:cNvPr>
            <p:cNvSpPr/>
            <p:nvPr/>
          </p:nvSpPr>
          <p:spPr>
            <a:xfrm>
              <a:off x="1666725" y="4126150"/>
              <a:ext cx="175350" cy="368050"/>
            </a:xfrm>
            <a:custGeom>
              <a:avLst/>
              <a:gdLst/>
              <a:ahLst/>
              <a:cxnLst/>
              <a:rect l="l" t="t" r="r" b="b"/>
              <a:pathLst>
                <a:path w="7014" h="14722" fill="none" extrusionOk="0">
                  <a:moveTo>
                    <a:pt x="3507" y="1"/>
                  </a:moveTo>
                  <a:cubicBezTo>
                    <a:pt x="4604" y="483"/>
                    <a:pt x="5488" y="1393"/>
                    <a:pt x="6023" y="2437"/>
                  </a:cubicBezTo>
                  <a:cubicBezTo>
                    <a:pt x="6585" y="3507"/>
                    <a:pt x="6853" y="4685"/>
                    <a:pt x="6960" y="5863"/>
                  </a:cubicBezTo>
                  <a:cubicBezTo>
                    <a:pt x="7013" y="6612"/>
                    <a:pt x="7013" y="7361"/>
                    <a:pt x="6879" y="8111"/>
                  </a:cubicBezTo>
                  <a:cubicBezTo>
                    <a:pt x="6612" y="9770"/>
                    <a:pt x="5675" y="11269"/>
                    <a:pt x="4417" y="12393"/>
                  </a:cubicBezTo>
                  <a:cubicBezTo>
                    <a:pt x="3159" y="13518"/>
                    <a:pt x="1607" y="14267"/>
                    <a:pt x="1" y="14722"/>
                  </a:cubicBezTo>
                </a:path>
              </a:pathLst>
            </a:custGeom>
            <a:noFill/>
            <a:ln w="1672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0">
              <a:extLst>
                <a:ext uri="{FF2B5EF4-FFF2-40B4-BE49-F238E27FC236}">
                  <a16:creationId xmlns:a16="http://schemas.microsoft.com/office/drawing/2014/main" id="{C71FE524-CCDA-072A-FAEA-9C43FB449EAC}"/>
                </a:ext>
              </a:extLst>
            </p:cNvPr>
            <p:cNvSpPr/>
            <p:nvPr/>
          </p:nvSpPr>
          <p:spPr>
            <a:xfrm>
              <a:off x="1073875" y="4371075"/>
              <a:ext cx="175325" cy="175325"/>
            </a:xfrm>
            <a:custGeom>
              <a:avLst/>
              <a:gdLst/>
              <a:ahLst/>
              <a:cxnLst/>
              <a:rect l="l" t="t" r="r" b="b"/>
              <a:pathLst>
                <a:path w="7013" h="7013" extrusionOk="0">
                  <a:moveTo>
                    <a:pt x="3507" y="0"/>
                  </a:moveTo>
                  <a:cubicBezTo>
                    <a:pt x="1579" y="0"/>
                    <a:pt x="0" y="1579"/>
                    <a:pt x="0" y="3506"/>
                  </a:cubicBezTo>
                  <a:cubicBezTo>
                    <a:pt x="0" y="5434"/>
                    <a:pt x="1579" y="7013"/>
                    <a:pt x="3507" y="7013"/>
                  </a:cubicBezTo>
                  <a:cubicBezTo>
                    <a:pt x="5434" y="7013"/>
                    <a:pt x="7013" y="5434"/>
                    <a:pt x="7013" y="3506"/>
                  </a:cubicBezTo>
                  <a:cubicBezTo>
                    <a:pt x="7013" y="1579"/>
                    <a:pt x="5434" y="0"/>
                    <a:pt x="3507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0">
              <a:extLst>
                <a:ext uri="{FF2B5EF4-FFF2-40B4-BE49-F238E27FC236}">
                  <a16:creationId xmlns:a16="http://schemas.microsoft.com/office/drawing/2014/main" id="{0E30CD34-6F74-26E2-9806-4D02DE19B3AB}"/>
                </a:ext>
              </a:extLst>
            </p:cNvPr>
            <p:cNvSpPr/>
            <p:nvPr/>
          </p:nvSpPr>
          <p:spPr>
            <a:xfrm>
              <a:off x="1108675" y="4405850"/>
              <a:ext cx="105750" cy="105750"/>
            </a:xfrm>
            <a:custGeom>
              <a:avLst/>
              <a:gdLst/>
              <a:ahLst/>
              <a:cxnLst/>
              <a:rect l="l" t="t" r="r" b="b"/>
              <a:pathLst>
                <a:path w="4230" h="4230" fill="none" extrusionOk="0">
                  <a:moveTo>
                    <a:pt x="4229" y="2115"/>
                  </a:moveTo>
                  <a:cubicBezTo>
                    <a:pt x="4229" y="3293"/>
                    <a:pt x="3292" y="4230"/>
                    <a:pt x="2115" y="4230"/>
                  </a:cubicBezTo>
                  <a:cubicBezTo>
                    <a:pt x="937" y="4230"/>
                    <a:pt x="0" y="3293"/>
                    <a:pt x="0" y="2115"/>
                  </a:cubicBezTo>
                  <a:cubicBezTo>
                    <a:pt x="0" y="938"/>
                    <a:pt x="937" y="1"/>
                    <a:pt x="2115" y="1"/>
                  </a:cubicBezTo>
                  <a:cubicBezTo>
                    <a:pt x="3292" y="1"/>
                    <a:pt x="4229" y="938"/>
                    <a:pt x="4229" y="2115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AEDDC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0">
              <a:extLst>
                <a:ext uri="{FF2B5EF4-FFF2-40B4-BE49-F238E27FC236}">
                  <a16:creationId xmlns:a16="http://schemas.microsoft.com/office/drawing/2014/main" id="{33B6EB5B-FB49-9AE7-EF35-940194183D25}"/>
                </a:ext>
              </a:extLst>
            </p:cNvPr>
            <p:cNvSpPr/>
            <p:nvPr/>
          </p:nvSpPr>
          <p:spPr>
            <a:xfrm>
              <a:off x="1641300" y="4474775"/>
              <a:ext cx="48200" cy="47550"/>
            </a:xfrm>
            <a:custGeom>
              <a:avLst/>
              <a:gdLst/>
              <a:ahLst/>
              <a:cxnLst/>
              <a:rect l="l" t="t" r="r" b="b"/>
              <a:pathLst>
                <a:path w="1928" h="1902" extrusionOk="0">
                  <a:moveTo>
                    <a:pt x="964" y="1"/>
                  </a:moveTo>
                  <a:cubicBezTo>
                    <a:pt x="456" y="1"/>
                    <a:pt x="54" y="375"/>
                    <a:pt x="1" y="857"/>
                  </a:cubicBezTo>
                  <a:cubicBezTo>
                    <a:pt x="1" y="884"/>
                    <a:pt x="1" y="911"/>
                    <a:pt x="1" y="964"/>
                  </a:cubicBezTo>
                  <a:cubicBezTo>
                    <a:pt x="1" y="1473"/>
                    <a:pt x="429" y="1901"/>
                    <a:pt x="964" y="1901"/>
                  </a:cubicBezTo>
                  <a:cubicBezTo>
                    <a:pt x="1499" y="1901"/>
                    <a:pt x="1928" y="1473"/>
                    <a:pt x="1928" y="964"/>
                  </a:cubicBezTo>
                  <a:cubicBezTo>
                    <a:pt x="1928" y="911"/>
                    <a:pt x="1928" y="857"/>
                    <a:pt x="1901" y="804"/>
                  </a:cubicBezTo>
                  <a:cubicBezTo>
                    <a:pt x="1901" y="697"/>
                    <a:pt x="1874" y="616"/>
                    <a:pt x="1821" y="536"/>
                  </a:cubicBezTo>
                  <a:cubicBezTo>
                    <a:pt x="1660" y="215"/>
                    <a:pt x="1339" y="1"/>
                    <a:pt x="96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0">
              <a:extLst>
                <a:ext uri="{FF2B5EF4-FFF2-40B4-BE49-F238E27FC236}">
                  <a16:creationId xmlns:a16="http://schemas.microsoft.com/office/drawing/2014/main" id="{7A9161FF-FDF1-C2CA-E26A-471652A2B160}"/>
                </a:ext>
              </a:extLst>
            </p:cNvPr>
            <p:cNvSpPr/>
            <p:nvPr/>
          </p:nvSpPr>
          <p:spPr>
            <a:xfrm>
              <a:off x="1754375" y="4468100"/>
              <a:ext cx="48225" cy="48200"/>
            </a:xfrm>
            <a:custGeom>
              <a:avLst/>
              <a:gdLst/>
              <a:ahLst/>
              <a:cxnLst/>
              <a:rect l="l" t="t" r="r" b="b"/>
              <a:pathLst>
                <a:path w="1929" h="1928" extrusionOk="0">
                  <a:moveTo>
                    <a:pt x="965" y="0"/>
                  </a:moveTo>
                  <a:cubicBezTo>
                    <a:pt x="509" y="0"/>
                    <a:pt x="135" y="321"/>
                    <a:pt x="28" y="750"/>
                  </a:cubicBezTo>
                  <a:cubicBezTo>
                    <a:pt x="28" y="803"/>
                    <a:pt x="1" y="857"/>
                    <a:pt x="1" y="937"/>
                  </a:cubicBezTo>
                  <a:lnTo>
                    <a:pt x="1" y="964"/>
                  </a:lnTo>
                  <a:cubicBezTo>
                    <a:pt x="1" y="1499"/>
                    <a:pt x="429" y="1927"/>
                    <a:pt x="965" y="1927"/>
                  </a:cubicBezTo>
                  <a:cubicBezTo>
                    <a:pt x="1500" y="1927"/>
                    <a:pt x="1928" y="1499"/>
                    <a:pt x="1928" y="964"/>
                  </a:cubicBezTo>
                  <a:cubicBezTo>
                    <a:pt x="1928" y="910"/>
                    <a:pt x="1928" y="857"/>
                    <a:pt x="1901" y="776"/>
                  </a:cubicBezTo>
                  <a:cubicBezTo>
                    <a:pt x="1821" y="348"/>
                    <a:pt x="1446" y="0"/>
                    <a:pt x="965" y="0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0">
              <a:extLst>
                <a:ext uri="{FF2B5EF4-FFF2-40B4-BE49-F238E27FC236}">
                  <a16:creationId xmlns:a16="http://schemas.microsoft.com/office/drawing/2014/main" id="{A9DE3A1A-C37C-2034-003F-520C5DC36BB1}"/>
                </a:ext>
              </a:extLst>
            </p:cNvPr>
            <p:cNvSpPr/>
            <p:nvPr/>
          </p:nvSpPr>
          <p:spPr>
            <a:xfrm>
              <a:off x="794850" y="3299325"/>
              <a:ext cx="216150" cy="266875"/>
            </a:xfrm>
            <a:custGeom>
              <a:avLst/>
              <a:gdLst/>
              <a:ahLst/>
              <a:cxnLst/>
              <a:rect l="l" t="t" r="r" b="b"/>
              <a:pathLst>
                <a:path w="8646" h="10675" extrusionOk="0">
                  <a:moveTo>
                    <a:pt x="5464" y="0"/>
                  </a:moveTo>
                  <a:cubicBezTo>
                    <a:pt x="3807" y="0"/>
                    <a:pt x="1964" y="1605"/>
                    <a:pt x="1017" y="4007"/>
                  </a:cubicBezTo>
                  <a:cubicBezTo>
                    <a:pt x="1017" y="4007"/>
                    <a:pt x="1017" y="4033"/>
                    <a:pt x="990" y="4060"/>
                  </a:cubicBezTo>
                  <a:cubicBezTo>
                    <a:pt x="0" y="6630"/>
                    <a:pt x="375" y="9199"/>
                    <a:pt x="1767" y="10243"/>
                  </a:cubicBezTo>
                  <a:cubicBezTo>
                    <a:pt x="1927" y="10350"/>
                    <a:pt x="2115" y="10430"/>
                    <a:pt x="2302" y="10511"/>
                  </a:cubicBezTo>
                  <a:cubicBezTo>
                    <a:pt x="2581" y="10621"/>
                    <a:pt x="2872" y="10674"/>
                    <a:pt x="3171" y="10674"/>
                  </a:cubicBezTo>
                  <a:cubicBezTo>
                    <a:pt x="4822" y="10674"/>
                    <a:pt x="6676" y="9055"/>
                    <a:pt x="7628" y="6630"/>
                  </a:cubicBezTo>
                  <a:cubicBezTo>
                    <a:pt x="7709" y="6415"/>
                    <a:pt x="7762" y="6228"/>
                    <a:pt x="7816" y="6041"/>
                  </a:cubicBezTo>
                  <a:cubicBezTo>
                    <a:pt x="8645" y="3364"/>
                    <a:pt x="8030" y="821"/>
                    <a:pt x="6317" y="152"/>
                  </a:cubicBezTo>
                  <a:cubicBezTo>
                    <a:pt x="6290" y="152"/>
                    <a:pt x="6263" y="126"/>
                    <a:pt x="6236" y="126"/>
                  </a:cubicBezTo>
                  <a:cubicBezTo>
                    <a:pt x="5987" y="41"/>
                    <a:pt x="5728" y="0"/>
                    <a:pt x="54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0">
              <a:extLst>
                <a:ext uri="{FF2B5EF4-FFF2-40B4-BE49-F238E27FC236}">
                  <a16:creationId xmlns:a16="http://schemas.microsoft.com/office/drawing/2014/main" id="{D2F0A95B-6EF4-297F-CE0E-3B6F5C2EF877}"/>
                </a:ext>
              </a:extLst>
            </p:cNvPr>
            <p:cNvSpPr/>
            <p:nvPr/>
          </p:nvSpPr>
          <p:spPr>
            <a:xfrm>
              <a:off x="776775" y="3291225"/>
              <a:ext cx="217500" cy="267275"/>
            </a:xfrm>
            <a:custGeom>
              <a:avLst/>
              <a:gdLst/>
              <a:ahLst/>
              <a:cxnLst/>
              <a:rect l="l" t="t" r="r" b="b"/>
              <a:pathLst>
                <a:path w="8700" h="10691" extrusionOk="0">
                  <a:moveTo>
                    <a:pt x="5581" y="0"/>
                  </a:moveTo>
                  <a:cubicBezTo>
                    <a:pt x="3943" y="0"/>
                    <a:pt x="2084" y="1599"/>
                    <a:pt x="1151" y="4009"/>
                  </a:cubicBezTo>
                  <a:cubicBezTo>
                    <a:pt x="1125" y="4009"/>
                    <a:pt x="1125" y="4036"/>
                    <a:pt x="1125" y="4063"/>
                  </a:cubicBezTo>
                  <a:cubicBezTo>
                    <a:pt x="0" y="6927"/>
                    <a:pt x="589" y="9818"/>
                    <a:pt x="2409" y="10513"/>
                  </a:cubicBezTo>
                  <a:cubicBezTo>
                    <a:pt x="2436" y="10540"/>
                    <a:pt x="2463" y="10540"/>
                    <a:pt x="2490" y="10567"/>
                  </a:cubicBezTo>
                  <a:cubicBezTo>
                    <a:pt x="2737" y="10650"/>
                    <a:pt x="2993" y="10691"/>
                    <a:pt x="3254" y="10691"/>
                  </a:cubicBezTo>
                  <a:cubicBezTo>
                    <a:pt x="4919" y="10691"/>
                    <a:pt x="6787" y="9061"/>
                    <a:pt x="7736" y="6632"/>
                  </a:cubicBezTo>
                  <a:cubicBezTo>
                    <a:pt x="7762" y="6525"/>
                    <a:pt x="7816" y="6418"/>
                    <a:pt x="7843" y="6311"/>
                  </a:cubicBezTo>
                  <a:cubicBezTo>
                    <a:pt x="8699" y="3849"/>
                    <a:pt x="8298" y="1413"/>
                    <a:pt x="6959" y="450"/>
                  </a:cubicBezTo>
                  <a:cubicBezTo>
                    <a:pt x="6799" y="343"/>
                    <a:pt x="6611" y="235"/>
                    <a:pt x="6424" y="155"/>
                  </a:cubicBezTo>
                  <a:cubicBezTo>
                    <a:pt x="6154" y="50"/>
                    <a:pt x="5871" y="0"/>
                    <a:pt x="558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0">
              <a:extLst>
                <a:ext uri="{FF2B5EF4-FFF2-40B4-BE49-F238E27FC236}">
                  <a16:creationId xmlns:a16="http://schemas.microsoft.com/office/drawing/2014/main" id="{D462057A-887D-9653-E4C8-46EDB7A91611}"/>
                </a:ext>
              </a:extLst>
            </p:cNvPr>
            <p:cNvSpPr/>
            <p:nvPr/>
          </p:nvSpPr>
          <p:spPr>
            <a:xfrm>
              <a:off x="805550" y="3291225"/>
              <a:ext cx="188725" cy="157800"/>
            </a:xfrm>
            <a:custGeom>
              <a:avLst/>
              <a:gdLst/>
              <a:ahLst/>
              <a:cxnLst/>
              <a:rect l="l" t="t" r="r" b="b"/>
              <a:pathLst>
                <a:path w="7549" h="6312" extrusionOk="0">
                  <a:moveTo>
                    <a:pt x="4430" y="0"/>
                  </a:moveTo>
                  <a:cubicBezTo>
                    <a:pt x="2792" y="0"/>
                    <a:pt x="933" y="1599"/>
                    <a:pt x="0" y="4009"/>
                  </a:cubicBezTo>
                  <a:cubicBezTo>
                    <a:pt x="188" y="4116"/>
                    <a:pt x="375" y="4224"/>
                    <a:pt x="589" y="4331"/>
                  </a:cubicBezTo>
                  <a:cubicBezTo>
                    <a:pt x="1927" y="5026"/>
                    <a:pt x="3373" y="5508"/>
                    <a:pt x="4845" y="5910"/>
                  </a:cubicBezTo>
                  <a:cubicBezTo>
                    <a:pt x="5460" y="6097"/>
                    <a:pt x="6076" y="6231"/>
                    <a:pt x="6692" y="6311"/>
                  </a:cubicBezTo>
                  <a:cubicBezTo>
                    <a:pt x="7548" y="3849"/>
                    <a:pt x="7147" y="1413"/>
                    <a:pt x="5808" y="450"/>
                  </a:cubicBezTo>
                  <a:cubicBezTo>
                    <a:pt x="5648" y="343"/>
                    <a:pt x="5460" y="235"/>
                    <a:pt x="5273" y="155"/>
                  </a:cubicBezTo>
                  <a:cubicBezTo>
                    <a:pt x="5003" y="50"/>
                    <a:pt x="4720" y="0"/>
                    <a:pt x="4430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0">
              <a:extLst>
                <a:ext uri="{FF2B5EF4-FFF2-40B4-BE49-F238E27FC236}">
                  <a16:creationId xmlns:a16="http://schemas.microsoft.com/office/drawing/2014/main" id="{A3F140E4-0BB0-6AB8-AD0E-978454BF9338}"/>
                </a:ext>
              </a:extLst>
            </p:cNvPr>
            <p:cNvSpPr/>
            <p:nvPr/>
          </p:nvSpPr>
          <p:spPr>
            <a:xfrm>
              <a:off x="1900925" y="3888350"/>
              <a:ext cx="279050" cy="220875"/>
            </a:xfrm>
            <a:custGeom>
              <a:avLst/>
              <a:gdLst/>
              <a:ahLst/>
              <a:cxnLst/>
              <a:rect l="l" t="t" r="r" b="b"/>
              <a:pathLst>
                <a:path w="11162" h="8835" extrusionOk="0">
                  <a:moveTo>
                    <a:pt x="3562" y="0"/>
                  </a:moveTo>
                  <a:cubicBezTo>
                    <a:pt x="2807" y="0"/>
                    <a:pt x="2137" y="188"/>
                    <a:pt x="1633" y="573"/>
                  </a:cubicBezTo>
                  <a:cubicBezTo>
                    <a:pt x="1473" y="707"/>
                    <a:pt x="1339" y="841"/>
                    <a:pt x="1205" y="1001"/>
                  </a:cubicBezTo>
                  <a:cubicBezTo>
                    <a:pt x="1" y="2554"/>
                    <a:pt x="991" y="5338"/>
                    <a:pt x="3427" y="7211"/>
                  </a:cubicBezTo>
                  <a:cubicBezTo>
                    <a:pt x="3587" y="7345"/>
                    <a:pt x="3748" y="7479"/>
                    <a:pt x="3935" y="7586"/>
                  </a:cubicBezTo>
                  <a:cubicBezTo>
                    <a:pt x="5158" y="8410"/>
                    <a:pt x="6471" y="8835"/>
                    <a:pt x="7602" y="8835"/>
                  </a:cubicBezTo>
                  <a:cubicBezTo>
                    <a:pt x="8601" y="8835"/>
                    <a:pt x="9457" y="8504"/>
                    <a:pt x="9984" y="7827"/>
                  </a:cubicBezTo>
                  <a:cubicBezTo>
                    <a:pt x="10011" y="7800"/>
                    <a:pt x="10038" y="7773"/>
                    <a:pt x="10038" y="7746"/>
                  </a:cubicBezTo>
                  <a:cubicBezTo>
                    <a:pt x="11162" y="6194"/>
                    <a:pt x="10172" y="3491"/>
                    <a:pt x="7816" y="1644"/>
                  </a:cubicBezTo>
                  <a:cubicBezTo>
                    <a:pt x="7789" y="1617"/>
                    <a:pt x="7789" y="1617"/>
                    <a:pt x="7763" y="1617"/>
                  </a:cubicBezTo>
                  <a:cubicBezTo>
                    <a:pt x="6394" y="553"/>
                    <a:pt x="4854" y="0"/>
                    <a:pt x="3562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0">
              <a:extLst>
                <a:ext uri="{FF2B5EF4-FFF2-40B4-BE49-F238E27FC236}">
                  <a16:creationId xmlns:a16="http://schemas.microsoft.com/office/drawing/2014/main" id="{A9782C90-B728-16AA-ECF5-38CF1CAD7683}"/>
                </a:ext>
              </a:extLst>
            </p:cNvPr>
            <p:cNvSpPr/>
            <p:nvPr/>
          </p:nvSpPr>
          <p:spPr>
            <a:xfrm>
              <a:off x="1913650" y="3876075"/>
              <a:ext cx="279050" cy="220625"/>
            </a:xfrm>
            <a:custGeom>
              <a:avLst/>
              <a:gdLst/>
              <a:ahLst/>
              <a:cxnLst/>
              <a:rect l="l" t="t" r="r" b="b"/>
              <a:pathLst>
                <a:path w="11162" h="8825" extrusionOk="0">
                  <a:moveTo>
                    <a:pt x="3569" y="0"/>
                  </a:moveTo>
                  <a:cubicBezTo>
                    <a:pt x="2566" y="0"/>
                    <a:pt x="1705" y="331"/>
                    <a:pt x="1178" y="1011"/>
                  </a:cubicBezTo>
                  <a:cubicBezTo>
                    <a:pt x="1151" y="1037"/>
                    <a:pt x="1124" y="1064"/>
                    <a:pt x="1124" y="1064"/>
                  </a:cubicBezTo>
                  <a:cubicBezTo>
                    <a:pt x="0" y="2643"/>
                    <a:pt x="991" y="5373"/>
                    <a:pt x="3373" y="7220"/>
                  </a:cubicBezTo>
                  <a:cubicBezTo>
                    <a:pt x="3480" y="7274"/>
                    <a:pt x="3560" y="7354"/>
                    <a:pt x="3667" y="7408"/>
                  </a:cubicBezTo>
                  <a:cubicBezTo>
                    <a:pt x="4962" y="8342"/>
                    <a:pt x="6378" y="8825"/>
                    <a:pt x="7582" y="8825"/>
                  </a:cubicBezTo>
                  <a:cubicBezTo>
                    <a:pt x="8343" y="8825"/>
                    <a:pt x="9021" y="8632"/>
                    <a:pt x="9529" y="8237"/>
                  </a:cubicBezTo>
                  <a:cubicBezTo>
                    <a:pt x="9689" y="8104"/>
                    <a:pt x="9823" y="7970"/>
                    <a:pt x="9957" y="7809"/>
                  </a:cubicBezTo>
                  <a:cubicBezTo>
                    <a:pt x="11161" y="6284"/>
                    <a:pt x="10171" y="3527"/>
                    <a:pt x="7789" y="1653"/>
                  </a:cubicBezTo>
                  <a:cubicBezTo>
                    <a:pt x="7762" y="1626"/>
                    <a:pt x="7762" y="1626"/>
                    <a:pt x="7735" y="1600"/>
                  </a:cubicBezTo>
                  <a:cubicBezTo>
                    <a:pt x="6381" y="546"/>
                    <a:pt x="4857" y="0"/>
                    <a:pt x="3569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0">
              <a:extLst>
                <a:ext uri="{FF2B5EF4-FFF2-40B4-BE49-F238E27FC236}">
                  <a16:creationId xmlns:a16="http://schemas.microsoft.com/office/drawing/2014/main" id="{F418C4C2-733F-34FB-7AC8-360C7C6FA6BB}"/>
                </a:ext>
              </a:extLst>
            </p:cNvPr>
            <p:cNvSpPr/>
            <p:nvPr/>
          </p:nvSpPr>
          <p:spPr>
            <a:xfrm>
              <a:off x="2005325" y="3917400"/>
              <a:ext cx="186700" cy="179300"/>
            </a:xfrm>
            <a:custGeom>
              <a:avLst/>
              <a:gdLst/>
              <a:ahLst/>
              <a:cxnLst/>
              <a:rect l="l" t="t" r="r" b="b"/>
              <a:pathLst>
                <a:path w="7468" h="7172" extrusionOk="0">
                  <a:moveTo>
                    <a:pt x="4122" y="0"/>
                  </a:moveTo>
                  <a:cubicBezTo>
                    <a:pt x="3961" y="161"/>
                    <a:pt x="3801" y="295"/>
                    <a:pt x="3640" y="482"/>
                  </a:cubicBezTo>
                  <a:cubicBezTo>
                    <a:pt x="2570" y="1552"/>
                    <a:pt x="1713" y="2810"/>
                    <a:pt x="910" y="4095"/>
                  </a:cubicBezTo>
                  <a:cubicBezTo>
                    <a:pt x="562" y="4631"/>
                    <a:pt x="241" y="5193"/>
                    <a:pt x="0" y="5755"/>
                  </a:cubicBezTo>
                  <a:cubicBezTo>
                    <a:pt x="1295" y="6689"/>
                    <a:pt x="2711" y="7172"/>
                    <a:pt x="3915" y="7172"/>
                  </a:cubicBezTo>
                  <a:cubicBezTo>
                    <a:pt x="4676" y="7172"/>
                    <a:pt x="5354" y="6979"/>
                    <a:pt x="5862" y="6584"/>
                  </a:cubicBezTo>
                  <a:cubicBezTo>
                    <a:pt x="6022" y="6451"/>
                    <a:pt x="6156" y="6317"/>
                    <a:pt x="6290" y="6156"/>
                  </a:cubicBezTo>
                  <a:cubicBezTo>
                    <a:pt x="7468" y="4631"/>
                    <a:pt x="6504" y="1874"/>
                    <a:pt x="4122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0">
              <a:extLst>
                <a:ext uri="{FF2B5EF4-FFF2-40B4-BE49-F238E27FC236}">
                  <a16:creationId xmlns:a16="http://schemas.microsoft.com/office/drawing/2014/main" id="{52CB0735-823B-CAD5-8257-C402051D29EB}"/>
                </a:ext>
              </a:extLst>
            </p:cNvPr>
            <p:cNvSpPr/>
            <p:nvPr/>
          </p:nvSpPr>
          <p:spPr>
            <a:xfrm>
              <a:off x="966150" y="3694050"/>
              <a:ext cx="246925" cy="224350"/>
            </a:xfrm>
            <a:custGeom>
              <a:avLst/>
              <a:gdLst/>
              <a:ahLst/>
              <a:cxnLst/>
              <a:rect l="l" t="t" r="r" b="b"/>
              <a:pathLst>
                <a:path w="9877" h="8974" extrusionOk="0">
                  <a:moveTo>
                    <a:pt x="4911" y="0"/>
                  </a:moveTo>
                  <a:cubicBezTo>
                    <a:pt x="2890" y="0"/>
                    <a:pt x="1064" y="1393"/>
                    <a:pt x="562" y="3447"/>
                  </a:cubicBezTo>
                  <a:cubicBezTo>
                    <a:pt x="0" y="5856"/>
                    <a:pt x="1472" y="8265"/>
                    <a:pt x="3881" y="8854"/>
                  </a:cubicBezTo>
                  <a:cubicBezTo>
                    <a:pt x="4227" y="8935"/>
                    <a:pt x="4574" y="8973"/>
                    <a:pt x="4916" y="8973"/>
                  </a:cubicBezTo>
                  <a:cubicBezTo>
                    <a:pt x="6951" y="8973"/>
                    <a:pt x="8806" y="7598"/>
                    <a:pt x="9288" y="5535"/>
                  </a:cubicBezTo>
                  <a:cubicBezTo>
                    <a:pt x="9877" y="3126"/>
                    <a:pt x="8378" y="690"/>
                    <a:pt x="5969" y="128"/>
                  </a:cubicBezTo>
                  <a:cubicBezTo>
                    <a:pt x="5614" y="42"/>
                    <a:pt x="5260" y="0"/>
                    <a:pt x="4911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0">
              <a:extLst>
                <a:ext uri="{FF2B5EF4-FFF2-40B4-BE49-F238E27FC236}">
                  <a16:creationId xmlns:a16="http://schemas.microsoft.com/office/drawing/2014/main" id="{88C84C04-BC7D-1EBF-9333-8F12ACF93342}"/>
                </a:ext>
              </a:extLst>
            </p:cNvPr>
            <p:cNvSpPr/>
            <p:nvPr/>
          </p:nvSpPr>
          <p:spPr>
            <a:xfrm>
              <a:off x="1075200" y="3740725"/>
              <a:ext cx="31475" cy="129850"/>
            </a:xfrm>
            <a:custGeom>
              <a:avLst/>
              <a:gdLst/>
              <a:ahLst/>
              <a:cxnLst/>
              <a:rect l="l" t="t" r="r" b="b"/>
              <a:pathLst>
                <a:path w="1259" h="5194" extrusionOk="0">
                  <a:moveTo>
                    <a:pt x="1045" y="1"/>
                  </a:moveTo>
                  <a:lnTo>
                    <a:pt x="1" y="55"/>
                  </a:lnTo>
                  <a:lnTo>
                    <a:pt x="215" y="5194"/>
                  </a:lnTo>
                  <a:lnTo>
                    <a:pt x="1259" y="5140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0">
              <a:extLst>
                <a:ext uri="{FF2B5EF4-FFF2-40B4-BE49-F238E27FC236}">
                  <a16:creationId xmlns:a16="http://schemas.microsoft.com/office/drawing/2014/main" id="{F008D2BE-7A3E-BCE4-FD4B-3EC2AE655C1B}"/>
                </a:ext>
              </a:extLst>
            </p:cNvPr>
            <p:cNvSpPr/>
            <p:nvPr/>
          </p:nvSpPr>
          <p:spPr>
            <a:xfrm>
              <a:off x="1025700" y="3789575"/>
              <a:ext cx="129825" cy="31475"/>
            </a:xfrm>
            <a:custGeom>
              <a:avLst/>
              <a:gdLst/>
              <a:ahLst/>
              <a:cxnLst/>
              <a:rect l="l" t="t" r="r" b="b"/>
              <a:pathLst>
                <a:path w="5193" h="1259" extrusionOk="0">
                  <a:moveTo>
                    <a:pt x="5139" y="1"/>
                  </a:moveTo>
                  <a:lnTo>
                    <a:pt x="0" y="242"/>
                  </a:lnTo>
                  <a:lnTo>
                    <a:pt x="54" y="1259"/>
                  </a:lnTo>
                  <a:lnTo>
                    <a:pt x="5193" y="1045"/>
                  </a:lnTo>
                  <a:lnTo>
                    <a:pt x="513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>
              <a:extLst>
                <a:ext uri="{FF2B5EF4-FFF2-40B4-BE49-F238E27FC236}">
                  <a16:creationId xmlns:a16="http://schemas.microsoft.com/office/drawing/2014/main" id="{656E1491-EAD1-1C04-2E5A-A3F5E642F2CD}"/>
                </a:ext>
              </a:extLst>
            </p:cNvPr>
            <p:cNvSpPr/>
            <p:nvPr/>
          </p:nvSpPr>
          <p:spPr>
            <a:xfrm>
              <a:off x="1776475" y="3120450"/>
              <a:ext cx="228200" cy="228200"/>
            </a:xfrm>
            <a:custGeom>
              <a:avLst/>
              <a:gdLst/>
              <a:ahLst/>
              <a:cxnLst/>
              <a:rect l="l" t="t" r="r" b="b"/>
              <a:pathLst>
                <a:path w="9128" h="9128" extrusionOk="0">
                  <a:moveTo>
                    <a:pt x="4550" y="0"/>
                  </a:moveTo>
                  <a:cubicBezTo>
                    <a:pt x="2034" y="0"/>
                    <a:pt x="0" y="2035"/>
                    <a:pt x="0" y="4550"/>
                  </a:cubicBezTo>
                  <a:cubicBezTo>
                    <a:pt x="0" y="7066"/>
                    <a:pt x="2034" y="9127"/>
                    <a:pt x="4550" y="9127"/>
                  </a:cubicBezTo>
                  <a:cubicBezTo>
                    <a:pt x="7066" y="9127"/>
                    <a:pt x="9127" y="7066"/>
                    <a:pt x="9127" y="4550"/>
                  </a:cubicBezTo>
                  <a:cubicBezTo>
                    <a:pt x="9127" y="2035"/>
                    <a:pt x="7066" y="0"/>
                    <a:pt x="4550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0">
              <a:extLst>
                <a:ext uri="{FF2B5EF4-FFF2-40B4-BE49-F238E27FC236}">
                  <a16:creationId xmlns:a16="http://schemas.microsoft.com/office/drawing/2014/main" id="{EB97FC48-AA19-4B3D-6031-ABFB0DC3115A}"/>
                </a:ext>
              </a:extLst>
            </p:cNvPr>
            <p:cNvSpPr/>
            <p:nvPr/>
          </p:nvSpPr>
          <p:spPr>
            <a:xfrm>
              <a:off x="1878175" y="3172650"/>
              <a:ext cx="32150" cy="131175"/>
            </a:xfrm>
            <a:custGeom>
              <a:avLst/>
              <a:gdLst/>
              <a:ahLst/>
              <a:cxnLst/>
              <a:rect l="l" t="t" r="r" b="b"/>
              <a:pathLst>
                <a:path w="1286" h="5247" extrusionOk="0">
                  <a:moveTo>
                    <a:pt x="1044" y="0"/>
                  </a:moveTo>
                  <a:lnTo>
                    <a:pt x="1" y="27"/>
                  </a:lnTo>
                  <a:lnTo>
                    <a:pt x="215" y="5246"/>
                  </a:lnTo>
                  <a:lnTo>
                    <a:pt x="1285" y="5219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0">
              <a:extLst>
                <a:ext uri="{FF2B5EF4-FFF2-40B4-BE49-F238E27FC236}">
                  <a16:creationId xmlns:a16="http://schemas.microsoft.com/office/drawing/2014/main" id="{3F36E274-A136-5665-3BB9-46A235AB3150}"/>
                </a:ext>
              </a:extLst>
            </p:cNvPr>
            <p:cNvSpPr/>
            <p:nvPr/>
          </p:nvSpPr>
          <p:spPr>
            <a:xfrm>
              <a:off x="1828000" y="3222150"/>
              <a:ext cx="131825" cy="32150"/>
            </a:xfrm>
            <a:custGeom>
              <a:avLst/>
              <a:gdLst/>
              <a:ahLst/>
              <a:cxnLst/>
              <a:rect l="l" t="t" r="r" b="b"/>
              <a:pathLst>
                <a:path w="5273" h="1286" extrusionOk="0">
                  <a:moveTo>
                    <a:pt x="5219" y="1"/>
                  </a:moveTo>
                  <a:lnTo>
                    <a:pt x="0" y="242"/>
                  </a:lnTo>
                  <a:lnTo>
                    <a:pt x="54" y="1285"/>
                  </a:lnTo>
                  <a:lnTo>
                    <a:pt x="5273" y="1045"/>
                  </a:lnTo>
                  <a:lnTo>
                    <a:pt x="5219" y="1"/>
                  </a:ln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0">
              <a:extLst>
                <a:ext uri="{FF2B5EF4-FFF2-40B4-BE49-F238E27FC236}">
                  <a16:creationId xmlns:a16="http://schemas.microsoft.com/office/drawing/2014/main" id="{3EF5AA26-BEEF-077B-DA17-468113260B1E}"/>
                </a:ext>
              </a:extLst>
            </p:cNvPr>
            <p:cNvSpPr/>
            <p:nvPr/>
          </p:nvSpPr>
          <p:spPr>
            <a:xfrm>
              <a:off x="751350" y="4195075"/>
              <a:ext cx="110425" cy="110450"/>
            </a:xfrm>
            <a:custGeom>
              <a:avLst/>
              <a:gdLst/>
              <a:ahLst/>
              <a:cxnLst/>
              <a:rect l="l" t="t" r="r" b="b"/>
              <a:pathLst>
                <a:path w="4417" h="4418" fill="none" extrusionOk="0">
                  <a:moveTo>
                    <a:pt x="4417" y="2196"/>
                  </a:moveTo>
                  <a:cubicBezTo>
                    <a:pt x="4417" y="3427"/>
                    <a:pt x="3426" y="4417"/>
                    <a:pt x="2195" y="4417"/>
                  </a:cubicBezTo>
                  <a:cubicBezTo>
                    <a:pt x="991" y="4417"/>
                    <a:pt x="0" y="3427"/>
                    <a:pt x="0" y="2196"/>
                  </a:cubicBezTo>
                  <a:cubicBezTo>
                    <a:pt x="0" y="991"/>
                    <a:pt x="991" y="1"/>
                    <a:pt x="2195" y="1"/>
                  </a:cubicBezTo>
                  <a:cubicBezTo>
                    <a:pt x="3426" y="1"/>
                    <a:pt x="4417" y="991"/>
                    <a:pt x="4417" y="2196"/>
                  </a:cubicBezTo>
                  <a:close/>
                </a:path>
              </a:pathLst>
            </a:custGeom>
            <a:noFill/>
            <a:ln w="535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0">
              <a:extLst>
                <a:ext uri="{FF2B5EF4-FFF2-40B4-BE49-F238E27FC236}">
                  <a16:creationId xmlns:a16="http://schemas.microsoft.com/office/drawing/2014/main" id="{2053886F-5B91-5B23-486C-DD5B01C3ACB2}"/>
                </a:ext>
              </a:extLst>
            </p:cNvPr>
            <p:cNvSpPr/>
            <p:nvPr/>
          </p:nvSpPr>
          <p:spPr>
            <a:xfrm>
              <a:off x="2056175" y="4196425"/>
              <a:ext cx="97050" cy="23450"/>
            </a:xfrm>
            <a:custGeom>
              <a:avLst/>
              <a:gdLst/>
              <a:ahLst/>
              <a:cxnLst/>
              <a:rect l="l" t="t" r="r" b="b"/>
              <a:pathLst>
                <a:path w="3882" h="938" fill="none" extrusionOk="0">
                  <a:moveTo>
                    <a:pt x="3881" y="937"/>
                  </a:moveTo>
                  <a:lnTo>
                    <a:pt x="0" y="0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0">
              <a:extLst>
                <a:ext uri="{FF2B5EF4-FFF2-40B4-BE49-F238E27FC236}">
                  <a16:creationId xmlns:a16="http://schemas.microsoft.com/office/drawing/2014/main" id="{356BBB32-3D05-6520-E144-0A1E2A6729E5}"/>
                </a:ext>
              </a:extLst>
            </p:cNvPr>
            <p:cNvSpPr/>
            <p:nvPr/>
          </p:nvSpPr>
          <p:spPr>
            <a:xfrm>
              <a:off x="2092975" y="4159625"/>
              <a:ext cx="23450" cy="97050"/>
            </a:xfrm>
            <a:custGeom>
              <a:avLst/>
              <a:gdLst/>
              <a:ahLst/>
              <a:cxnLst/>
              <a:rect l="l" t="t" r="r" b="b"/>
              <a:pathLst>
                <a:path w="938" h="3882" fill="none" extrusionOk="0">
                  <a:moveTo>
                    <a:pt x="937" y="0"/>
                  </a:moveTo>
                  <a:lnTo>
                    <a:pt x="0" y="3881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50">
              <a:extLst>
                <a:ext uri="{FF2B5EF4-FFF2-40B4-BE49-F238E27FC236}">
                  <a16:creationId xmlns:a16="http://schemas.microsoft.com/office/drawing/2014/main" id="{41C4F625-A7B1-69FA-5925-7A697465083B}"/>
                </a:ext>
              </a:extLst>
            </p:cNvPr>
            <p:cNvSpPr/>
            <p:nvPr/>
          </p:nvSpPr>
          <p:spPr>
            <a:xfrm>
              <a:off x="827625" y="3712625"/>
              <a:ext cx="97725" cy="21450"/>
            </a:xfrm>
            <a:custGeom>
              <a:avLst/>
              <a:gdLst/>
              <a:ahLst/>
              <a:cxnLst/>
              <a:rect l="l" t="t" r="r" b="b"/>
              <a:pathLst>
                <a:path w="3909" h="858" fill="none" extrusionOk="0">
                  <a:moveTo>
                    <a:pt x="3908" y="1"/>
                  </a:moveTo>
                  <a:lnTo>
                    <a:pt x="1" y="857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>
              <a:extLst>
                <a:ext uri="{FF2B5EF4-FFF2-40B4-BE49-F238E27FC236}">
                  <a16:creationId xmlns:a16="http://schemas.microsoft.com/office/drawing/2014/main" id="{9A2C8A03-0CF2-AAD8-CF03-ED669526E2D5}"/>
                </a:ext>
              </a:extLst>
            </p:cNvPr>
            <p:cNvSpPr/>
            <p:nvPr/>
          </p:nvSpPr>
          <p:spPr>
            <a:xfrm>
              <a:off x="865775" y="3674500"/>
              <a:ext cx="21425" cy="97700"/>
            </a:xfrm>
            <a:custGeom>
              <a:avLst/>
              <a:gdLst/>
              <a:ahLst/>
              <a:cxnLst/>
              <a:rect l="l" t="t" r="r" b="b"/>
              <a:pathLst>
                <a:path w="857" h="3908" fill="none" extrusionOk="0">
                  <a:moveTo>
                    <a:pt x="0" y="0"/>
                  </a:moveTo>
                  <a:lnTo>
                    <a:pt x="857" y="3908"/>
                  </a:lnTo>
                </a:path>
              </a:pathLst>
            </a:custGeom>
            <a:noFill/>
            <a:ln w="13375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>
              <a:extLst>
                <a:ext uri="{FF2B5EF4-FFF2-40B4-BE49-F238E27FC236}">
                  <a16:creationId xmlns:a16="http://schemas.microsoft.com/office/drawing/2014/main" id="{24A92E46-F208-4642-029B-423B48E5AE85}"/>
                </a:ext>
              </a:extLst>
            </p:cNvPr>
            <p:cNvSpPr/>
            <p:nvPr/>
          </p:nvSpPr>
          <p:spPr>
            <a:xfrm>
              <a:off x="1773800" y="3586175"/>
              <a:ext cx="57550" cy="57550"/>
            </a:xfrm>
            <a:custGeom>
              <a:avLst/>
              <a:gdLst/>
              <a:ahLst/>
              <a:cxnLst/>
              <a:rect l="l" t="t" r="r" b="b"/>
              <a:pathLst>
                <a:path w="2302" h="2302" extrusionOk="0">
                  <a:moveTo>
                    <a:pt x="1151" y="0"/>
                  </a:moveTo>
                  <a:cubicBezTo>
                    <a:pt x="509" y="0"/>
                    <a:pt x="0" y="509"/>
                    <a:pt x="0" y="1151"/>
                  </a:cubicBezTo>
                  <a:cubicBezTo>
                    <a:pt x="0" y="1793"/>
                    <a:pt x="509" y="2302"/>
                    <a:pt x="1151" y="2302"/>
                  </a:cubicBezTo>
                  <a:cubicBezTo>
                    <a:pt x="1793" y="2302"/>
                    <a:pt x="2302" y="1793"/>
                    <a:pt x="2302" y="1151"/>
                  </a:cubicBezTo>
                  <a:cubicBezTo>
                    <a:pt x="2302" y="509"/>
                    <a:pt x="1793" y="0"/>
                    <a:pt x="1151" y="0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>
              <a:extLst>
                <a:ext uri="{FF2B5EF4-FFF2-40B4-BE49-F238E27FC236}">
                  <a16:creationId xmlns:a16="http://schemas.microsoft.com/office/drawing/2014/main" id="{0186F354-46EC-BA6E-8A05-18E66DE9A0D0}"/>
                </a:ext>
              </a:extLst>
            </p:cNvPr>
            <p:cNvSpPr/>
            <p:nvPr/>
          </p:nvSpPr>
          <p:spPr>
            <a:xfrm>
              <a:off x="1101300" y="3602900"/>
              <a:ext cx="57575" cy="58225"/>
            </a:xfrm>
            <a:custGeom>
              <a:avLst/>
              <a:gdLst/>
              <a:ahLst/>
              <a:cxnLst/>
              <a:rect l="l" t="t" r="r" b="b"/>
              <a:pathLst>
                <a:path w="2303" h="2329" extrusionOk="0">
                  <a:moveTo>
                    <a:pt x="1152" y="0"/>
                  </a:moveTo>
                  <a:cubicBezTo>
                    <a:pt x="509" y="0"/>
                    <a:pt x="1" y="536"/>
                    <a:pt x="1" y="1178"/>
                  </a:cubicBezTo>
                  <a:cubicBezTo>
                    <a:pt x="1" y="1794"/>
                    <a:pt x="509" y="2329"/>
                    <a:pt x="1152" y="2329"/>
                  </a:cubicBezTo>
                  <a:cubicBezTo>
                    <a:pt x="1767" y="2329"/>
                    <a:pt x="2303" y="1794"/>
                    <a:pt x="2303" y="1178"/>
                  </a:cubicBezTo>
                  <a:cubicBezTo>
                    <a:pt x="2303" y="536"/>
                    <a:pt x="1767" y="0"/>
                    <a:pt x="1152" y="0"/>
                  </a:cubicBezTo>
                  <a:close/>
                </a:path>
              </a:pathLst>
            </a:custGeom>
            <a:solidFill>
              <a:srgbClr val="4EBC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>
              <a:extLst>
                <a:ext uri="{FF2B5EF4-FFF2-40B4-BE49-F238E27FC236}">
                  <a16:creationId xmlns:a16="http://schemas.microsoft.com/office/drawing/2014/main" id="{9C2E752C-0C44-DBBB-B709-2691606A60D2}"/>
                </a:ext>
              </a:extLst>
            </p:cNvPr>
            <p:cNvSpPr/>
            <p:nvPr/>
          </p:nvSpPr>
          <p:spPr>
            <a:xfrm>
              <a:off x="2020700" y="3432175"/>
              <a:ext cx="95725" cy="87200"/>
            </a:xfrm>
            <a:custGeom>
              <a:avLst/>
              <a:gdLst/>
              <a:ahLst/>
              <a:cxnLst/>
              <a:rect l="l" t="t" r="r" b="b"/>
              <a:pathLst>
                <a:path w="3829" h="3488" extrusionOk="0">
                  <a:moveTo>
                    <a:pt x="1852" y="0"/>
                  </a:moveTo>
                  <a:cubicBezTo>
                    <a:pt x="1420" y="0"/>
                    <a:pt x="995" y="161"/>
                    <a:pt x="670" y="486"/>
                  </a:cubicBezTo>
                  <a:cubicBezTo>
                    <a:pt x="1" y="1155"/>
                    <a:pt x="27" y="2252"/>
                    <a:pt x="697" y="2948"/>
                  </a:cubicBezTo>
                  <a:cubicBezTo>
                    <a:pt x="1055" y="3306"/>
                    <a:pt x="1519" y="3487"/>
                    <a:pt x="1977" y="3487"/>
                  </a:cubicBezTo>
                  <a:cubicBezTo>
                    <a:pt x="2409" y="3487"/>
                    <a:pt x="2834" y="3327"/>
                    <a:pt x="3159" y="3002"/>
                  </a:cubicBezTo>
                  <a:cubicBezTo>
                    <a:pt x="3828" y="2333"/>
                    <a:pt x="3801" y="1235"/>
                    <a:pt x="3132" y="539"/>
                  </a:cubicBezTo>
                  <a:cubicBezTo>
                    <a:pt x="2774" y="181"/>
                    <a:pt x="2310" y="0"/>
                    <a:pt x="185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4D4CDBD-954F-01C1-9F17-F6301063C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991" y="1053559"/>
            <a:ext cx="2822693" cy="25666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080C5-299B-DE2B-9371-353769AEE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552" y="2935438"/>
            <a:ext cx="4267570" cy="1341236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FA3D99-5AE9-D596-71C4-F80A682BBAD7}"/>
              </a:ext>
            </a:extLst>
          </p:cNvPr>
          <p:cNvSpPr/>
          <p:nvPr/>
        </p:nvSpPr>
        <p:spPr>
          <a:xfrm>
            <a:off x="9575800" y="-784447"/>
            <a:ext cx="10833100" cy="6426200"/>
          </a:xfrm>
          <a:prstGeom prst="roundRect">
            <a:avLst/>
          </a:prstGeom>
          <a:solidFill>
            <a:srgbClr val="B0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544;p54">
            <a:extLst>
              <a:ext uri="{FF2B5EF4-FFF2-40B4-BE49-F238E27FC236}">
                <a16:creationId xmlns:a16="http://schemas.microsoft.com/office/drawing/2014/main" id="{D9972873-A541-773D-392D-65FAD7E23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9094198">
            <a:off x="6750112" y="-5313258"/>
            <a:ext cx="2978400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CONCLUSION</a:t>
            </a:r>
            <a:endParaRPr dirty="0"/>
          </a:p>
        </p:txBody>
      </p:sp>
      <p:grpSp>
        <p:nvGrpSpPr>
          <p:cNvPr id="17" name="Google Shape;1546;p54">
            <a:extLst>
              <a:ext uri="{FF2B5EF4-FFF2-40B4-BE49-F238E27FC236}">
                <a16:creationId xmlns:a16="http://schemas.microsoft.com/office/drawing/2014/main" id="{A24BC958-A2DF-13B8-6B0D-5B147C6EAD1F}"/>
              </a:ext>
            </a:extLst>
          </p:cNvPr>
          <p:cNvGrpSpPr/>
          <p:nvPr/>
        </p:nvGrpSpPr>
        <p:grpSpPr>
          <a:xfrm rot="19094198">
            <a:off x="11597256" y="2231581"/>
            <a:ext cx="2872404" cy="2656654"/>
            <a:chOff x="1423700" y="548325"/>
            <a:chExt cx="2342525" cy="2166575"/>
          </a:xfrm>
        </p:grpSpPr>
        <p:sp>
          <p:nvSpPr>
            <p:cNvPr id="18" name="Google Shape;1547;p54">
              <a:extLst>
                <a:ext uri="{FF2B5EF4-FFF2-40B4-BE49-F238E27FC236}">
                  <a16:creationId xmlns:a16="http://schemas.microsoft.com/office/drawing/2014/main" id="{AB7EB588-0BC8-E685-EC28-F98246C4A4D5}"/>
                </a:ext>
              </a:extLst>
            </p:cNvPr>
            <p:cNvSpPr/>
            <p:nvPr/>
          </p:nvSpPr>
          <p:spPr>
            <a:xfrm>
              <a:off x="1423700" y="548325"/>
              <a:ext cx="2342525" cy="2166575"/>
            </a:xfrm>
            <a:custGeom>
              <a:avLst/>
              <a:gdLst/>
              <a:ahLst/>
              <a:cxnLst/>
              <a:rect l="l" t="t" r="r" b="b"/>
              <a:pathLst>
                <a:path w="93701" h="86663" extrusionOk="0">
                  <a:moveTo>
                    <a:pt x="49002" y="1"/>
                  </a:moveTo>
                  <a:cubicBezTo>
                    <a:pt x="43398" y="1"/>
                    <a:pt x="37960" y="1102"/>
                    <a:pt x="32823" y="3303"/>
                  </a:cubicBezTo>
                  <a:cubicBezTo>
                    <a:pt x="32423" y="3270"/>
                    <a:pt x="32056" y="3237"/>
                    <a:pt x="31656" y="3237"/>
                  </a:cubicBezTo>
                  <a:cubicBezTo>
                    <a:pt x="28220" y="3237"/>
                    <a:pt x="25085" y="4437"/>
                    <a:pt x="22383" y="6806"/>
                  </a:cubicBezTo>
                  <a:cubicBezTo>
                    <a:pt x="20415" y="8507"/>
                    <a:pt x="19247" y="10575"/>
                    <a:pt x="18847" y="13010"/>
                  </a:cubicBezTo>
                  <a:cubicBezTo>
                    <a:pt x="16745" y="15245"/>
                    <a:pt x="14911" y="17714"/>
                    <a:pt x="13343" y="20349"/>
                  </a:cubicBezTo>
                  <a:cubicBezTo>
                    <a:pt x="12009" y="21316"/>
                    <a:pt x="10708" y="22650"/>
                    <a:pt x="9440" y="23918"/>
                  </a:cubicBezTo>
                  <a:lnTo>
                    <a:pt x="9373" y="23985"/>
                  </a:lnTo>
                  <a:cubicBezTo>
                    <a:pt x="9040" y="24318"/>
                    <a:pt x="7072" y="26153"/>
                    <a:pt x="5270" y="28221"/>
                  </a:cubicBezTo>
                  <a:cubicBezTo>
                    <a:pt x="3536" y="30189"/>
                    <a:pt x="0" y="34259"/>
                    <a:pt x="2302" y="37294"/>
                  </a:cubicBezTo>
                  <a:cubicBezTo>
                    <a:pt x="3169" y="38462"/>
                    <a:pt x="4403" y="39062"/>
                    <a:pt x="5771" y="39062"/>
                  </a:cubicBezTo>
                  <a:cubicBezTo>
                    <a:pt x="6471" y="39062"/>
                    <a:pt x="7105" y="38929"/>
                    <a:pt x="7672" y="38729"/>
                  </a:cubicBezTo>
                  <a:lnTo>
                    <a:pt x="7672" y="38729"/>
                  </a:lnTo>
                  <a:cubicBezTo>
                    <a:pt x="7605" y="39629"/>
                    <a:pt x="7572" y="40563"/>
                    <a:pt x="7572" y="41431"/>
                  </a:cubicBezTo>
                  <a:cubicBezTo>
                    <a:pt x="7572" y="42832"/>
                    <a:pt x="7639" y="44266"/>
                    <a:pt x="7806" y="45700"/>
                  </a:cubicBezTo>
                  <a:cubicBezTo>
                    <a:pt x="6671" y="46601"/>
                    <a:pt x="5704" y="47735"/>
                    <a:pt x="4870" y="49036"/>
                  </a:cubicBezTo>
                  <a:cubicBezTo>
                    <a:pt x="4803" y="49103"/>
                    <a:pt x="4770" y="49169"/>
                    <a:pt x="4703" y="49269"/>
                  </a:cubicBezTo>
                  <a:cubicBezTo>
                    <a:pt x="2835" y="52272"/>
                    <a:pt x="2102" y="55741"/>
                    <a:pt x="2769" y="58576"/>
                  </a:cubicBezTo>
                  <a:cubicBezTo>
                    <a:pt x="3202" y="60411"/>
                    <a:pt x="4170" y="61912"/>
                    <a:pt x="5604" y="62846"/>
                  </a:cubicBezTo>
                  <a:cubicBezTo>
                    <a:pt x="5904" y="63113"/>
                    <a:pt x="6204" y="63346"/>
                    <a:pt x="6538" y="63546"/>
                  </a:cubicBezTo>
                  <a:cubicBezTo>
                    <a:pt x="7539" y="64180"/>
                    <a:pt x="8740" y="64514"/>
                    <a:pt x="10007" y="64514"/>
                  </a:cubicBezTo>
                  <a:cubicBezTo>
                    <a:pt x="11308" y="64514"/>
                    <a:pt x="12642" y="64180"/>
                    <a:pt x="13943" y="63513"/>
                  </a:cubicBezTo>
                  <a:cubicBezTo>
                    <a:pt x="15178" y="65448"/>
                    <a:pt x="16545" y="67282"/>
                    <a:pt x="18080" y="69017"/>
                  </a:cubicBezTo>
                  <a:cubicBezTo>
                    <a:pt x="16512" y="71452"/>
                    <a:pt x="16312" y="73754"/>
                    <a:pt x="17679" y="75422"/>
                  </a:cubicBezTo>
                  <a:cubicBezTo>
                    <a:pt x="17913" y="75688"/>
                    <a:pt x="18180" y="75955"/>
                    <a:pt x="18480" y="76155"/>
                  </a:cubicBezTo>
                  <a:cubicBezTo>
                    <a:pt x="19381" y="77089"/>
                    <a:pt x="20681" y="77590"/>
                    <a:pt x="22183" y="77590"/>
                  </a:cubicBezTo>
                  <a:cubicBezTo>
                    <a:pt x="23584" y="77590"/>
                    <a:pt x="25151" y="77156"/>
                    <a:pt x="26719" y="76356"/>
                  </a:cubicBezTo>
                  <a:cubicBezTo>
                    <a:pt x="33090" y="80458"/>
                    <a:pt x="40396" y="82693"/>
                    <a:pt x="47968" y="82860"/>
                  </a:cubicBezTo>
                  <a:cubicBezTo>
                    <a:pt x="48501" y="83361"/>
                    <a:pt x="49068" y="83794"/>
                    <a:pt x="49635" y="84161"/>
                  </a:cubicBezTo>
                  <a:cubicBezTo>
                    <a:pt x="50002" y="84428"/>
                    <a:pt x="50369" y="84628"/>
                    <a:pt x="50636" y="84795"/>
                  </a:cubicBezTo>
                  <a:cubicBezTo>
                    <a:pt x="52738" y="85996"/>
                    <a:pt x="55039" y="86663"/>
                    <a:pt x="57174" y="86663"/>
                  </a:cubicBezTo>
                  <a:cubicBezTo>
                    <a:pt x="59776" y="86663"/>
                    <a:pt x="61978" y="85629"/>
                    <a:pt x="63312" y="83828"/>
                  </a:cubicBezTo>
                  <a:cubicBezTo>
                    <a:pt x="63579" y="83527"/>
                    <a:pt x="63846" y="83227"/>
                    <a:pt x="64079" y="82894"/>
                  </a:cubicBezTo>
                  <a:cubicBezTo>
                    <a:pt x="64713" y="81926"/>
                    <a:pt x="65080" y="80825"/>
                    <a:pt x="65147" y="79625"/>
                  </a:cubicBezTo>
                  <a:cubicBezTo>
                    <a:pt x="70584" y="77323"/>
                    <a:pt x="75521" y="73854"/>
                    <a:pt x="79523" y="69484"/>
                  </a:cubicBezTo>
                  <a:cubicBezTo>
                    <a:pt x="79724" y="69351"/>
                    <a:pt x="79890" y="69217"/>
                    <a:pt x="80057" y="69050"/>
                  </a:cubicBezTo>
                  <a:cubicBezTo>
                    <a:pt x="80291" y="68817"/>
                    <a:pt x="80457" y="68550"/>
                    <a:pt x="80591" y="68283"/>
                  </a:cubicBezTo>
                  <a:cubicBezTo>
                    <a:pt x="81992" y="66615"/>
                    <a:pt x="83293" y="64814"/>
                    <a:pt x="84460" y="62913"/>
                  </a:cubicBezTo>
                  <a:cubicBezTo>
                    <a:pt x="85027" y="61979"/>
                    <a:pt x="85594" y="60978"/>
                    <a:pt x="86061" y="60011"/>
                  </a:cubicBezTo>
                  <a:cubicBezTo>
                    <a:pt x="87729" y="56708"/>
                    <a:pt x="88964" y="53172"/>
                    <a:pt x="89664" y="49536"/>
                  </a:cubicBezTo>
                  <a:cubicBezTo>
                    <a:pt x="90198" y="46901"/>
                    <a:pt x="90465" y="44166"/>
                    <a:pt x="90465" y="41431"/>
                  </a:cubicBezTo>
                  <a:cubicBezTo>
                    <a:pt x="90465" y="39196"/>
                    <a:pt x="90264" y="36927"/>
                    <a:pt x="89898" y="34726"/>
                  </a:cubicBezTo>
                  <a:lnTo>
                    <a:pt x="90098" y="34592"/>
                  </a:lnTo>
                  <a:cubicBezTo>
                    <a:pt x="92866" y="32858"/>
                    <a:pt x="93700" y="29222"/>
                    <a:pt x="91966" y="26453"/>
                  </a:cubicBezTo>
                  <a:lnTo>
                    <a:pt x="90431" y="24018"/>
                  </a:lnTo>
                  <a:cubicBezTo>
                    <a:pt x="89330" y="22284"/>
                    <a:pt x="87462" y="21249"/>
                    <a:pt x="85428" y="21249"/>
                  </a:cubicBezTo>
                  <a:lnTo>
                    <a:pt x="85228" y="21249"/>
                  </a:lnTo>
                  <a:cubicBezTo>
                    <a:pt x="82826" y="16946"/>
                    <a:pt x="79590" y="13044"/>
                    <a:pt x="75821" y="9841"/>
                  </a:cubicBezTo>
                  <a:cubicBezTo>
                    <a:pt x="75187" y="7339"/>
                    <a:pt x="73686" y="5238"/>
                    <a:pt x="71484" y="3770"/>
                  </a:cubicBezTo>
                  <a:cubicBezTo>
                    <a:pt x="68983" y="2069"/>
                    <a:pt x="66314" y="1235"/>
                    <a:pt x="63512" y="1235"/>
                  </a:cubicBezTo>
                  <a:cubicBezTo>
                    <a:pt x="62478" y="1235"/>
                    <a:pt x="61444" y="1335"/>
                    <a:pt x="60376" y="1569"/>
                  </a:cubicBezTo>
                  <a:cubicBezTo>
                    <a:pt x="56707" y="535"/>
                    <a:pt x="52871" y="1"/>
                    <a:pt x="49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48;p54">
              <a:extLst>
                <a:ext uri="{FF2B5EF4-FFF2-40B4-BE49-F238E27FC236}">
                  <a16:creationId xmlns:a16="http://schemas.microsoft.com/office/drawing/2014/main" id="{BBB525E2-87F1-AA30-EB97-B7738D181716}"/>
                </a:ext>
              </a:extLst>
            </p:cNvPr>
            <p:cNvSpPr/>
            <p:nvPr/>
          </p:nvSpPr>
          <p:spPr>
            <a:xfrm>
              <a:off x="1688875" y="618375"/>
              <a:ext cx="1932250" cy="1931425"/>
            </a:xfrm>
            <a:custGeom>
              <a:avLst/>
              <a:gdLst/>
              <a:ahLst/>
              <a:cxnLst/>
              <a:rect l="l" t="t" r="r" b="b"/>
              <a:pathLst>
                <a:path w="77290" h="77257" extrusionOk="0">
                  <a:moveTo>
                    <a:pt x="38628" y="1"/>
                  </a:moveTo>
                  <a:cubicBezTo>
                    <a:pt x="17313" y="1"/>
                    <a:pt x="1" y="17280"/>
                    <a:pt x="1" y="38629"/>
                  </a:cubicBezTo>
                  <a:cubicBezTo>
                    <a:pt x="1" y="59977"/>
                    <a:pt x="17313" y="77256"/>
                    <a:pt x="38628" y="77256"/>
                  </a:cubicBezTo>
                  <a:cubicBezTo>
                    <a:pt x="50136" y="77256"/>
                    <a:pt x="60477" y="72253"/>
                    <a:pt x="67549" y="64280"/>
                  </a:cubicBezTo>
                  <a:cubicBezTo>
                    <a:pt x="67582" y="64214"/>
                    <a:pt x="67649" y="64180"/>
                    <a:pt x="67682" y="64113"/>
                  </a:cubicBezTo>
                  <a:cubicBezTo>
                    <a:pt x="67749" y="64047"/>
                    <a:pt x="67849" y="63947"/>
                    <a:pt x="67916" y="63847"/>
                  </a:cubicBezTo>
                  <a:cubicBezTo>
                    <a:pt x="69317" y="62245"/>
                    <a:pt x="70584" y="60511"/>
                    <a:pt x="71685" y="58676"/>
                  </a:cubicBezTo>
                  <a:cubicBezTo>
                    <a:pt x="72219" y="57776"/>
                    <a:pt x="72719" y="56875"/>
                    <a:pt x="73186" y="55974"/>
                  </a:cubicBezTo>
                  <a:cubicBezTo>
                    <a:pt x="74721" y="52905"/>
                    <a:pt x="75855" y="49636"/>
                    <a:pt x="76555" y="46201"/>
                  </a:cubicBezTo>
                  <a:cubicBezTo>
                    <a:pt x="77022" y="43732"/>
                    <a:pt x="77289" y="41230"/>
                    <a:pt x="77289" y="38629"/>
                  </a:cubicBezTo>
                  <a:cubicBezTo>
                    <a:pt x="77289" y="17280"/>
                    <a:pt x="59977" y="1"/>
                    <a:pt x="38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49;p54">
              <a:extLst>
                <a:ext uri="{FF2B5EF4-FFF2-40B4-BE49-F238E27FC236}">
                  <a16:creationId xmlns:a16="http://schemas.microsoft.com/office/drawing/2014/main" id="{B2CB69FB-FDE0-2405-52BB-9C24FB728FAF}"/>
                </a:ext>
              </a:extLst>
            </p:cNvPr>
            <p:cNvSpPr/>
            <p:nvPr/>
          </p:nvSpPr>
          <p:spPr>
            <a:xfrm>
              <a:off x="1879850" y="648875"/>
              <a:ext cx="1421875" cy="1157875"/>
            </a:xfrm>
            <a:custGeom>
              <a:avLst/>
              <a:gdLst/>
              <a:ahLst/>
              <a:cxnLst/>
              <a:rect l="l" t="t" r="r" b="b"/>
              <a:pathLst>
                <a:path w="56875" h="46315" extrusionOk="0">
                  <a:moveTo>
                    <a:pt x="45503" y="0"/>
                  </a:moveTo>
                  <a:cubicBezTo>
                    <a:pt x="36801" y="0"/>
                    <a:pt x="29521" y="10322"/>
                    <a:pt x="29521" y="10322"/>
                  </a:cubicBezTo>
                  <a:lnTo>
                    <a:pt x="29455" y="10456"/>
                  </a:lnTo>
                  <a:cubicBezTo>
                    <a:pt x="29455" y="10456"/>
                    <a:pt x="21830" y="2031"/>
                    <a:pt x="13677" y="2031"/>
                  </a:cubicBezTo>
                  <a:cubicBezTo>
                    <a:pt x="11167" y="2031"/>
                    <a:pt x="8608" y="2830"/>
                    <a:pt x="6205" y="4919"/>
                  </a:cubicBezTo>
                  <a:cubicBezTo>
                    <a:pt x="0" y="10289"/>
                    <a:pt x="5404" y="19829"/>
                    <a:pt x="12810" y="28435"/>
                  </a:cubicBezTo>
                  <a:cubicBezTo>
                    <a:pt x="12976" y="28602"/>
                    <a:pt x="13110" y="28769"/>
                    <a:pt x="13277" y="28936"/>
                  </a:cubicBezTo>
                  <a:cubicBezTo>
                    <a:pt x="21416" y="38276"/>
                    <a:pt x="31723" y="46315"/>
                    <a:pt x="31723" y="46315"/>
                  </a:cubicBezTo>
                  <a:lnTo>
                    <a:pt x="31723" y="46148"/>
                  </a:lnTo>
                  <a:cubicBezTo>
                    <a:pt x="32724" y="45147"/>
                    <a:pt x="45967" y="31738"/>
                    <a:pt x="52204" y="19562"/>
                  </a:cubicBezTo>
                  <a:cubicBezTo>
                    <a:pt x="52371" y="19229"/>
                    <a:pt x="52538" y="18895"/>
                    <a:pt x="52705" y="18562"/>
                  </a:cubicBezTo>
                  <a:cubicBezTo>
                    <a:pt x="56007" y="11723"/>
                    <a:pt x="56874" y="5419"/>
                    <a:pt x="51904" y="2050"/>
                  </a:cubicBezTo>
                  <a:cubicBezTo>
                    <a:pt x="49742" y="590"/>
                    <a:pt x="47582" y="0"/>
                    <a:pt x="45503" y="0"/>
                  </a:cubicBezTo>
                  <a:close/>
                </a:path>
              </a:pathLst>
            </a:custGeom>
            <a:solidFill>
              <a:srgbClr val="FE6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50;p54">
              <a:extLst>
                <a:ext uri="{FF2B5EF4-FFF2-40B4-BE49-F238E27FC236}">
                  <a16:creationId xmlns:a16="http://schemas.microsoft.com/office/drawing/2014/main" id="{4943FBB2-1486-2656-3A9A-6F2310966E65}"/>
                </a:ext>
              </a:extLst>
            </p:cNvPr>
            <p:cNvSpPr/>
            <p:nvPr/>
          </p:nvSpPr>
          <p:spPr>
            <a:xfrm>
              <a:off x="2200075" y="857725"/>
              <a:ext cx="998250" cy="602125"/>
            </a:xfrm>
            <a:custGeom>
              <a:avLst/>
              <a:gdLst/>
              <a:ahLst/>
              <a:cxnLst/>
              <a:rect l="l" t="t" r="r" b="b"/>
              <a:pathLst>
                <a:path w="39930" h="24085" extrusionOk="0">
                  <a:moveTo>
                    <a:pt x="38094" y="0"/>
                  </a:moveTo>
                  <a:cubicBezTo>
                    <a:pt x="37961" y="0"/>
                    <a:pt x="37828" y="67"/>
                    <a:pt x="37794" y="234"/>
                  </a:cubicBezTo>
                  <a:lnTo>
                    <a:pt x="32657" y="16979"/>
                  </a:lnTo>
                  <a:lnTo>
                    <a:pt x="24418" y="16779"/>
                  </a:lnTo>
                  <a:cubicBezTo>
                    <a:pt x="24251" y="16779"/>
                    <a:pt x="24151" y="16879"/>
                    <a:pt x="24084" y="17013"/>
                  </a:cubicBezTo>
                  <a:lnTo>
                    <a:pt x="22650" y="22283"/>
                  </a:lnTo>
                  <a:lnTo>
                    <a:pt x="19381" y="14811"/>
                  </a:lnTo>
                  <a:cubicBezTo>
                    <a:pt x="19314" y="14678"/>
                    <a:pt x="19181" y="14611"/>
                    <a:pt x="19047" y="14611"/>
                  </a:cubicBezTo>
                  <a:cubicBezTo>
                    <a:pt x="18914" y="14611"/>
                    <a:pt x="18814" y="14711"/>
                    <a:pt x="18781" y="14844"/>
                  </a:cubicBezTo>
                  <a:lnTo>
                    <a:pt x="16279" y="22750"/>
                  </a:lnTo>
                  <a:lnTo>
                    <a:pt x="9107" y="1768"/>
                  </a:lnTo>
                  <a:cubicBezTo>
                    <a:pt x="9040" y="1635"/>
                    <a:pt x="8940" y="1568"/>
                    <a:pt x="8807" y="1568"/>
                  </a:cubicBezTo>
                  <a:cubicBezTo>
                    <a:pt x="8673" y="1568"/>
                    <a:pt x="8540" y="1635"/>
                    <a:pt x="8507" y="1735"/>
                  </a:cubicBezTo>
                  <a:lnTo>
                    <a:pt x="1" y="20081"/>
                  </a:lnTo>
                  <a:cubicBezTo>
                    <a:pt x="167" y="20248"/>
                    <a:pt x="301" y="20415"/>
                    <a:pt x="468" y="20615"/>
                  </a:cubicBezTo>
                  <a:lnTo>
                    <a:pt x="8740" y="2736"/>
                  </a:lnTo>
                  <a:lnTo>
                    <a:pt x="15979" y="23884"/>
                  </a:lnTo>
                  <a:cubicBezTo>
                    <a:pt x="16045" y="24018"/>
                    <a:pt x="16145" y="24084"/>
                    <a:pt x="16312" y="24084"/>
                  </a:cubicBezTo>
                  <a:cubicBezTo>
                    <a:pt x="16412" y="24084"/>
                    <a:pt x="16546" y="23984"/>
                    <a:pt x="16579" y="23884"/>
                  </a:cubicBezTo>
                  <a:lnTo>
                    <a:pt x="19114" y="15845"/>
                  </a:lnTo>
                  <a:lnTo>
                    <a:pt x="22450" y="23384"/>
                  </a:lnTo>
                  <a:cubicBezTo>
                    <a:pt x="22483" y="23484"/>
                    <a:pt x="22617" y="23584"/>
                    <a:pt x="22750" y="23584"/>
                  </a:cubicBezTo>
                  <a:cubicBezTo>
                    <a:pt x="22884" y="23551"/>
                    <a:pt x="23017" y="23451"/>
                    <a:pt x="23050" y="23350"/>
                  </a:cubicBezTo>
                  <a:lnTo>
                    <a:pt x="24651" y="17413"/>
                  </a:lnTo>
                  <a:lnTo>
                    <a:pt x="32891" y="17613"/>
                  </a:lnTo>
                  <a:cubicBezTo>
                    <a:pt x="33024" y="17613"/>
                    <a:pt x="33158" y="17546"/>
                    <a:pt x="33191" y="17380"/>
                  </a:cubicBezTo>
                  <a:lnTo>
                    <a:pt x="37961" y="1768"/>
                  </a:lnTo>
                  <a:lnTo>
                    <a:pt x="39395" y="11208"/>
                  </a:lnTo>
                  <a:lnTo>
                    <a:pt x="39429" y="11475"/>
                  </a:lnTo>
                  <a:cubicBezTo>
                    <a:pt x="39595" y="11142"/>
                    <a:pt x="39762" y="10808"/>
                    <a:pt x="39929" y="10508"/>
                  </a:cubicBezTo>
                  <a:lnTo>
                    <a:pt x="39896" y="10208"/>
                  </a:lnTo>
                  <a:lnTo>
                    <a:pt x="38395" y="267"/>
                  </a:lnTo>
                  <a:cubicBezTo>
                    <a:pt x="38361" y="134"/>
                    <a:pt x="38261" y="0"/>
                    <a:pt x="38094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51;p54">
              <a:extLst>
                <a:ext uri="{FF2B5EF4-FFF2-40B4-BE49-F238E27FC236}">
                  <a16:creationId xmlns:a16="http://schemas.microsoft.com/office/drawing/2014/main" id="{CEFFC53D-D051-FE14-1DFB-D6446EEA89F2}"/>
                </a:ext>
              </a:extLst>
            </p:cNvPr>
            <p:cNvSpPr/>
            <p:nvPr/>
          </p:nvSpPr>
          <p:spPr>
            <a:xfrm>
              <a:off x="3380925" y="2214525"/>
              <a:ext cx="5850" cy="6700"/>
            </a:xfrm>
            <a:custGeom>
              <a:avLst/>
              <a:gdLst/>
              <a:ahLst/>
              <a:cxnLst/>
              <a:rect l="l" t="t" r="r" b="b"/>
              <a:pathLst>
                <a:path w="234" h="268" extrusionOk="0">
                  <a:moveTo>
                    <a:pt x="234" y="1"/>
                  </a:moveTo>
                  <a:lnTo>
                    <a:pt x="0" y="34"/>
                  </a:lnTo>
                  <a:cubicBezTo>
                    <a:pt x="0" y="101"/>
                    <a:pt x="0" y="201"/>
                    <a:pt x="0" y="267"/>
                  </a:cubicBezTo>
                  <a:cubicBezTo>
                    <a:pt x="67" y="201"/>
                    <a:pt x="167" y="101"/>
                    <a:pt x="234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52;p54">
              <a:extLst>
                <a:ext uri="{FF2B5EF4-FFF2-40B4-BE49-F238E27FC236}">
                  <a16:creationId xmlns:a16="http://schemas.microsoft.com/office/drawing/2014/main" id="{D667A3E5-8119-A1DB-914B-7A32B0D086BB}"/>
                </a:ext>
              </a:extLst>
            </p:cNvPr>
            <p:cNvSpPr/>
            <p:nvPr/>
          </p:nvSpPr>
          <p:spPr>
            <a:xfrm>
              <a:off x="1876500" y="1772725"/>
              <a:ext cx="1495275" cy="466125"/>
            </a:xfrm>
            <a:custGeom>
              <a:avLst/>
              <a:gdLst/>
              <a:ahLst/>
              <a:cxnLst/>
              <a:rect l="l" t="t" r="r" b="b"/>
              <a:pathLst>
                <a:path w="59811" h="18645" extrusionOk="0">
                  <a:moveTo>
                    <a:pt x="46807" y="0"/>
                  </a:moveTo>
                  <a:cubicBezTo>
                    <a:pt x="45687" y="0"/>
                    <a:pt x="44637" y="84"/>
                    <a:pt x="43766" y="293"/>
                  </a:cubicBezTo>
                  <a:cubicBezTo>
                    <a:pt x="39429" y="1294"/>
                    <a:pt x="35927" y="2295"/>
                    <a:pt x="32224" y="2895"/>
                  </a:cubicBezTo>
                  <a:cubicBezTo>
                    <a:pt x="28488" y="3496"/>
                    <a:pt x="23985" y="2995"/>
                    <a:pt x="24585" y="6398"/>
                  </a:cubicBezTo>
                  <a:cubicBezTo>
                    <a:pt x="24585" y="6398"/>
                    <a:pt x="17782" y="4362"/>
                    <a:pt x="13274" y="4362"/>
                  </a:cubicBezTo>
                  <a:cubicBezTo>
                    <a:pt x="11540" y="4362"/>
                    <a:pt x="10145" y="4663"/>
                    <a:pt x="9608" y="5497"/>
                  </a:cubicBezTo>
                  <a:cubicBezTo>
                    <a:pt x="9608" y="5497"/>
                    <a:pt x="7805" y="4855"/>
                    <a:pt x="5989" y="4855"/>
                  </a:cubicBezTo>
                  <a:cubicBezTo>
                    <a:pt x="4519" y="4855"/>
                    <a:pt x="3040" y="5276"/>
                    <a:pt x="2503" y="6798"/>
                  </a:cubicBezTo>
                  <a:cubicBezTo>
                    <a:pt x="2503" y="6798"/>
                    <a:pt x="1" y="6898"/>
                    <a:pt x="501" y="9100"/>
                  </a:cubicBezTo>
                  <a:cubicBezTo>
                    <a:pt x="1002" y="11368"/>
                    <a:pt x="24985" y="15338"/>
                    <a:pt x="24985" y="15338"/>
                  </a:cubicBezTo>
                  <a:cubicBezTo>
                    <a:pt x="24985" y="15338"/>
                    <a:pt x="28788" y="18540"/>
                    <a:pt x="31223" y="18640"/>
                  </a:cubicBezTo>
                  <a:cubicBezTo>
                    <a:pt x="31301" y="18643"/>
                    <a:pt x="31399" y="18645"/>
                    <a:pt x="31515" y="18645"/>
                  </a:cubicBezTo>
                  <a:cubicBezTo>
                    <a:pt x="35020" y="18645"/>
                    <a:pt x="55607" y="17239"/>
                    <a:pt x="55607" y="17239"/>
                  </a:cubicBezTo>
                  <a:cubicBezTo>
                    <a:pt x="55607" y="17239"/>
                    <a:pt x="59810" y="7699"/>
                    <a:pt x="56708" y="1294"/>
                  </a:cubicBezTo>
                  <a:cubicBezTo>
                    <a:pt x="56708" y="1294"/>
                    <a:pt x="51215" y="0"/>
                    <a:pt x="46807" y="0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53;p54">
              <a:extLst>
                <a:ext uri="{FF2B5EF4-FFF2-40B4-BE49-F238E27FC236}">
                  <a16:creationId xmlns:a16="http://schemas.microsoft.com/office/drawing/2014/main" id="{5CD1AA48-EDEA-5861-1BE5-4D3520AFE47A}"/>
                </a:ext>
              </a:extLst>
            </p:cNvPr>
            <p:cNvSpPr/>
            <p:nvPr/>
          </p:nvSpPr>
          <p:spPr>
            <a:xfrm>
              <a:off x="2491125" y="1932650"/>
              <a:ext cx="410300" cy="54250"/>
            </a:xfrm>
            <a:custGeom>
              <a:avLst/>
              <a:gdLst/>
              <a:ahLst/>
              <a:cxnLst/>
              <a:rect l="l" t="t" r="r" b="b"/>
              <a:pathLst>
                <a:path w="16412" h="2170" fill="none" extrusionOk="0">
                  <a:moveTo>
                    <a:pt x="0" y="1"/>
                  </a:moveTo>
                  <a:cubicBezTo>
                    <a:pt x="0" y="1"/>
                    <a:pt x="501" y="1102"/>
                    <a:pt x="4437" y="1635"/>
                  </a:cubicBezTo>
                  <a:cubicBezTo>
                    <a:pt x="8406" y="2169"/>
                    <a:pt x="16412" y="2036"/>
                    <a:pt x="16412" y="2036"/>
                  </a:cubicBezTo>
                </a:path>
              </a:pathLst>
            </a:custGeom>
            <a:noFill/>
            <a:ln w="500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54;p54">
              <a:extLst>
                <a:ext uri="{FF2B5EF4-FFF2-40B4-BE49-F238E27FC236}">
                  <a16:creationId xmlns:a16="http://schemas.microsoft.com/office/drawing/2014/main" id="{ED336550-FB14-6892-FF93-A192D7D54861}"/>
                </a:ext>
              </a:extLst>
            </p:cNvPr>
            <p:cNvSpPr/>
            <p:nvPr/>
          </p:nvSpPr>
          <p:spPr>
            <a:xfrm>
              <a:off x="1874850" y="1938500"/>
              <a:ext cx="838125" cy="231850"/>
            </a:xfrm>
            <a:custGeom>
              <a:avLst/>
              <a:gdLst/>
              <a:ahLst/>
              <a:cxnLst/>
              <a:rect l="l" t="t" r="r" b="b"/>
              <a:pathLst>
                <a:path w="33525" h="9274" fill="none" extrusionOk="0">
                  <a:moveTo>
                    <a:pt x="33524" y="9174"/>
                  </a:moveTo>
                  <a:cubicBezTo>
                    <a:pt x="33524" y="9174"/>
                    <a:pt x="28754" y="9274"/>
                    <a:pt x="21082" y="7939"/>
                  </a:cubicBezTo>
                  <a:cubicBezTo>
                    <a:pt x="17880" y="7406"/>
                    <a:pt x="14677" y="6805"/>
                    <a:pt x="11475" y="6138"/>
                  </a:cubicBezTo>
                  <a:cubicBezTo>
                    <a:pt x="9574" y="5738"/>
                    <a:pt x="7672" y="5371"/>
                    <a:pt x="5804" y="4837"/>
                  </a:cubicBezTo>
                  <a:cubicBezTo>
                    <a:pt x="4437" y="4470"/>
                    <a:pt x="2936" y="4203"/>
                    <a:pt x="1701" y="3436"/>
                  </a:cubicBezTo>
                  <a:cubicBezTo>
                    <a:pt x="868" y="2936"/>
                    <a:pt x="0" y="1835"/>
                    <a:pt x="767" y="868"/>
                  </a:cubicBezTo>
                  <a:cubicBezTo>
                    <a:pt x="1368" y="134"/>
                    <a:pt x="2535" y="0"/>
                    <a:pt x="3403" y="67"/>
                  </a:cubicBezTo>
                  <a:cubicBezTo>
                    <a:pt x="4470" y="167"/>
                    <a:pt x="11842" y="934"/>
                    <a:pt x="15244" y="1135"/>
                  </a:cubicBezTo>
                  <a:cubicBezTo>
                    <a:pt x="18680" y="1335"/>
                    <a:pt x="28154" y="2369"/>
                    <a:pt x="31589" y="1668"/>
                  </a:cubicBezTo>
                </a:path>
              </a:pathLst>
            </a:custGeom>
            <a:noFill/>
            <a:ln w="500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55;p54">
              <a:extLst>
                <a:ext uri="{FF2B5EF4-FFF2-40B4-BE49-F238E27FC236}">
                  <a16:creationId xmlns:a16="http://schemas.microsoft.com/office/drawing/2014/main" id="{4DB2985B-78EF-12CC-3867-9AA96E7693C8}"/>
                </a:ext>
              </a:extLst>
            </p:cNvPr>
            <p:cNvSpPr/>
            <p:nvPr/>
          </p:nvSpPr>
          <p:spPr>
            <a:xfrm>
              <a:off x="1939050" y="1894300"/>
              <a:ext cx="572100" cy="55900"/>
            </a:xfrm>
            <a:custGeom>
              <a:avLst/>
              <a:gdLst/>
              <a:ahLst/>
              <a:cxnLst/>
              <a:rect l="l" t="t" r="r" b="b"/>
              <a:pathLst>
                <a:path w="22884" h="2236" fill="none" extrusionOk="0">
                  <a:moveTo>
                    <a:pt x="1" y="1702"/>
                  </a:moveTo>
                  <a:cubicBezTo>
                    <a:pt x="1" y="1702"/>
                    <a:pt x="501" y="0"/>
                    <a:pt x="2869" y="67"/>
                  </a:cubicBezTo>
                  <a:cubicBezTo>
                    <a:pt x="4671" y="100"/>
                    <a:pt x="5605" y="367"/>
                    <a:pt x="8040" y="901"/>
                  </a:cubicBezTo>
                  <a:cubicBezTo>
                    <a:pt x="10408" y="1401"/>
                    <a:pt x="22884" y="2235"/>
                    <a:pt x="22884" y="2235"/>
                  </a:cubicBezTo>
                </a:path>
              </a:pathLst>
            </a:custGeom>
            <a:noFill/>
            <a:ln w="5000" cap="rnd" cmpd="sng">
              <a:solidFill>
                <a:srgbClr val="3D29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56;p54">
              <a:extLst>
                <a:ext uri="{FF2B5EF4-FFF2-40B4-BE49-F238E27FC236}">
                  <a16:creationId xmlns:a16="http://schemas.microsoft.com/office/drawing/2014/main" id="{FE8294BE-3FF1-1B30-BD31-E096EE2F624D}"/>
                </a:ext>
              </a:extLst>
            </p:cNvPr>
            <p:cNvSpPr/>
            <p:nvPr/>
          </p:nvSpPr>
          <p:spPr>
            <a:xfrm>
              <a:off x="3241650" y="1797550"/>
              <a:ext cx="291075" cy="427850"/>
            </a:xfrm>
            <a:custGeom>
              <a:avLst/>
              <a:gdLst/>
              <a:ahLst/>
              <a:cxnLst/>
              <a:rect l="l" t="t" r="r" b="b"/>
              <a:pathLst>
                <a:path w="11643" h="17114" extrusionOk="0">
                  <a:moveTo>
                    <a:pt x="11642" y="1"/>
                  </a:moveTo>
                  <a:lnTo>
                    <a:pt x="9474" y="34"/>
                  </a:lnTo>
                  <a:lnTo>
                    <a:pt x="1635" y="201"/>
                  </a:lnTo>
                  <a:lnTo>
                    <a:pt x="1602" y="201"/>
                  </a:lnTo>
                  <a:cubicBezTo>
                    <a:pt x="1602" y="201"/>
                    <a:pt x="2502" y="3704"/>
                    <a:pt x="1935" y="10275"/>
                  </a:cubicBezTo>
                  <a:cubicBezTo>
                    <a:pt x="1702" y="12877"/>
                    <a:pt x="668" y="15345"/>
                    <a:pt x="201" y="16313"/>
                  </a:cubicBezTo>
                  <a:cubicBezTo>
                    <a:pt x="67" y="16580"/>
                    <a:pt x="1" y="16746"/>
                    <a:pt x="1" y="16746"/>
                  </a:cubicBezTo>
                  <a:lnTo>
                    <a:pt x="5438" y="17113"/>
                  </a:lnTo>
                  <a:lnTo>
                    <a:pt x="5571" y="17113"/>
                  </a:lnTo>
                  <a:cubicBezTo>
                    <a:pt x="5571" y="17080"/>
                    <a:pt x="5571" y="17013"/>
                    <a:pt x="5571" y="16946"/>
                  </a:cubicBezTo>
                  <a:cubicBezTo>
                    <a:pt x="5638" y="16880"/>
                    <a:pt x="5738" y="16780"/>
                    <a:pt x="5805" y="16680"/>
                  </a:cubicBezTo>
                  <a:cubicBezTo>
                    <a:pt x="7206" y="15078"/>
                    <a:pt x="8473" y="13344"/>
                    <a:pt x="9574" y="11509"/>
                  </a:cubicBezTo>
                  <a:cubicBezTo>
                    <a:pt x="10108" y="10609"/>
                    <a:pt x="10608" y="9708"/>
                    <a:pt x="11075" y="8807"/>
                  </a:cubicBezTo>
                  <a:lnTo>
                    <a:pt x="11642" y="1"/>
                  </a:ln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57;p54">
              <a:extLst>
                <a:ext uri="{FF2B5EF4-FFF2-40B4-BE49-F238E27FC236}">
                  <a16:creationId xmlns:a16="http://schemas.microsoft.com/office/drawing/2014/main" id="{CAED5B41-3E51-B79D-78FD-899FD7AF8DCF}"/>
                </a:ext>
              </a:extLst>
            </p:cNvPr>
            <p:cNvSpPr/>
            <p:nvPr/>
          </p:nvSpPr>
          <p:spPr>
            <a:xfrm>
              <a:off x="3477650" y="1773375"/>
              <a:ext cx="125125" cy="311925"/>
            </a:xfrm>
            <a:custGeom>
              <a:avLst/>
              <a:gdLst/>
              <a:ahLst/>
              <a:cxnLst/>
              <a:rect l="l" t="t" r="r" b="b"/>
              <a:pathLst>
                <a:path w="5005" h="12477" extrusionOk="0">
                  <a:moveTo>
                    <a:pt x="5004" y="1"/>
                  </a:moveTo>
                  <a:lnTo>
                    <a:pt x="1" y="167"/>
                  </a:lnTo>
                  <a:cubicBezTo>
                    <a:pt x="1" y="167"/>
                    <a:pt x="1" y="468"/>
                    <a:pt x="34" y="1001"/>
                  </a:cubicBezTo>
                  <a:cubicBezTo>
                    <a:pt x="134" y="2869"/>
                    <a:pt x="301" y="7539"/>
                    <a:pt x="134" y="12476"/>
                  </a:cubicBezTo>
                  <a:cubicBezTo>
                    <a:pt x="668" y="11576"/>
                    <a:pt x="1168" y="10675"/>
                    <a:pt x="1635" y="9774"/>
                  </a:cubicBezTo>
                  <a:cubicBezTo>
                    <a:pt x="3170" y="6705"/>
                    <a:pt x="4304" y="3436"/>
                    <a:pt x="5004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58;p54">
              <a:extLst>
                <a:ext uri="{FF2B5EF4-FFF2-40B4-BE49-F238E27FC236}">
                  <a16:creationId xmlns:a16="http://schemas.microsoft.com/office/drawing/2014/main" id="{F84810BD-650E-9DF8-C1AE-A32C7F737E3C}"/>
                </a:ext>
              </a:extLst>
            </p:cNvPr>
            <p:cNvSpPr/>
            <p:nvPr/>
          </p:nvSpPr>
          <p:spPr>
            <a:xfrm>
              <a:off x="3328375" y="2109450"/>
              <a:ext cx="66750" cy="66750"/>
            </a:xfrm>
            <a:custGeom>
              <a:avLst/>
              <a:gdLst/>
              <a:ahLst/>
              <a:cxnLst/>
              <a:rect l="l" t="t" r="r" b="b"/>
              <a:pathLst>
                <a:path w="2670" h="2670" extrusionOk="0">
                  <a:moveTo>
                    <a:pt x="1335" y="1"/>
                  </a:moveTo>
                  <a:cubicBezTo>
                    <a:pt x="601" y="1"/>
                    <a:pt x="1" y="601"/>
                    <a:pt x="1" y="1335"/>
                  </a:cubicBezTo>
                  <a:cubicBezTo>
                    <a:pt x="1" y="2069"/>
                    <a:pt x="601" y="2669"/>
                    <a:pt x="1335" y="2669"/>
                  </a:cubicBezTo>
                  <a:cubicBezTo>
                    <a:pt x="2069" y="2669"/>
                    <a:pt x="2669" y="2069"/>
                    <a:pt x="2669" y="1335"/>
                  </a:cubicBezTo>
                  <a:cubicBezTo>
                    <a:pt x="2669" y="601"/>
                    <a:pt x="2069" y="1"/>
                    <a:pt x="133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59;p54">
              <a:extLst>
                <a:ext uri="{FF2B5EF4-FFF2-40B4-BE49-F238E27FC236}">
                  <a16:creationId xmlns:a16="http://schemas.microsoft.com/office/drawing/2014/main" id="{47508099-79BD-BCE6-6768-83D62DA75622}"/>
                </a:ext>
              </a:extLst>
            </p:cNvPr>
            <p:cNvSpPr/>
            <p:nvPr/>
          </p:nvSpPr>
          <p:spPr>
            <a:xfrm>
              <a:off x="1506250" y="1085625"/>
              <a:ext cx="898175" cy="750575"/>
            </a:xfrm>
            <a:custGeom>
              <a:avLst/>
              <a:gdLst/>
              <a:ahLst/>
              <a:cxnLst/>
              <a:rect l="l" t="t" r="r" b="b"/>
              <a:pathLst>
                <a:path w="35927" h="30023" extrusionOk="0">
                  <a:moveTo>
                    <a:pt x="14505" y="1"/>
                  </a:moveTo>
                  <a:cubicBezTo>
                    <a:pt x="12680" y="1"/>
                    <a:pt x="10490" y="2251"/>
                    <a:pt x="8273" y="4528"/>
                  </a:cubicBezTo>
                  <a:cubicBezTo>
                    <a:pt x="8273" y="4528"/>
                    <a:pt x="0" y="12166"/>
                    <a:pt x="1468" y="14101"/>
                  </a:cubicBezTo>
                  <a:cubicBezTo>
                    <a:pt x="1852" y="14605"/>
                    <a:pt x="2280" y="14778"/>
                    <a:pt x="2731" y="14778"/>
                  </a:cubicBezTo>
                  <a:cubicBezTo>
                    <a:pt x="3738" y="14778"/>
                    <a:pt x="4862" y="13913"/>
                    <a:pt x="5880" y="13913"/>
                  </a:cubicBezTo>
                  <a:cubicBezTo>
                    <a:pt x="6189" y="13913"/>
                    <a:pt x="6488" y="13993"/>
                    <a:pt x="6772" y="14201"/>
                  </a:cubicBezTo>
                  <a:cubicBezTo>
                    <a:pt x="8200" y="15221"/>
                    <a:pt x="19257" y="30023"/>
                    <a:pt x="26454" y="30023"/>
                  </a:cubicBezTo>
                  <a:cubicBezTo>
                    <a:pt x="27492" y="30023"/>
                    <a:pt x="28451" y="29714"/>
                    <a:pt x="29288" y="29012"/>
                  </a:cubicBezTo>
                  <a:cubicBezTo>
                    <a:pt x="35926" y="23474"/>
                    <a:pt x="15345" y="6429"/>
                    <a:pt x="15445" y="5428"/>
                  </a:cubicBezTo>
                  <a:cubicBezTo>
                    <a:pt x="15545" y="4427"/>
                    <a:pt x="17046" y="658"/>
                    <a:pt x="15111" y="91"/>
                  </a:cubicBezTo>
                  <a:cubicBezTo>
                    <a:pt x="14914" y="30"/>
                    <a:pt x="14712" y="1"/>
                    <a:pt x="14505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60;p54">
              <a:extLst>
                <a:ext uri="{FF2B5EF4-FFF2-40B4-BE49-F238E27FC236}">
                  <a16:creationId xmlns:a16="http://schemas.microsoft.com/office/drawing/2014/main" id="{EC57CCB6-035D-73C6-729B-5200930CD6C9}"/>
                </a:ext>
              </a:extLst>
            </p:cNvPr>
            <p:cNvSpPr/>
            <p:nvPr/>
          </p:nvSpPr>
          <p:spPr>
            <a:xfrm>
              <a:off x="1557125" y="1102900"/>
              <a:ext cx="317750" cy="311925"/>
            </a:xfrm>
            <a:custGeom>
              <a:avLst/>
              <a:gdLst/>
              <a:ahLst/>
              <a:cxnLst/>
              <a:rect l="l" t="t" r="r" b="b"/>
              <a:pathLst>
                <a:path w="12710" h="12477" fill="none" extrusionOk="0">
                  <a:moveTo>
                    <a:pt x="12409" y="334"/>
                  </a:moveTo>
                  <a:cubicBezTo>
                    <a:pt x="12709" y="634"/>
                    <a:pt x="10274" y="3536"/>
                    <a:pt x="6905" y="6805"/>
                  </a:cubicBezTo>
                  <a:cubicBezTo>
                    <a:pt x="3569" y="10074"/>
                    <a:pt x="601" y="12476"/>
                    <a:pt x="300" y="12142"/>
                  </a:cubicBezTo>
                  <a:cubicBezTo>
                    <a:pt x="0" y="11842"/>
                    <a:pt x="2435" y="8907"/>
                    <a:pt x="5771" y="5638"/>
                  </a:cubicBezTo>
                  <a:cubicBezTo>
                    <a:pt x="9140" y="2402"/>
                    <a:pt x="12075" y="0"/>
                    <a:pt x="12409" y="334"/>
                  </a:cubicBezTo>
                  <a:close/>
                </a:path>
              </a:pathLst>
            </a:custGeom>
            <a:noFill/>
            <a:ln w="3325" cap="flat" cmpd="sng">
              <a:solidFill>
                <a:srgbClr val="3D2929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61;p54">
              <a:extLst>
                <a:ext uri="{FF2B5EF4-FFF2-40B4-BE49-F238E27FC236}">
                  <a16:creationId xmlns:a16="http://schemas.microsoft.com/office/drawing/2014/main" id="{D77E916C-A5C3-A89B-7873-5869D23CD6AA}"/>
                </a:ext>
              </a:extLst>
            </p:cNvPr>
            <p:cNvSpPr/>
            <p:nvPr/>
          </p:nvSpPr>
          <p:spPr>
            <a:xfrm>
              <a:off x="1773950" y="1350575"/>
              <a:ext cx="462850" cy="439675"/>
            </a:xfrm>
            <a:custGeom>
              <a:avLst/>
              <a:gdLst/>
              <a:ahLst/>
              <a:cxnLst/>
              <a:rect l="l" t="t" r="r" b="b"/>
              <a:pathLst>
                <a:path w="18514" h="17587" extrusionOk="0">
                  <a:moveTo>
                    <a:pt x="6905" y="1"/>
                  </a:moveTo>
                  <a:cubicBezTo>
                    <a:pt x="6905" y="1"/>
                    <a:pt x="6872" y="1"/>
                    <a:pt x="6772" y="67"/>
                  </a:cubicBezTo>
                  <a:cubicBezTo>
                    <a:pt x="6138" y="434"/>
                    <a:pt x="2935" y="2369"/>
                    <a:pt x="0" y="5104"/>
                  </a:cubicBezTo>
                  <a:cubicBezTo>
                    <a:pt x="0" y="5104"/>
                    <a:pt x="8673" y="16079"/>
                    <a:pt x="14244" y="17446"/>
                  </a:cubicBezTo>
                  <a:cubicBezTo>
                    <a:pt x="14613" y="17539"/>
                    <a:pt x="14967" y="17587"/>
                    <a:pt x="15303" y="17587"/>
                  </a:cubicBezTo>
                  <a:cubicBezTo>
                    <a:pt x="16059" y="17587"/>
                    <a:pt x="16725" y="17344"/>
                    <a:pt x="17279" y="16813"/>
                  </a:cubicBezTo>
                  <a:cubicBezTo>
                    <a:pt x="18313" y="15778"/>
                    <a:pt x="18513" y="14478"/>
                    <a:pt x="18180" y="13077"/>
                  </a:cubicBezTo>
                  <a:cubicBezTo>
                    <a:pt x="17312" y="9374"/>
                    <a:pt x="12776" y="5071"/>
                    <a:pt x="11308" y="3837"/>
                  </a:cubicBezTo>
                  <a:cubicBezTo>
                    <a:pt x="9273" y="2135"/>
                    <a:pt x="6905" y="1"/>
                    <a:pt x="6905" y="1"/>
                  </a:cubicBezTo>
                  <a:close/>
                </a:path>
              </a:pathLst>
            </a:custGeom>
            <a:solidFill>
              <a:srgbClr val="B0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62;p54">
              <a:extLst>
                <a:ext uri="{FF2B5EF4-FFF2-40B4-BE49-F238E27FC236}">
                  <a16:creationId xmlns:a16="http://schemas.microsoft.com/office/drawing/2014/main" id="{78666E18-2886-BF6A-A793-07F19E59D734}"/>
                </a:ext>
              </a:extLst>
            </p:cNvPr>
            <p:cNvSpPr/>
            <p:nvPr/>
          </p:nvSpPr>
          <p:spPr>
            <a:xfrm>
              <a:off x="1773950" y="1352250"/>
              <a:ext cx="169300" cy="128725"/>
            </a:xfrm>
            <a:custGeom>
              <a:avLst/>
              <a:gdLst/>
              <a:ahLst/>
              <a:cxnLst/>
              <a:rect l="l" t="t" r="r" b="b"/>
              <a:pathLst>
                <a:path w="6772" h="5149" extrusionOk="0">
                  <a:moveTo>
                    <a:pt x="6772" y="0"/>
                  </a:moveTo>
                  <a:cubicBezTo>
                    <a:pt x="6138" y="367"/>
                    <a:pt x="2935" y="2302"/>
                    <a:pt x="0" y="5037"/>
                  </a:cubicBezTo>
                  <a:cubicBezTo>
                    <a:pt x="366" y="5112"/>
                    <a:pt x="737" y="5148"/>
                    <a:pt x="1107" y="5148"/>
                  </a:cubicBezTo>
                  <a:cubicBezTo>
                    <a:pt x="2388" y="5148"/>
                    <a:pt x="3653" y="4713"/>
                    <a:pt x="4637" y="3936"/>
                  </a:cubicBezTo>
                  <a:cubicBezTo>
                    <a:pt x="5838" y="2969"/>
                    <a:pt x="6638" y="1501"/>
                    <a:pt x="6772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63;p54">
              <a:extLst>
                <a:ext uri="{FF2B5EF4-FFF2-40B4-BE49-F238E27FC236}">
                  <a16:creationId xmlns:a16="http://schemas.microsoft.com/office/drawing/2014/main" id="{65F5F1A4-F7E4-9BE5-E00D-6E9026373116}"/>
                </a:ext>
              </a:extLst>
            </p:cNvPr>
            <p:cNvSpPr/>
            <p:nvPr/>
          </p:nvSpPr>
          <p:spPr>
            <a:xfrm>
              <a:off x="2130025" y="1677475"/>
              <a:ext cx="106775" cy="112775"/>
            </a:xfrm>
            <a:custGeom>
              <a:avLst/>
              <a:gdLst/>
              <a:ahLst/>
              <a:cxnLst/>
              <a:rect l="l" t="t" r="r" b="b"/>
              <a:pathLst>
                <a:path w="4271" h="4511" extrusionOk="0">
                  <a:moveTo>
                    <a:pt x="3937" y="1"/>
                  </a:moveTo>
                  <a:lnTo>
                    <a:pt x="3937" y="1"/>
                  </a:lnTo>
                  <a:cubicBezTo>
                    <a:pt x="3770" y="1035"/>
                    <a:pt x="3370" y="2035"/>
                    <a:pt x="2669" y="2836"/>
                  </a:cubicBezTo>
                  <a:cubicBezTo>
                    <a:pt x="2002" y="3636"/>
                    <a:pt x="1035" y="4204"/>
                    <a:pt x="1" y="4370"/>
                  </a:cubicBezTo>
                  <a:cubicBezTo>
                    <a:pt x="370" y="4463"/>
                    <a:pt x="724" y="4511"/>
                    <a:pt x="1060" y="4511"/>
                  </a:cubicBezTo>
                  <a:cubicBezTo>
                    <a:pt x="1816" y="4511"/>
                    <a:pt x="2482" y="4268"/>
                    <a:pt x="3036" y="3737"/>
                  </a:cubicBezTo>
                  <a:cubicBezTo>
                    <a:pt x="4070" y="2702"/>
                    <a:pt x="4270" y="1402"/>
                    <a:pt x="3937" y="1"/>
                  </a:cubicBezTo>
                  <a:close/>
                </a:path>
              </a:pathLst>
            </a:custGeom>
            <a:solidFill>
              <a:srgbClr val="3D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64;p54">
              <a:extLst>
                <a:ext uri="{FF2B5EF4-FFF2-40B4-BE49-F238E27FC236}">
                  <a16:creationId xmlns:a16="http://schemas.microsoft.com/office/drawing/2014/main" id="{C6EE896F-4F41-75B5-1783-A2B150AE7C22}"/>
                </a:ext>
              </a:extLst>
            </p:cNvPr>
            <p:cNvSpPr/>
            <p:nvPr/>
          </p:nvSpPr>
          <p:spPr>
            <a:xfrm>
              <a:off x="1898200" y="1534875"/>
              <a:ext cx="70075" cy="70900"/>
            </a:xfrm>
            <a:custGeom>
              <a:avLst/>
              <a:gdLst/>
              <a:ahLst/>
              <a:cxnLst/>
              <a:rect l="l" t="t" r="r" b="b"/>
              <a:pathLst>
                <a:path w="2803" h="2836" fill="none" extrusionOk="0">
                  <a:moveTo>
                    <a:pt x="2635" y="1101"/>
                  </a:moveTo>
                  <a:cubicBezTo>
                    <a:pt x="2802" y="1802"/>
                    <a:pt x="2402" y="2469"/>
                    <a:pt x="1735" y="2669"/>
                  </a:cubicBezTo>
                  <a:cubicBezTo>
                    <a:pt x="1034" y="2836"/>
                    <a:pt x="334" y="2436"/>
                    <a:pt x="167" y="1735"/>
                  </a:cubicBezTo>
                  <a:cubicBezTo>
                    <a:pt x="0" y="1068"/>
                    <a:pt x="401" y="367"/>
                    <a:pt x="1101" y="167"/>
                  </a:cubicBezTo>
                  <a:cubicBezTo>
                    <a:pt x="1768" y="0"/>
                    <a:pt x="2469" y="434"/>
                    <a:pt x="2635" y="1101"/>
                  </a:cubicBezTo>
                  <a:close/>
                </a:path>
              </a:pathLst>
            </a:custGeom>
            <a:noFill/>
            <a:ln w="3325" cap="flat" cmpd="sng">
              <a:solidFill>
                <a:srgbClr val="FAEDDC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65;p54">
              <a:extLst>
                <a:ext uri="{FF2B5EF4-FFF2-40B4-BE49-F238E27FC236}">
                  <a16:creationId xmlns:a16="http://schemas.microsoft.com/office/drawing/2014/main" id="{DC446035-7DE3-7F7A-8D7C-EE52345EC2E8}"/>
                </a:ext>
              </a:extLst>
            </p:cNvPr>
            <p:cNvSpPr/>
            <p:nvPr/>
          </p:nvSpPr>
          <p:spPr>
            <a:xfrm>
              <a:off x="2062475" y="1584075"/>
              <a:ext cx="53400" cy="53400"/>
            </a:xfrm>
            <a:custGeom>
              <a:avLst/>
              <a:gdLst/>
              <a:ahLst/>
              <a:cxnLst/>
              <a:rect l="l" t="t" r="r" b="b"/>
              <a:pathLst>
                <a:path w="2136" h="2136" fill="none" extrusionOk="0">
                  <a:moveTo>
                    <a:pt x="2002" y="834"/>
                  </a:moveTo>
                  <a:cubicBezTo>
                    <a:pt x="2135" y="1335"/>
                    <a:pt x="1835" y="1869"/>
                    <a:pt x="1302" y="2002"/>
                  </a:cubicBezTo>
                  <a:cubicBezTo>
                    <a:pt x="801" y="2135"/>
                    <a:pt x="267" y="1835"/>
                    <a:pt x="134" y="1301"/>
                  </a:cubicBezTo>
                  <a:cubicBezTo>
                    <a:pt x="1" y="801"/>
                    <a:pt x="334" y="267"/>
                    <a:pt x="835" y="134"/>
                  </a:cubicBezTo>
                  <a:cubicBezTo>
                    <a:pt x="1368" y="1"/>
                    <a:pt x="1869" y="301"/>
                    <a:pt x="2002" y="834"/>
                  </a:cubicBezTo>
                  <a:close/>
                </a:path>
              </a:pathLst>
            </a:custGeom>
            <a:noFill/>
            <a:ln w="2500" cap="flat" cmpd="sng">
              <a:solidFill>
                <a:srgbClr val="FAEDDC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66;p54">
              <a:extLst>
                <a:ext uri="{FF2B5EF4-FFF2-40B4-BE49-F238E27FC236}">
                  <a16:creationId xmlns:a16="http://schemas.microsoft.com/office/drawing/2014/main" id="{9784A242-0D4C-75D4-227D-D23E46137ED4}"/>
                </a:ext>
              </a:extLst>
            </p:cNvPr>
            <p:cNvSpPr/>
            <p:nvPr/>
          </p:nvSpPr>
          <p:spPr>
            <a:xfrm>
              <a:off x="2046625" y="1524025"/>
              <a:ext cx="42575" cy="42575"/>
            </a:xfrm>
            <a:custGeom>
              <a:avLst/>
              <a:gdLst/>
              <a:ahLst/>
              <a:cxnLst/>
              <a:rect l="l" t="t" r="r" b="b"/>
              <a:pathLst>
                <a:path w="1703" h="1703" fill="none" extrusionOk="0">
                  <a:moveTo>
                    <a:pt x="1569" y="668"/>
                  </a:moveTo>
                  <a:cubicBezTo>
                    <a:pt x="1702" y="1068"/>
                    <a:pt x="1435" y="1502"/>
                    <a:pt x="1035" y="1602"/>
                  </a:cubicBezTo>
                  <a:cubicBezTo>
                    <a:pt x="601" y="1702"/>
                    <a:pt x="201" y="1435"/>
                    <a:pt x="101" y="1035"/>
                  </a:cubicBezTo>
                  <a:cubicBezTo>
                    <a:pt x="1" y="635"/>
                    <a:pt x="234" y="201"/>
                    <a:pt x="635" y="101"/>
                  </a:cubicBezTo>
                  <a:cubicBezTo>
                    <a:pt x="1068" y="1"/>
                    <a:pt x="1469" y="234"/>
                    <a:pt x="1569" y="668"/>
                  </a:cubicBezTo>
                  <a:close/>
                </a:path>
              </a:pathLst>
            </a:custGeom>
            <a:noFill/>
            <a:ln w="1675" cap="flat" cmpd="sng">
              <a:solidFill>
                <a:srgbClr val="FAEDDC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67;p54">
              <a:extLst>
                <a:ext uri="{FF2B5EF4-FFF2-40B4-BE49-F238E27FC236}">
                  <a16:creationId xmlns:a16="http://schemas.microsoft.com/office/drawing/2014/main" id="{C5C2F37D-71AD-DC90-7CB6-A6AEFF09766C}"/>
                </a:ext>
              </a:extLst>
            </p:cNvPr>
            <p:cNvSpPr/>
            <p:nvPr/>
          </p:nvSpPr>
          <p:spPr>
            <a:xfrm>
              <a:off x="1860675" y="1266200"/>
              <a:ext cx="110100" cy="114750"/>
            </a:xfrm>
            <a:custGeom>
              <a:avLst/>
              <a:gdLst/>
              <a:ahLst/>
              <a:cxnLst/>
              <a:rect l="l" t="t" r="r" b="b"/>
              <a:pathLst>
                <a:path w="4404" h="4590" extrusionOk="0">
                  <a:moveTo>
                    <a:pt x="1203" y="1"/>
                  </a:moveTo>
                  <a:cubicBezTo>
                    <a:pt x="938" y="1"/>
                    <a:pt x="697" y="95"/>
                    <a:pt x="534" y="340"/>
                  </a:cubicBezTo>
                  <a:cubicBezTo>
                    <a:pt x="0" y="1141"/>
                    <a:pt x="934" y="2408"/>
                    <a:pt x="1401" y="3009"/>
                  </a:cubicBezTo>
                  <a:cubicBezTo>
                    <a:pt x="1868" y="3609"/>
                    <a:pt x="2369" y="4243"/>
                    <a:pt x="3102" y="4510"/>
                  </a:cubicBezTo>
                  <a:cubicBezTo>
                    <a:pt x="3260" y="4557"/>
                    <a:pt x="3432" y="4589"/>
                    <a:pt x="3598" y="4589"/>
                  </a:cubicBezTo>
                  <a:cubicBezTo>
                    <a:pt x="3784" y="4589"/>
                    <a:pt x="3962" y="4549"/>
                    <a:pt x="4103" y="4443"/>
                  </a:cubicBezTo>
                  <a:cubicBezTo>
                    <a:pt x="4303" y="4276"/>
                    <a:pt x="4403" y="3976"/>
                    <a:pt x="4403" y="3709"/>
                  </a:cubicBezTo>
                  <a:cubicBezTo>
                    <a:pt x="4403" y="3442"/>
                    <a:pt x="4337" y="3175"/>
                    <a:pt x="4203" y="2942"/>
                  </a:cubicBezTo>
                  <a:cubicBezTo>
                    <a:pt x="3836" y="2041"/>
                    <a:pt x="3269" y="1241"/>
                    <a:pt x="2569" y="607"/>
                  </a:cubicBezTo>
                  <a:cubicBezTo>
                    <a:pt x="2265" y="325"/>
                    <a:pt x="1694" y="1"/>
                    <a:pt x="12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68;p54">
              <a:extLst>
                <a:ext uri="{FF2B5EF4-FFF2-40B4-BE49-F238E27FC236}">
                  <a16:creationId xmlns:a16="http://schemas.microsoft.com/office/drawing/2014/main" id="{572DD693-B7A7-D42B-4EF6-3B77FE0F6B4F}"/>
                </a:ext>
              </a:extLst>
            </p:cNvPr>
            <p:cNvSpPr/>
            <p:nvPr/>
          </p:nvSpPr>
          <p:spPr>
            <a:xfrm>
              <a:off x="1972425" y="1387575"/>
              <a:ext cx="46725" cy="42275"/>
            </a:xfrm>
            <a:custGeom>
              <a:avLst/>
              <a:gdLst/>
              <a:ahLst/>
              <a:cxnLst/>
              <a:rect l="l" t="t" r="r" b="b"/>
              <a:pathLst>
                <a:path w="1869" h="1691" extrusionOk="0">
                  <a:moveTo>
                    <a:pt x="929" y="1"/>
                  </a:moveTo>
                  <a:cubicBezTo>
                    <a:pt x="865" y="1"/>
                    <a:pt x="800" y="7"/>
                    <a:pt x="734" y="22"/>
                  </a:cubicBezTo>
                  <a:cubicBezTo>
                    <a:pt x="267" y="155"/>
                    <a:pt x="0" y="622"/>
                    <a:pt x="133" y="1056"/>
                  </a:cubicBezTo>
                  <a:cubicBezTo>
                    <a:pt x="216" y="1441"/>
                    <a:pt x="549" y="1690"/>
                    <a:pt x="925" y="1690"/>
                  </a:cubicBezTo>
                  <a:cubicBezTo>
                    <a:pt x="1005" y="1690"/>
                    <a:pt x="1086" y="1679"/>
                    <a:pt x="1168" y="1656"/>
                  </a:cubicBezTo>
                  <a:cubicBezTo>
                    <a:pt x="1601" y="1556"/>
                    <a:pt x="1868" y="1089"/>
                    <a:pt x="1768" y="655"/>
                  </a:cubicBezTo>
                  <a:cubicBezTo>
                    <a:pt x="1653" y="254"/>
                    <a:pt x="1317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69;p54">
              <a:extLst>
                <a:ext uri="{FF2B5EF4-FFF2-40B4-BE49-F238E27FC236}">
                  <a16:creationId xmlns:a16="http://schemas.microsoft.com/office/drawing/2014/main" id="{53EAF9A8-B2C4-8246-0FC2-906CE545C58E}"/>
                </a:ext>
              </a:extLst>
            </p:cNvPr>
            <p:cNvSpPr/>
            <p:nvPr/>
          </p:nvSpPr>
          <p:spPr>
            <a:xfrm>
              <a:off x="1970750" y="1697225"/>
              <a:ext cx="140125" cy="85900"/>
            </a:xfrm>
            <a:custGeom>
              <a:avLst/>
              <a:gdLst/>
              <a:ahLst/>
              <a:cxnLst/>
              <a:rect l="l" t="t" r="r" b="b"/>
              <a:pathLst>
                <a:path w="5605" h="3436" extrusionOk="0">
                  <a:moveTo>
                    <a:pt x="1635" y="0"/>
                  </a:moveTo>
                  <a:cubicBezTo>
                    <a:pt x="1303" y="0"/>
                    <a:pt x="980" y="122"/>
                    <a:pt x="768" y="411"/>
                  </a:cubicBezTo>
                  <a:cubicBezTo>
                    <a:pt x="0" y="1512"/>
                    <a:pt x="3169" y="2980"/>
                    <a:pt x="3903" y="3280"/>
                  </a:cubicBezTo>
                  <a:cubicBezTo>
                    <a:pt x="4161" y="3358"/>
                    <a:pt x="4440" y="3435"/>
                    <a:pt x="4723" y="3435"/>
                  </a:cubicBezTo>
                  <a:cubicBezTo>
                    <a:pt x="4805" y="3435"/>
                    <a:pt x="4888" y="3429"/>
                    <a:pt x="4971" y="3414"/>
                  </a:cubicBezTo>
                  <a:cubicBezTo>
                    <a:pt x="5304" y="3313"/>
                    <a:pt x="5604" y="2980"/>
                    <a:pt x="5538" y="2613"/>
                  </a:cubicBezTo>
                  <a:cubicBezTo>
                    <a:pt x="5471" y="2346"/>
                    <a:pt x="5237" y="2146"/>
                    <a:pt x="5004" y="2013"/>
                  </a:cubicBezTo>
                  <a:cubicBezTo>
                    <a:pt x="4137" y="1412"/>
                    <a:pt x="3269" y="678"/>
                    <a:pt x="2335" y="178"/>
                  </a:cubicBezTo>
                  <a:cubicBezTo>
                    <a:pt x="2124" y="65"/>
                    <a:pt x="1877" y="0"/>
                    <a:pt x="16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70;p54">
              <a:extLst>
                <a:ext uri="{FF2B5EF4-FFF2-40B4-BE49-F238E27FC236}">
                  <a16:creationId xmlns:a16="http://schemas.microsoft.com/office/drawing/2014/main" id="{2FFCAAAA-F800-4CCD-7496-1837D5310A31}"/>
                </a:ext>
              </a:extLst>
            </p:cNvPr>
            <p:cNvSpPr/>
            <p:nvPr/>
          </p:nvSpPr>
          <p:spPr>
            <a:xfrm>
              <a:off x="2933100" y="1150000"/>
              <a:ext cx="758900" cy="557600"/>
            </a:xfrm>
            <a:custGeom>
              <a:avLst/>
              <a:gdLst/>
              <a:ahLst/>
              <a:cxnLst/>
              <a:rect l="l" t="t" r="r" b="b"/>
              <a:pathLst>
                <a:path w="30356" h="22304" extrusionOk="0">
                  <a:moveTo>
                    <a:pt x="25287" y="0"/>
                  </a:moveTo>
                  <a:cubicBezTo>
                    <a:pt x="24724" y="0"/>
                    <a:pt x="24156" y="155"/>
                    <a:pt x="23651" y="485"/>
                  </a:cubicBezTo>
                  <a:lnTo>
                    <a:pt x="1902" y="14161"/>
                  </a:lnTo>
                  <a:cubicBezTo>
                    <a:pt x="434" y="15062"/>
                    <a:pt x="0" y="16963"/>
                    <a:pt x="901" y="18431"/>
                  </a:cubicBezTo>
                  <a:lnTo>
                    <a:pt x="2436" y="20866"/>
                  </a:lnTo>
                  <a:cubicBezTo>
                    <a:pt x="3018" y="21794"/>
                    <a:pt x="4034" y="22303"/>
                    <a:pt x="5066" y="22303"/>
                  </a:cubicBezTo>
                  <a:cubicBezTo>
                    <a:pt x="5630" y="22303"/>
                    <a:pt x="6199" y="22151"/>
                    <a:pt x="6705" y="21833"/>
                  </a:cubicBezTo>
                  <a:lnTo>
                    <a:pt x="28454" y="8157"/>
                  </a:lnTo>
                  <a:cubicBezTo>
                    <a:pt x="29922" y="7256"/>
                    <a:pt x="30355" y="5322"/>
                    <a:pt x="29455" y="3887"/>
                  </a:cubicBezTo>
                  <a:lnTo>
                    <a:pt x="27920" y="1452"/>
                  </a:lnTo>
                  <a:cubicBezTo>
                    <a:pt x="27337" y="524"/>
                    <a:pt x="26321" y="0"/>
                    <a:pt x="25287" y="0"/>
                  </a:cubicBezTo>
                  <a:close/>
                </a:path>
              </a:pathLst>
            </a:custGeom>
            <a:solidFill>
              <a:srgbClr val="AD8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71;p54">
              <a:extLst>
                <a:ext uri="{FF2B5EF4-FFF2-40B4-BE49-F238E27FC236}">
                  <a16:creationId xmlns:a16="http://schemas.microsoft.com/office/drawing/2014/main" id="{F9DBA6D4-DF6A-8C58-307B-1E87173DDE53}"/>
                </a:ext>
              </a:extLst>
            </p:cNvPr>
            <p:cNvSpPr/>
            <p:nvPr/>
          </p:nvSpPr>
          <p:spPr>
            <a:xfrm>
              <a:off x="3150750" y="1286375"/>
              <a:ext cx="316100" cy="290225"/>
            </a:xfrm>
            <a:custGeom>
              <a:avLst/>
              <a:gdLst/>
              <a:ahLst/>
              <a:cxnLst/>
              <a:rect l="l" t="t" r="r" b="b"/>
              <a:pathLst>
                <a:path w="12644" h="11609" fill="none" extrusionOk="0">
                  <a:moveTo>
                    <a:pt x="1" y="5571"/>
                  </a:moveTo>
                  <a:lnTo>
                    <a:pt x="8840" y="0"/>
                  </a:lnTo>
                  <a:lnTo>
                    <a:pt x="12643" y="6038"/>
                  </a:lnTo>
                  <a:lnTo>
                    <a:pt x="3770" y="11608"/>
                  </a:lnTo>
                  <a:close/>
                </a:path>
              </a:pathLst>
            </a:custGeom>
            <a:noFill/>
            <a:ln w="2500" cap="flat" cmpd="sng">
              <a:solidFill>
                <a:srgbClr val="E7D8DD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72;p54">
              <a:extLst>
                <a:ext uri="{FF2B5EF4-FFF2-40B4-BE49-F238E27FC236}">
                  <a16:creationId xmlns:a16="http://schemas.microsoft.com/office/drawing/2014/main" id="{0BAC4111-C8D3-E883-23FE-60A816F1CFCD}"/>
                </a:ext>
              </a:extLst>
            </p:cNvPr>
            <p:cNvSpPr/>
            <p:nvPr/>
          </p:nvSpPr>
          <p:spPr>
            <a:xfrm>
              <a:off x="2997300" y="1531125"/>
              <a:ext cx="29225" cy="25500"/>
            </a:xfrm>
            <a:custGeom>
              <a:avLst/>
              <a:gdLst/>
              <a:ahLst/>
              <a:cxnLst/>
              <a:rect l="l" t="t" r="r" b="b"/>
              <a:pathLst>
                <a:path w="1169" h="1020" extrusionOk="0">
                  <a:moveTo>
                    <a:pt x="589" y="1"/>
                  </a:moveTo>
                  <a:cubicBezTo>
                    <a:pt x="502" y="1"/>
                    <a:pt x="414" y="27"/>
                    <a:pt x="335" y="84"/>
                  </a:cubicBezTo>
                  <a:cubicBezTo>
                    <a:pt x="68" y="217"/>
                    <a:pt x="1" y="551"/>
                    <a:pt x="168" y="784"/>
                  </a:cubicBezTo>
                  <a:cubicBezTo>
                    <a:pt x="255" y="938"/>
                    <a:pt x="429" y="1019"/>
                    <a:pt x="605" y="1019"/>
                  </a:cubicBezTo>
                  <a:cubicBezTo>
                    <a:pt x="696" y="1019"/>
                    <a:pt x="788" y="997"/>
                    <a:pt x="868" y="951"/>
                  </a:cubicBezTo>
                  <a:cubicBezTo>
                    <a:pt x="1102" y="784"/>
                    <a:pt x="1168" y="484"/>
                    <a:pt x="1035" y="251"/>
                  </a:cubicBezTo>
                  <a:cubicBezTo>
                    <a:pt x="925" y="97"/>
                    <a:pt x="758" y="1"/>
                    <a:pt x="589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73;p54">
              <a:extLst>
                <a:ext uri="{FF2B5EF4-FFF2-40B4-BE49-F238E27FC236}">
                  <a16:creationId xmlns:a16="http://schemas.microsoft.com/office/drawing/2014/main" id="{98F3D6E4-2C40-908F-B2BE-55833EB0A818}"/>
                </a:ext>
              </a:extLst>
            </p:cNvPr>
            <p:cNvSpPr/>
            <p:nvPr/>
          </p:nvSpPr>
          <p:spPr>
            <a:xfrm>
              <a:off x="3075700" y="1548400"/>
              <a:ext cx="29225" cy="25725"/>
            </a:xfrm>
            <a:custGeom>
              <a:avLst/>
              <a:gdLst/>
              <a:ahLst/>
              <a:cxnLst/>
              <a:rect l="l" t="t" r="r" b="b"/>
              <a:pathLst>
                <a:path w="1169" h="1029" extrusionOk="0">
                  <a:moveTo>
                    <a:pt x="592" y="1"/>
                  </a:moveTo>
                  <a:cubicBezTo>
                    <a:pt x="491" y="1"/>
                    <a:pt x="389" y="30"/>
                    <a:pt x="301" y="93"/>
                  </a:cubicBezTo>
                  <a:cubicBezTo>
                    <a:pt x="67" y="227"/>
                    <a:pt x="1" y="560"/>
                    <a:pt x="134" y="794"/>
                  </a:cubicBezTo>
                  <a:cubicBezTo>
                    <a:pt x="244" y="947"/>
                    <a:pt x="411" y="1029"/>
                    <a:pt x="588" y="1029"/>
                  </a:cubicBezTo>
                  <a:cubicBezTo>
                    <a:pt x="681" y="1029"/>
                    <a:pt x="776" y="1006"/>
                    <a:pt x="868" y="961"/>
                  </a:cubicBezTo>
                  <a:cubicBezTo>
                    <a:pt x="1101" y="794"/>
                    <a:pt x="1168" y="494"/>
                    <a:pt x="1001" y="227"/>
                  </a:cubicBezTo>
                  <a:cubicBezTo>
                    <a:pt x="918" y="81"/>
                    <a:pt x="758" y="1"/>
                    <a:pt x="592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74;p54">
              <a:extLst>
                <a:ext uri="{FF2B5EF4-FFF2-40B4-BE49-F238E27FC236}">
                  <a16:creationId xmlns:a16="http://schemas.microsoft.com/office/drawing/2014/main" id="{AE2D69EA-ABD1-C939-F592-2D8E3FB334DE}"/>
                </a:ext>
              </a:extLst>
            </p:cNvPr>
            <p:cNvSpPr/>
            <p:nvPr/>
          </p:nvSpPr>
          <p:spPr>
            <a:xfrm>
              <a:off x="3074875" y="1475025"/>
              <a:ext cx="29200" cy="25725"/>
            </a:xfrm>
            <a:custGeom>
              <a:avLst/>
              <a:gdLst/>
              <a:ahLst/>
              <a:cxnLst/>
              <a:rect l="l" t="t" r="r" b="b"/>
              <a:pathLst>
                <a:path w="1168" h="1029" extrusionOk="0">
                  <a:moveTo>
                    <a:pt x="608" y="0"/>
                  </a:moveTo>
                  <a:cubicBezTo>
                    <a:pt x="507" y="0"/>
                    <a:pt x="401" y="30"/>
                    <a:pt x="300" y="93"/>
                  </a:cubicBezTo>
                  <a:cubicBezTo>
                    <a:pt x="67" y="226"/>
                    <a:pt x="0" y="560"/>
                    <a:pt x="167" y="793"/>
                  </a:cubicBezTo>
                  <a:cubicBezTo>
                    <a:pt x="255" y="947"/>
                    <a:pt x="429" y="1028"/>
                    <a:pt x="604" y="1028"/>
                  </a:cubicBezTo>
                  <a:cubicBezTo>
                    <a:pt x="695" y="1028"/>
                    <a:pt x="787" y="1006"/>
                    <a:pt x="867" y="960"/>
                  </a:cubicBezTo>
                  <a:cubicBezTo>
                    <a:pt x="1101" y="793"/>
                    <a:pt x="1168" y="493"/>
                    <a:pt x="1034" y="226"/>
                  </a:cubicBezTo>
                  <a:cubicBezTo>
                    <a:pt x="930" y="81"/>
                    <a:pt x="775" y="0"/>
                    <a:pt x="608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75;p54">
              <a:extLst>
                <a:ext uri="{FF2B5EF4-FFF2-40B4-BE49-F238E27FC236}">
                  <a16:creationId xmlns:a16="http://schemas.microsoft.com/office/drawing/2014/main" id="{C90447E4-9542-6EA3-E8B5-0C917C16B1E3}"/>
                </a:ext>
              </a:extLst>
            </p:cNvPr>
            <p:cNvSpPr/>
            <p:nvPr/>
          </p:nvSpPr>
          <p:spPr>
            <a:xfrm>
              <a:off x="3140750" y="1580700"/>
              <a:ext cx="29200" cy="25725"/>
            </a:xfrm>
            <a:custGeom>
              <a:avLst/>
              <a:gdLst/>
              <a:ahLst/>
              <a:cxnLst/>
              <a:rect l="l" t="t" r="r" b="b"/>
              <a:pathLst>
                <a:path w="1168" h="1029" extrusionOk="0">
                  <a:moveTo>
                    <a:pt x="564" y="1"/>
                  </a:moveTo>
                  <a:cubicBezTo>
                    <a:pt x="473" y="1"/>
                    <a:pt x="381" y="23"/>
                    <a:pt x="301" y="69"/>
                  </a:cubicBezTo>
                  <a:cubicBezTo>
                    <a:pt x="67" y="236"/>
                    <a:pt x="0" y="536"/>
                    <a:pt x="134" y="803"/>
                  </a:cubicBezTo>
                  <a:cubicBezTo>
                    <a:pt x="238" y="948"/>
                    <a:pt x="393" y="1029"/>
                    <a:pt x="552" y="1029"/>
                  </a:cubicBezTo>
                  <a:cubicBezTo>
                    <a:pt x="649" y="1029"/>
                    <a:pt x="746" y="999"/>
                    <a:pt x="834" y="936"/>
                  </a:cubicBezTo>
                  <a:cubicBezTo>
                    <a:pt x="1101" y="803"/>
                    <a:pt x="1168" y="469"/>
                    <a:pt x="1001" y="236"/>
                  </a:cubicBezTo>
                  <a:cubicBezTo>
                    <a:pt x="913" y="82"/>
                    <a:pt x="739" y="1"/>
                    <a:pt x="564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76;p54">
              <a:extLst>
                <a:ext uri="{FF2B5EF4-FFF2-40B4-BE49-F238E27FC236}">
                  <a16:creationId xmlns:a16="http://schemas.microsoft.com/office/drawing/2014/main" id="{F206264E-D7AA-0527-05BE-B2520E3CD28D}"/>
                </a:ext>
              </a:extLst>
            </p:cNvPr>
            <p:cNvSpPr/>
            <p:nvPr/>
          </p:nvSpPr>
          <p:spPr>
            <a:xfrm>
              <a:off x="3058200" y="1624075"/>
              <a:ext cx="29200" cy="25725"/>
            </a:xfrm>
            <a:custGeom>
              <a:avLst/>
              <a:gdLst/>
              <a:ahLst/>
              <a:cxnLst/>
              <a:rect l="l" t="t" r="r" b="b"/>
              <a:pathLst>
                <a:path w="1168" h="1029" extrusionOk="0">
                  <a:moveTo>
                    <a:pt x="589" y="0"/>
                  </a:moveTo>
                  <a:cubicBezTo>
                    <a:pt x="502" y="0"/>
                    <a:pt x="414" y="23"/>
                    <a:pt x="334" y="68"/>
                  </a:cubicBezTo>
                  <a:cubicBezTo>
                    <a:pt x="67" y="235"/>
                    <a:pt x="0" y="535"/>
                    <a:pt x="167" y="802"/>
                  </a:cubicBezTo>
                  <a:cubicBezTo>
                    <a:pt x="250" y="948"/>
                    <a:pt x="410" y="1028"/>
                    <a:pt x="576" y="1028"/>
                  </a:cubicBezTo>
                  <a:cubicBezTo>
                    <a:pt x="677" y="1028"/>
                    <a:pt x="779" y="999"/>
                    <a:pt x="867" y="936"/>
                  </a:cubicBezTo>
                  <a:cubicBezTo>
                    <a:pt x="1101" y="802"/>
                    <a:pt x="1168" y="469"/>
                    <a:pt x="1034" y="235"/>
                  </a:cubicBezTo>
                  <a:cubicBezTo>
                    <a:pt x="925" y="82"/>
                    <a:pt x="757" y="0"/>
                    <a:pt x="58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77;p54">
              <a:extLst>
                <a:ext uri="{FF2B5EF4-FFF2-40B4-BE49-F238E27FC236}">
                  <a16:creationId xmlns:a16="http://schemas.microsoft.com/office/drawing/2014/main" id="{7078FD45-7F8E-6D77-7F71-481E6EA1C362}"/>
                </a:ext>
              </a:extLst>
            </p:cNvPr>
            <p:cNvSpPr/>
            <p:nvPr/>
          </p:nvSpPr>
          <p:spPr>
            <a:xfrm>
              <a:off x="3516850" y="1202100"/>
              <a:ext cx="29200" cy="25475"/>
            </a:xfrm>
            <a:custGeom>
              <a:avLst/>
              <a:gdLst/>
              <a:ahLst/>
              <a:cxnLst/>
              <a:rect l="l" t="t" r="r" b="b"/>
              <a:pathLst>
                <a:path w="1168" h="1019" extrusionOk="0">
                  <a:moveTo>
                    <a:pt x="580" y="1"/>
                  </a:moveTo>
                  <a:cubicBezTo>
                    <a:pt x="488" y="1"/>
                    <a:pt x="392" y="23"/>
                    <a:pt x="301" y="69"/>
                  </a:cubicBezTo>
                  <a:cubicBezTo>
                    <a:pt x="67" y="235"/>
                    <a:pt x="0" y="536"/>
                    <a:pt x="167" y="769"/>
                  </a:cubicBezTo>
                  <a:cubicBezTo>
                    <a:pt x="255" y="923"/>
                    <a:pt x="430" y="1019"/>
                    <a:pt x="605" y="1019"/>
                  </a:cubicBezTo>
                  <a:cubicBezTo>
                    <a:pt x="697" y="1019"/>
                    <a:pt x="788" y="993"/>
                    <a:pt x="868" y="936"/>
                  </a:cubicBezTo>
                  <a:cubicBezTo>
                    <a:pt x="1101" y="803"/>
                    <a:pt x="1168" y="469"/>
                    <a:pt x="1035" y="235"/>
                  </a:cubicBezTo>
                  <a:cubicBezTo>
                    <a:pt x="925" y="82"/>
                    <a:pt x="758" y="1"/>
                    <a:pt x="580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78;p54">
              <a:extLst>
                <a:ext uri="{FF2B5EF4-FFF2-40B4-BE49-F238E27FC236}">
                  <a16:creationId xmlns:a16="http://schemas.microsoft.com/office/drawing/2014/main" id="{2A6ACFA8-187B-6FA4-9C6C-706596186C3F}"/>
                </a:ext>
              </a:extLst>
            </p:cNvPr>
            <p:cNvSpPr/>
            <p:nvPr/>
          </p:nvSpPr>
          <p:spPr>
            <a:xfrm>
              <a:off x="3427625" y="1260750"/>
              <a:ext cx="29200" cy="25675"/>
            </a:xfrm>
            <a:custGeom>
              <a:avLst/>
              <a:gdLst/>
              <a:ahLst/>
              <a:cxnLst/>
              <a:rect l="l" t="t" r="r" b="b"/>
              <a:pathLst>
                <a:path w="1168" h="1027" extrusionOk="0">
                  <a:moveTo>
                    <a:pt x="599" y="0"/>
                  </a:moveTo>
                  <a:cubicBezTo>
                    <a:pt x="501" y="0"/>
                    <a:pt x="398" y="30"/>
                    <a:pt x="300" y="91"/>
                  </a:cubicBezTo>
                  <a:cubicBezTo>
                    <a:pt x="67" y="224"/>
                    <a:pt x="0" y="558"/>
                    <a:pt x="167" y="792"/>
                  </a:cubicBezTo>
                  <a:cubicBezTo>
                    <a:pt x="255" y="945"/>
                    <a:pt x="429" y="1026"/>
                    <a:pt x="604" y="1026"/>
                  </a:cubicBezTo>
                  <a:cubicBezTo>
                    <a:pt x="696" y="1026"/>
                    <a:pt x="787" y="1004"/>
                    <a:pt x="868" y="958"/>
                  </a:cubicBezTo>
                  <a:cubicBezTo>
                    <a:pt x="1101" y="792"/>
                    <a:pt x="1168" y="491"/>
                    <a:pt x="1034" y="258"/>
                  </a:cubicBezTo>
                  <a:cubicBezTo>
                    <a:pt x="929" y="89"/>
                    <a:pt x="770" y="0"/>
                    <a:pt x="599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9;p54">
              <a:extLst>
                <a:ext uri="{FF2B5EF4-FFF2-40B4-BE49-F238E27FC236}">
                  <a16:creationId xmlns:a16="http://schemas.microsoft.com/office/drawing/2014/main" id="{FE839690-73D8-8CFA-AF80-A17A8B976F1A}"/>
                </a:ext>
              </a:extLst>
            </p:cNvPr>
            <p:cNvSpPr/>
            <p:nvPr/>
          </p:nvSpPr>
          <p:spPr>
            <a:xfrm>
              <a:off x="3498500" y="1279650"/>
              <a:ext cx="29225" cy="25725"/>
            </a:xfrm>
            <a:custGeom>
              <a:avLst/>
              <a:gdLst/>
              <a:ahLst/>
              <a:cxnLst/>
              <a:rect l="l" t="t" r="r" b="b"/>
              <a:pathLst>
                <a:path w="1169" h="1029" extrusionOk="0">
                  <a:moveTo>
                    <a:pt x="581" y="1"/>
                  </a:moveTo>
                  <a:cubicBezTo>
                    <a:pt x="488" y="1"/>
                    <a:pt x="392" y="23"/>
                    <a:pt x="301" y="69"/>
                  </a:cubicBezTo>
                  <a:cubicBezTo>
                    <a:pt x="67" y="236"/>
                    <a:pt x="1" y="536"/>
                    <a:pt x="167" y="803"/>
                  </a:cubicBezTo>
                  <a:cubicBezTo>
                    <a:pt x="250" y="948"/>
                    <a:pt x="411" y="1029"/>
                    <a:pt x="577" y="1029"/>
                  </a:cubicBezTo>
                  <a:cubicBezTo>
                    <a:pt x="677" y="1029"/>
                    <a:pt x="780" y="999"/>
                    <a:pt x="868" y="936"/>
                  </a:cubicBezTo>
                  <a:cubicBezTo>
                    <a:pt x="1101" y="803"/>
                    <a:pt x="1168" y="469"/>
                    <a:pt x="1035" y="236"/>
                  </a:cubicBezTo>
                  <a:cubicBezTo>
                    <a:pt x="925" y="82"/>
                    <a:pt x="758" y="1"/>
                    <a:pt x="581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0;p54">
              <a:extLst>
                <a:ext uri="{FF2B5EF4-FFF2-40B4-BE49-F238E27FC236}">
                  <a16:creationId xmlns:a16="http://schemas.microsoft.com/office/drawing/2014/main" id="{9128AEE1-D001-3304-14D4-DDEE805626FA}"/>
                </a:ext>
              </a:extLst>
            </p:cNvPr>
            <p:cNvSpPr/>
            <p:nvPr/>
          </p:nvSpPr>
          <p:spPr>
            <a:xfrm>
              <a:off x="3574400" y="1297175"/>
              <a:ext cx="29200" cy="25675"/>
            </a:xfrm>
            <a:custGeom>
              <a:avLst/>
              <a:gdLst/>
              <a:ahLst/>
              <a:cxnLst/>
              <a:rect l="l" t="t" r="r" b="b"/>
              <a:pathLst>
                <a:path w="1168" h="1027" extrusionOk="0">
                  <a:moveTo>
                    <a:pt x="564" y="0"/>
                  </a:moveTo>
                  <a:cubicBezTo>
                    <a:pt x="472" y="0"/>
                    <a:pt x="380" y="23"/>
                    <a:pt x="300" y="68"/>
                  </a:cubicBezTo>
                  <a:cubicBezTo>
                    <a:pt x="67" y="235"/>
                    <a:pt x="0" y="535"/>
                    <a:pt x="134" y="769"/>
                  </a:cubicBezTo>
                  <a:cubicBezTo>
                    <a:pt x="239" y="938"/>
                    <a:pt x="398" y="1027"/>
                    <a:pt x="569" y="1027"/>
                  </a:cubicBezTo>
                  <a:cubicBezTo>
                    <a:pt x="667" y="1027"/>
                    <a:pt x="770" y="997"/>
                    <a:pt x="867" y="936"/>
                  </a:cubicBezTo>
                  <a:cubicBezTo>
                    <a:pt x="1101" y="802"/>
                    <a:pt x="1168" y="469"/>
                    <a:pt x="1001" y="235"/>
                  </a:cubicBezTo>
                  <a:cubicBezTo>
                    <a:pt x="913" y="82"/>
                    <a:pt x="739" y="0"/>
                    <a:pt x="56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81;p54">
              <a:extLst>
                <a:ext uri="{FF2B5EF4-FFF2-40B4-BE49-F238E27FC236}">
                  <a16:creationId xmlns:a16="http://schemas.microsoft.com/office/drawing/2014/main" id="{C2C9E402-A211-C608-E03D-0ABCA6B43EF7}"/>
                </a:ext>
              </a:extLst>
            </p:cNvPr>
            <p:cNvSpPr/>
            <p:nvPr/>
          </p:nvSpPr>
          <p:spPr>
            <a:xfrm>
              <a:off x="3501850" y="1352475"/>
              <a:ext cx="29200" cy="25675"/>
            </a:xfrm>
            <a:custGeom>
              <a:avLst/>
              <a:gdLst/>
              <a:ahLst/>
              <a:cxnLst/>
              <a:rect l="l" t="t" r="r" b="b"/>
              <a:pathLst>
                <a:path w="1168" h="1027" extrusionOk="0">
                  <a:moveTo>
                    <a:pt x="583" y="0"/>
                  </a:moveTo>
                  <a:cubicBezTo>
                    <a:pt x="485" y="0"/>
                    <a:pt x="386" y="30"/>
                    <a:pt x="300" y="91"/>
                  </a:cubicBezTo>
                  <a:cubicBezTo>
                    <a:pt x="67" y="225"/>
                    <a:pt x="0" y="558"/>
                    <a:pt x="133" y="792"/>
                  </a:cubicBezTo>
                  <a:cubicBezTo>
                    <a:pt x="243" y="945"/>
                    <a:pt x="410" y="1027"/>
                    <a:pt x="588" y="1027"/>
                  </a:cubicBezTo>
                  <a:cubicBezTo>
                    <a:pt x="680" y="1027"/>
                    <a:pt x="776" y="1004"/>
                    <a:pt x="867" y="959"/>
                  </a:cubicBezTo>
                  <a:cubicBezTo>
                    <a:pt x="1101" y="792"/>
                    <a:pt x="1168" y="492"/>
                    <a:pt x="1001" y="258"/>
                  </a:cubicBezTo>
                  <a:cubicBezTo>
                    <a:pt x="916" y="89"/>
                    <a:pt x="752" y="0"/>
                    <a:pt x="583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82;p54">
              <a:extLst>
                <a:ext uri="{FF2B5EF4-FFF2-40B4-BE49-F238E27FC236}">
                  <a16:creationId xmlns:a16="http://schemas.microsoft.com/office/drawing/2014/main" id="{DD3B3994-9E12-65D9-FC9C-018DE34A1CF5}"/>
                </a:ext>
              </a:extLst>
            </p:cNvPr>
            <p:cNvSpPr/>
            <p:nvPr/>
          </p:nvSpPr>
          <p:spPr>
            <a:xfrm>
              <a:off x="1568800" y="1712575"/>
              <a:ext cx="343600" cy="378600"/>
            </a:xfrm>
            <a:custGeom>
              <a:avLst/>
              <a:gdLst/>
              <a:ahLst/>
              <a:cxnLst/>
              <a:rect l="l" t="t" r="r" b="b"/>
              <a:pathLst>
                <a:path w="13744" h="15144" extrusionOk="0">
                  <a:moveTo>
                    <a:pt x="9281" y="0"/>
                  </a:moveTo>
                  <a:cubicBezTo>
                    <a:pt x="6977" y="0"/>
                    <a:pt x="4238" y="1786"/>
                    <a:pt x="2402" y="4734"/>
                  </a:cubicBezTo>
                  <a:cubicBezTo>
                    <a:pt x="2369" y="4734"/>
                    <a:pt x="2369" y="4768"/>
                    <a:pt x="2369" y="4768"/>
                  </a:cubicBezTo>
                  <a:cubicBezTo>
                    <a:pt x="200" y="8270"/>
                    <a:pt x="0" y="12140"/>
                    <a:pt x="1768" y="14041"/>
                  </a:cubicBezTo>
                  <a:cubicBezTo>
                    <a:pt x="1968" y="14274"/>
                    <a:pt x="2202" y="14441"/>
                    <a:pt x="2469" y="14608"/>
                  </a:cubicBezTo>
                  <a:cubicBezTo>
                    <a:pt x="3053" y="14971"/>
                    <a:pt x="3723" y="15144"/>
                    <a:pt x="4438" y="15144"/>
                  </a:cubicBezTo>
                  <a:cubicBezTo>
                    <a:pt x="6743" y="15144"/>
                    <a:pt x="9508" y="13350"/>
                    <a:pt x="11342" y="10372"/>
                  </a:cubicBezTo>
                  <a:cubicBezTo>
                    <a:pt x="11508" y="10105"/>
                    <a:pt x="11675" y="9838"/>
                    <a:pt x="11809" y="9571"/>
                  </a:cubicBezTo>
                  <a:cubicBezTo>
                    <a:pt x="13743" y="5902"/>
                    <a:pt x="13543" y="1999"/>
                    <a:pt x="11242" y="531"/>
                  </a:cubicBezTo>
                  <a:cubicBezTo>
                    <a:pt x="11208" y="531"/>
                    <a:pt x="11175" y="498"/>
                    <a:pt x="11141" y="465"/>
                  </a:cubicBezTo>
                  <a:cubicBezTo>
                    <a:pt x="10580" y="150"/>
                    <a:pt x="9949" y="0"/>
                    <a:pt x="9281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83;p54">
              <a:extLst>
                <a:ext uri="{FF2B5EF4-FFF2-40B4-BE49-F238E27FC236}">
                  <a16:creationId xmlns:a16="http://schemas.microsoft.com/office/drawing/2014/main" id="{092E328D-156E-9746-FFD7-B9A38D24C57D}"/>
                </a:ext>
              </a:extLst>
            </p:cNvPr>
            <p:cNvSpPr/>
            <p:nvPr/>
          </p:nvSpPr>
          <p:spPr>
            <a:xfrm>
              <a:off x="1547100" y="1696575"/>
              <a:ext cx="342775" cy="378975"/>
            </a:xfrm>
            <a:custGeom>
              <a:avLst/>
              <a:gdLst/>
              <a:ahLst/>
              <a:cxnLst/>
              <a:rect l="l" t="t" r="r" b="b"/>
              <a:pathLst>
                <a:path w="13711" h="15159" extrusionOk="0">
                  <a:moveTo>
                    <a:pt x="9343" y="1"/>
                  </a:moveTo>
                  <a:cubicBezTo>
                    <a:pt x="7056" y="1"/>
                    <a:pt x="4326" y="1782"/>
                    <a:pt x="2469" y="4707"/>
                  </a:cubicBezTo>
                  <a:cubicBezTo>
                    <a:pt x="2469" y="4740"/>
                    <a:pt x="2436" y="4740"/>
                    <a:pt x="2436" y="4774"/>
                  </a:cubicBezTo>
                  <a:cubicBezTo>
                    <a:pt x="1" y="8677"/>
                    <a:pt x="34" y="13080"/>
                    <a:pt x="2536" y="14614"/>
                  </a:cubicBezTo>
                  <a:cubicBezTo>
                    <a:pt x="2569" y="14648"/>
                    <a:pt x="2603" y="14681"/>
                    <a:pt x="2636" y="14681"/>
                  </a:cubicBezTo>
                  <a:cubicBezTo>
                    <a:pt x="3201" y="15005"/>
                    <a:pt x="3835" y="15158"/>
                    <a:pt x="4506" y="15158"/>
                  </a:cubicBezTo>
                  <a:cubicBezTo>
                    <a:pt x="6810" y="15158"/>
                    <a:pt x="9549" y="13348"/>
                    <a:pt x="11409" y="10378"/>
                  </a:cubicBezTo>
                  <a:cubicBezTo>
                    <a:pt x="11509" y="10244"/>
                    <a:pt x="11576" y="10111"/>
                    <a:pt x="11676" y="9978"/>
                  </a:cubicBezTo>
                  <a:cubicBezTo>
                    <a:pt x="13611" y="6575"/>
                    <a:pt x="13711" y="2939"/>
                    <a:pt x="12009" y="1105"/>
                  </a:cubicBezTo>
                  <a:cubicBezTo>
                    <a:pt x="11776" y="904"/>
                    <a:pt x="11576" y="704"/>
                    <a:pt x="11309" y="537"/>
                  </a:cubicBezTo>
                  <a:cubicBezTo>
                    <a:pt x="10723" y="173"/>
                    <a:pt x="10054" y="1"/>
                    <a:pt x="9343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84;p54">
              <a:extLst>
                <a:ext uri="{FF2B5EF4-FFF2-40B4-BE49-F238E27FC236}">
                  <a16:creationId xmlns:a16="http://schemas.microsoft.com/office/drawing/2014/main" id="{760D8E16-9D90-6393-206E-7BE104066C71}"/>
                </a:ext>
              </a:extLst>
            </p:cNvPr>
            <p:cNvSpPr/>
            <p:nvPr/>
          </p:nvSpPr>
          <p:spPr>
            <a:xfrm>
              <a:off x="1608825" y="1696575"/>
              <a:ext cx="281050" cy="249450"/>
            </a:xfrm>
            <a:custGeom>
              <a:avLst/>
              <a:gdLst/>
              <a:ahLst/>
              <a:cxnLst/>
              <a:rect l="l" t="t" r="r" b="b"/>
              <a:pathLst>
                <a:path w="11242" h="9978" extrusionOk="0">
                  <a:moveTo>
                    <a:pt x="6874" y="1"/>
                  </a:moveTo>
                  <a:cubicBezTo>
                    <a:pt x="4587" y="1"/>
                    <a:pt x="1857" y="1782"/>
                    <a:pt x="0" y="4707"/>
                  </a:cubicBezTo>
                  <a:cubicBezTo>
                    <a:pt x="267" y="4941"/>
                    <a:pt x="534" y="5141"/>
                    <a:pt x="801" y="5374"/>
                  </a:cubicBezTo>
                  <a:cubicBezTo>
                    <a:pt x="2569" y="6742"/>
                    <a:pt x="4570" y="7876"/>
                    <a:pt x="6605" y="8877"/>
                  </a:cubicBezTo>
                  <a:cubicBezTo>
                    <a:pt x="7439" y="9277"/>
                    <a:pt x="8306" y="9677"/>
                    <a:pt x="9207" y="9978"/>
                  </a:cubicBezTo>
                  <a:cubicBezTo>
                    <a:pt x="11142" y="6575"/>
                    <a:pt x="11242" y="2939"/>
                    <a:pt x="9540" y="1105"/>
                  </a:cubicBezTo>
                  <a:cubicBezTo>
                    <a:pt x="9307" y="904"/>
                    <a:pt x="9107" y="704"/>
                    <a:pt x="8840" y="537"/>
                  </a:cubicBezTo>
                  <a:cubicBezTo>
                    <a:pt x="8254" y="173"/>
                    <a:pt x="7585" y="1"/>
                    <a:pt x="6874" y="1"/>
                  </a:cubicBezTo>
                  <a:close/>
                </a:path>
              </a:pathLst>
            </a:custGeom>
            <a:solidFill>
              <a:srgbClr val="FF9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85;p54">
              <a:extLst>
                <a:ext uri="{FF2B5EF4-FFF2-40B4-BE49-F238E27FC236}">
                  <a16:creationId xmlns:a16="http://schemas.microsoft.com/office/drawing/2014/main" id="{A35D2296-F5F6-9D96-7DB0-2736CB4874E3}"/>
                </a:ext>
              </a:extLst>
            </p:cNvPr>
            <p:cNvSpPr/>
            <p:nvPr/>
          </p:nvSpPr>
          <p:spPr>
            <a:xfrm>
              <a:off x="1793950" y="1772450"/>
              <a:ext cx="70075" cy="107775"/>
            </a:xfrm>
            <a:custGeom>
              <a:avLst/>
              <a:gdLst/>
              <a:ahLst/>
              <a:cxnLst/>
              <a:rect l="l" t="t" r="r" b="b"/>
              <a:pathLst>
                <a:path w="2803" h="4311" extrusionOk="0">
                  <a:moveTo>
                    <a:pt x="1689" y="1"/>
                  </a:moveTo>
                  <a:cubicBezTo>
                    <a:pt x="1497" y="1"/>
                    <a:pt x="1295" y="55"/>
                    <a:pt x="1101" y="171"/>
                  </a:cubicBezTo>
                  <a:cubicBezTo>
                    <a:pt x="67" y="838"/>
                    <a:pt x="1" y="2573"/>
                    <a:pt x="334" y="3640"/>
                  </a:cubicBezTo>
                  <a:cubicBezTo>
                    <a:pt x="368" y="3674"/>
                    <a:pt x="368" y="3707"/>
                    <a:pt x="368" y="3774"/>
                  </a:cubicBezTo>
                  <a:cubicBezTo>
                    <a:pt x="519" y="4158"/>
                    <a:pt x="783" y="4311"/>
                    <a:pt x="1069" y="4311"/>
                  </a:cubicBezTo>
                  <a:cubicBezTo>
                    <a:pt x="1479" y="4311"/>
                    <a:pt x="1933" y="3999"/>
                    <a:pt x="2169" y="3607"/>
                  </a:cubicBezTo>
                  <a:cubicBezTo>
                    <a:pt x="2602" y="2840"/>
                    <a:pt x="2803" y="1705"/>
                    <a:pt x="2669" y="872"/>
                  </a:cubicBezTo>
                  <a:cubicBezTo>
                    <a:pt x="2574" y="327"/>
                    <a:pt x="2160" y="1"/>
                    <a:pt x="16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86;p54">
              <a:extLst>
                <a:ext uri="{FF2B5EF4-FFF2-40B4-BE49-F238E27FC236}">
                  <a16:creationId xmlns:a16="http://schemas.microsoft.com/office/drawing/2014/main" id="{ED3C6A4A-6AE0-F92D-E158-F253DFA6CD90}"/>
                </a:ext>
              </a:extLst>
            </p:cNvPr>
            <p:cNvSpPr/>
            <p:nvPr/>
          </p:nvSpPr>
          <p:spPr>
            <a:xfrm>
              <a:off x="1783950" y="1911800"/>
              <a:ext cx="36725" cy="37550"/>
            </a:xfrm>
            <a:custGeom>
              <a:avLst/>
              <a:gdLst/>
              <a:ahLst/>
              <a:cxnLst/>
              <a:rect l="l" t="t" r="r" b="b"/>
              <a:pathLst>
                <a:path w="1469" h="1502" extrusionOk="0">
                  <a:moveTo>
                    <a:pt x="734" y="1"/>
                  </a:moveTo>
                  <a:cubicBezTo>
                    <a:pt x="301" y="1"/>
                    <a:pt x="0" y="334"/>
                    <a:pt x="0" y="768"/>
                  </a:cubicBezTo>
                  <a:cubicBezTo>
                    <a:pt x="0" y="1168"/>
                    <a:pt x="301" y="1502"/>
                    <a:pt x="734" y="1502"/>
                  </a:cubicBezTo>
                  <a:cubicBezTo>
                    <a:pt x="1134" y="1502"/>
                    <a:pt x="1468" y="1168"/>
                    <a:pt x="1468" y="768"/>
                  </a:cubicBezTo>
                  <a:cubicBezTo>
                    <a:pt x="1468" y="334"/>
                    <a:pt x="1134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87;p54">
              <a:extLst>
                <a:ext uri="{FF2B5EF4-FFF2-40B4-BE49-F238E27FC236}">
                  <a16:creationId xmlns:a16="http://schemas.microsoft.com/office/drawing/2014/main" id="{19ABDBD8-AD49-C6D5-5D07-FFC26B4A3FC1}"/>
                </a:ext>
              </a:extLst>
            </p:cNvPr>
            <p:cNvSpPr/>
            <p:nvPr/>
          </p:nvSpPr>
          <p:spPr>
            <a:xfrm>
              <a:off x="2572000" y="2325325"/>
              <a:ext cx="423675" cy="319475"/>
            </a:xfrm>
            <a:custGeom>
              <a:avLst/>
              <a:gdLst/>
              <a:ahLst/>
              <a:cxnLst/>
              <a:rect l="l" t="t" r="r" b="b"/>
              <a:pathLst>
                <a:path w="16947" h="12779" extrusionOk="0">
                  <a:moveTo>
                    <a:pt x="5541" y="1"/>
                  </a:moveTo>
                  <a:cubicBezTo>
                    <a:pt x="4213" y="1"/>
                    <a:pt x="3050" y="356"/>
                    <a:pt x="2236" y="1073"/>
                  </a:cubicBezTo>
                  <a:cubicBezTo>
                    <a:pt x="2002" y="1273"/>
                    <a:pt x="1802" y="1506"/>
                    <a:pt x="1635" y="1740"/>
                  </a:cubicBezTo>
                  <a:cubicBezTo>
                    <a:pt x="1" y="4175"/>
                    <a:pt x="1769" y="8211"/>
                    <a:pt x="5538" y="10779"/>
                  </a:cubicBezTo>
                  <a:cubicBezTo>
                    <a:pt x="5805" y="10980"/>
                    <a:pt x="6072" y="11113"/>
                    <a:pt x="6339" y="11280"/>
                  </a:cubicBezTo>
                  <a:cubicBezTo>
                    <a:pt x="8077" y="12278"/>
                    <a:pt x="9893" y="12779"/>
                    <a:pt x="11476" y="12779"/>
                  </a:cubicBezTo>
                  <a:cubicBezTo>
                    <a:pt x="13173" y="12779"/>
                    <a:pt x="14602" y="12203"/>
                    <a:pt x="15378" y="11046"/>
                  </a:cubicBezTo>
                  <a:cubicBezTo>
                    <a:pt x="15412" y="10980"/>
                    <a:pt x="15445" y="10946"/>
                    <a:pt x="15445" y="10913"/>
                  </a:cubicBezTo>
                  <a:cubicBezTo>
                    <a:pt x="16946" y="8478"/>
                    <a:pt x="15245" y="4575"/>
                    <a:pt x="11542" y="2040"/>
                  </a:cubicBezTo>
                  <a:cubicBezTo>
                    <a:pt x="11509" y="2040"/>
                    <a:pt x="11509" y="2007"/>
                    <a:pt x="11476" y="2007"/>
                  </a:cubicBezTo>
                  <a:cubicBezTo>
                    <a:pt x="9505" y="674"/>
                    <a:pt x="7367" y="1"/>
                    <a:pt x="5541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88;p54">
              <a:extLst>
                <a:ext uri="{FF2B5EF4-FFF2-40B4-BE49-F238E27FC236}">
                  <a16:creationId xmlns:a16="http://schemas.microsoft.com/office/drawing/2014/main" id="{5E5EC97E-49FD-554A-BDC3-D7FD73645417}"/>
                </a:ext>
              </a:extLst>
            </p:cNvPr>
            <p:cNvSpPr/>
            <p:nvPr/>
          </p:nvSpPr>
          <p:spPr>
            <a:xfrm>
              <a:off x="2589525" y="2305975"/>
              <a:ext cx="424500" cy="319150"/>
            </a:xfrm>
            <a:custGeom>
              <a:avLst/>
              <a:gdLst/>
              <a:ahLst/>
              <a:cxnLst/>
              <a:rect l="l" t="t" r="r" b="b"/>
              <a:pathLst>
                <a:path w="16980" h="12766" extrusionOk="0">
                  <a:moveTo>
                    <a:pt x="5496" y="1"/>
                  </a:moveTo>
                  <a:cubicBezTo>
                    <a:pt x="3809" y="1"/>
                    <a:pt x="2386" y="578"/>
                    <a:pt x="1601" y="1746"/>
                  </a:cubicBezTo>
                  <a:cubicBezTo>
                    <a:pt x="1568" y="1780"/>
                    <a:pt x="1568" y="1813"/>
                    <a:pt x="1535" y="1847"/>
                  </a:cubicBezTo>
                  <a:cubicBezTo>
                    <a:pt x="0" y="4282"/>
                    <a:pt x="1768" y="8251"/>
                    <a:pt x="5504" y="10786"/>
                  </a:cubicBezTo>
                  <a:cubicBezTo>
                    <a:pt x="5638" y="10886"/>
                    <a:pt x="5771" y="10953"/>
                    <a:pt x="5938" y="11053"/>
                  </a:cubicBezTo>
                  <a:cubicBezTo>
                    <a:pt x="7784" y="12191"/>
                    <a:pt x="9734" y="12765"/>
                    <a:pt x="11422" y="12765"/>
                  </a:cubicBezTo>
                  <a:cubicBezTo>
                    <a:pt x="12753" y="12765"/>
                    <a:pt x="13920" y="12408"/>
                    <a:pt x="14744" y="11687"/>
                  </a:cubicBezTo>
                  <a:cubicBezTo>
                    <a:pt x="14978" y="11487"/>
                    <a:pt x="15178" y="11287"/>
                    <a:pt x="15345" y="11020"/>
                  </a:cubicBezTo>
                  <a:cubicBezTo>
                    <a:pt x="16979" y="8618"/>
                    <a:pt x="15245" y="4615"/>
                    <a:pt x="11509" y="2047"/>
                  </a:cubicBezTo>
                  <a:cubicBezTo>
                    <a:pt x="11475" y="2047"/>
                    <a:pt x="11475" y="2013"/>
                    <a:pt x="11442" y="2013"/>
                  </a:cubicBezTo>
                  <a:cubicBezTo>
                    <a:pt x="9464" y="678"/>
                    <a:pt x="7325" y="1"/>
                    <a:pt x="5496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9;p54">
              <a:extLst>
                <a:ext uri="{FF2B5EF4-FFF2-40B4-BE49-F238E27FC236}">
                  <a16:creationId xmlns:a16="http://schemas.microsoft.com/office/drawing/2014/main" id="{28F78412-8E4F-2FD4-415D-1EADF8ADB70E}"/>
                </a:ext>
              </a:extLst>
            </p:cNvPr>
            <p:cNvSpPr/>
            <p:nvPr/>
          </p:nvSpPr>
          <p:spPr>
            <a:xfrm>
              <a:off x="2737950" y="2357125"/>
              <a:ext cx="276075" cy="268000"/>
            </a:xfrm>
            <a:custGeom>
              <a:avLst/>
              <a:gdLst/>
              <a:ahLst/>
              <a:cxnLst/>
              <a:rect l="l" t="t" r="r" b="b"/>
              <a:pathLst>
                <a:path w="11043" h="10720" extrusionOk="0">
                  <a:moveTo>
                    <a:pt x="5572" y="1"/>
                  </a:moveTo>
                  <a:cubicBezTo>
                    <a:pt x="5338" y="268"/>
                    <a:pt x="5105" y="501"/>
                    <a:pt x="4904" y="768"/>
                  </a:cubicBezTo>
                  <a:cubicBezTo>
                    <a:pt x="3437" y="2502"/>
                    <a:pt x="2269" y="4437"/>
                    <a:pt x="1168" y="6439"/>
                  </a:cubicBezTo>
                  <a:cubicBezTo>
                    <a:pt x="735" y="7273"/>
                    <a:pt x="301" y="8106"/>
                    <a:pt x="1" y="9007"/>
                  </a:cubicBezTo>
                  <a:cubicBezTo>
                    <a:pt x="1847" y="10145"/>
                    <a:pt x="3797" y="10719"/>
                    <a:pt x="5485" y="10719"/>
                  </a:cubicBezTo>
                  <a:cubicBezTo>
                    <a:pt x="6816" y="10719"/>
                    <a:pt x="7983" y="10362"/>
                    <a:pt x="8807" y="9641"/>
                  </a:cubicBezTo>
                  <a:cubicBezTo>
                    <a:pt x="9041" y="9441"/>
                    <a:pt x="9241" y="9241"/>
                    <a:pt x="9408" y="8974"/>
                  </a:cubicBezTo>
                  <a:cubicBezTo>
                    <a:pt x="11042" y="6572"/>
                    <a:pt x="9308" y="2569"/>
                    <a:pt x="5572" y="1"/>
                  </a:cubicBezTo>
                  <a:close/>
                </a:path>
              </a:pathLst>
            </a:custGeom>
            <a:solidFill>
              <a:srgbClr val="FFA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0;p54">
              <a:extLst>
                <a:ext uri="{FF2B5EF4-FFF2-40B4-BE49-F238E27FC236}">
                  <a16:creationId xmlns:a16="http://schemas.microsoft.com/office/drawing/2014/main" id="{8836F128-C8DC-1E03-3C0B-CEECA5D293F4}"/>
                </a:ext>
              </a:extLst>
            </p:cNvPr>
            <p:cNvSpPr/>
            <p:nvPr/>
          </p:nvSpPr>
          <p:spPr>
            <a:xfrm>
              <a:off x="2793825" y="2545275"/>
              <a:ext cx="122625" cy="64650"/>
            </a:xfrm>
            <a:custGeom>
              <a:avLst/>
              <a:gdLst/>
              <a:ahLst/>
              <a:cxnLst/>
              <a:rect l="l" t="t" r="r" b="b"/>
              <a:pathLst>
                <a:path w="4905" h="2586" extrusionOk="0">
                  <a:moveTo>
                    <a:pt x="2215" y="1"/>
                  </a:moveTo>
                  <a:cubicBezTo>
                    <a:pt x="1815" y="1"/>
                    <a:pt x="1427" y="55"/>
                    <a:pt x="1102" y="147"/>
                  </a:cubicBezTo>
                  <a:cubicBezTo>
                    <a:pt x="1068" y="147"/>
                    <a:pt x="1002" y="180"/>
                    <a:pt x="968" y="180"/>
                  </a:cubicBezTo>
                  <a:cubicBezTo>
                    <a:pt x="1" y="514"/>
                    <a:pt x="434" y="1548"/>
                    <a:pt x="1068" y="1948"/>
                  </a:cubicBezTo>
                  <a:cubicBezTo>
                    <a:pt x="1665" y="2355"/>
                    <a:pt x="2527" y="2586"/>
                    <a:pt x="3295" y="2586"/>
                  </a:cubicBezTo>
                  <a:cubicBezTo>
                    <a:pt x="3471" y="2586"/>
                    <a:pt x="3642" y="2573"/>
                    <a:pt x="3804" y="2549"/>
                  </a:cubicBezTo>
                  <a:cubicBezTo>
                    <a:pt x="4571" y="2448"/>
                    <a:pt x="4904" y="1715"/>
                    <a:pt x="4537" y="1047"/>
                  </a:cubicBezTo>
                  <a:cubicBezTo>
                    <a:pt x="4097" y="283"/>
                    <a:pt x="3125" y="1"/>
                    <a:pt x="2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91;p54">
              <a:extLst>
                <a:ext uri="{FF2B5EF4-FFF2-40B4-BE49-F238E27FC236}">
                  <a16:creationId xmlns:a16="http://schemas.microsoft.com/office/drawing/2014/main" id="{4702DBC4-C9FF-8814-2A16-1CDF54E56CE2}"/>
                </a:ext>
              </a:extLst>
            </p:cNvPr>
            <p:cNvSpPr/>
            <p:nvPr/>
          </p:nvSpPr>
          <p:spPr>
            <a:xfrm>
              <a:off x="2735450" y="2527250"/>
              <a:ext cx="37550" cy="36775"/>
            </a:xfrm>
            <a:custGeom>
              <a:avLst/>
              <a:gdLst/>
              <a:ahLst/>
              <a:cxnLst/>
              <a:rect l="l" t="t" r="r" b="b"/>
              <a:pathLst>
                <a:path w="1502" h="1471" extrusionOk="0">
                  <a:moveTo>
                    <a:pt x="768" y="1"/>
                  </a:moveTo>
                  <a:cubicBezTo>
                    <a:pt x="368" y="1"/>
                    <a:pt x="34" y="301"/>
                    <a:pt x="1" y="734"/>
                  </a:cubicBezTo>
                  <a:cubicBezTo>
                    <a:pt x="1" y="1135"/>
                    <a:pt x="301" y="1468"/>
                    <a:pt x="735" y="1468"/>
                  </a:cubicBezTo>
                  <a:cubicBezTo>
                    <a:pt x="753" y="1470"/>
                    <a:pt x="772" y="1471"/>
                    <a:pt x="790" y="1471"/>
                  </a:cubicBezTo>
                  <a:cubicBezTo>
                    <a:pt x="1165" y="1471"/>
                    <a:pt x="1469" y="1150"/>
                    <a:pt x="1469" y="768"/>
                  </a:cubicBezTo>
                  <a:cubicBezTo>
                    <a:pt x="1502" y="367"/>
                    <a:pt x="1168" y="34"/>
                    <a:pt x="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92;p54">
              <a:extLst>
                <a:ext uri="{FF2B5EF4-FFF2-40B4-BE49-F238E27FC236}">
                  <a16:creationId xmlns:a16="http://schemas.microsoft.com/office/drawing/2014/main" id="{838D5387-F5C9-82E0-CEAF-297D7DA75183}"/>
                </a:ext>
              </a:extLst>
            </p:cNvPr>
            <p:cNvSpPr/>
            <p:nvPr/>
          </p:nvSpPr>
          <p:spPr>
            <a:xfrm>
              <a:off x="1909875" y="2174200"/>
              <a:ext cx="313575" cy="243850"/>
            </a:xfrm>
            <a:custGeom>
              <a:avLst/>
              <a:gdLst/>
              <a:ahLst/>
              <a:cxnLst/>
              <a:rect l="l" t="t" r="r" b="b"/>
              <a:pathLst>
                <a:path w="12543" h="9754" extrusionOk="0">
                  <a:moveTo>
                    <a:pt x="9588" y="1"/>
                  </a:moveTo>
                  <a:cubicBezTo>
                    <a:pt x="8090" y="1"/>
                    <a:pt x="6061" y="828"/>
                    <a:pt x="4203" y="2314"/>
                  </a:cubicBezTo>
                  <a:cubicBezTo>
                    <a:pt x="1368" y="4616"/>
                    <a:pt x="0" y="7618"/>
                    <a:pt x="1134" y="9019"/>
                  </a:cubicBezTo>
                  <a:cubicBezTo>
                    <a:pt x="1540" y="9517"/>
                    <a:pt x="2191" y="9754"/>
                    <a:pt x="2988" y="9754"/>
                  </a:cubicBezTo>
                  <a:cubicBezTo>
                    <a:pt x="4483" y="9754"/>
                    <a:pt x="6489" y="8920"/>
                    <a:pt x="8340" y="7418"/>
                  </a:cubicBezTo>
                  <a:cubicBezTo>
                    <a:pt x="11175" y="5149"/>
                    <a:pt x="12543" y="2147"/>
                    <a:pt x="11408" y="713"/>
                  </a:cubicBezTo>
                  <a:cubicBezTo>
                    <a:pt x="11017" y="230"/>
                    <a:pt x="10376" y="1"/>
                    <a:pt x="9588" y="1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593;p54">
              <a:extLst>
                <a:ext uri="{FF2B5EF4-FFF2-40B4-BE49-F238E27FC236}">
                  <a16:creationId xmlns:a16="http://schemas.microsoft.com/office/drawing/2014/main" id="{8A15D56A-AFD1-C96C-76AD-AD68DD4CE83F}"/>
                </a:ext>
              </a:extLst>
            </p:cNvPr>
            <p:cNvSpPr/>
            <p:nvPr/>
          </p:nvSpPr>
          <p:spPr>
            <a:xfrm>
              <a:off x="1903200" y="2169775"/>
              <a:ext cx="302750" cy="232500"/>
            </a:xfrm>
            <a:custGeom>
              <a:avLst/>
              <a:gdLst/>
              <a:ahLst/>
              <a:cxnLst/>
              <a:rect l="l" t="t" r="r" b="b"/>
              <a:pathLst>
                <a:path w="12110" h="9300" extrusionOk="0">
                  <a:moveTo>
                    <a:pt x="9871" y="1"/>
                  </a:moveTo>
                  <a:cubicBezTo>
                    <a:pt x="8472" y="1"/>
                    <a:pt x="6354" y="928"/>
                    <a:pt x="4370" y="2558"/>
                  </a:cubicBezTo>
                  <a:cubicBezTo>
                    <a:pt x="1535" y="4859"/>
                    <a:pt x="0" y="7661"/>
                    <a:pt x="901" y="8796"/>
                  </a:cubicBezTo>
                  <a:cubicBezTo>
                    <a:pt x="1174" y="9137"/>
                    <a:pt x="1631" y="9299"/>
                    <a:pt x="2211" y="9299"/>
                  </a:cubicBezTo>
                  <a:cubicBezTo>
                    <a:pt x="3612" y="9299"/>
                    <a:pt x="5734" y="8355"/>
                    <a:pt x="7739" y="6727"/>
                  </a:cubicBezTo>
                  <a:cubicBezTo>
                    <a:pt x="10575" y="4426"/>
                    <a:pt x="12109" y="1657"/>
                    <a:pt x="11175" y="490"/>
                  </a:cubicBezTo>
                  <a:cubicBezTo>
                    <a:pt x="10902" y="159"/>
                    <a:pt x="10448" y="1"/>
                    <a:pt x="9871" y="1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594;p54">
              <a:extLst>
                <a:ext uri="{FF2B5EF4-FFF2-40B4-BE49-F238E27FC236}">
                  <a16:creationId xmlns:a16="http://schemas.microsoft.com/office/drawing/2014/main" id="{0CE85341-C6B9-54E3-D8D3-A898DD462812}"/>
                </a:ext>
              </a:extLst>
            </p:cNvPr>
            <p:cNvSpPr/>
            <p:nvPr/>
          </p:nvSpPr>
          <p:spPr>
            <a:xfrm>
              <a:off x="2012450" y="2233700"/>
              <a:ext cx="95925" cy="105100"/>
            </a:xfrm>
            <a:custGeom>
              <a:avLst/>
              <a:gdLst/>
              <a:ahLst/>
              <a:cxnLst/>
              <a:rect l="l" t="t" r="r" b="b"/>
              <a:pathLst>
                <a:path w="3837" h="4204" fill="none" extrusionOk="0">
                  <a:moveTo>
                    <a:pt x="0" y="1"/>
                  </a:moveTo>
                  <a:lnTo>
                    <a:pt x="3836" y="4204"/>
                  </a:lnTo>
                </a:path>
              </a:pathLst>
            </a:custGeom>
            <a:noFill/>
            <a:ln w="6675" cap="rnd" cmpd="sng">
              <a:solidFill>
                <a:srgbClr val="E7D8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595;p54">
              <a:extLst>
                <a:ext uri="{FF2B5EF4-FFF2-40B4-BE49-F238E27FC236}">
                  <a16:creationId xmlns:a16="http://schemas.microsoft.com/office/drawing/2014/main" id="{1C5CE9AB-0114-BA35-3AE9-22BE9B550189}"/>
                </a:ext>
              </a:extLst>
            </p:cNvPr>
            <p:cNvSpPr/>
            <p:nvPr/>
          </p:nvSpPr>
          <p:spPr>
            <a:xfrm>
              <a:off x="2219250" y="2228475"/>
              <a:ext cx="338600" cy="168050"/>
            </a:xfrm>
            <a:custGeom>
              <a:avLst/>
              <a:gdLst/>
              <a:ahLst/>
              <a:cxnLst/>
              <a:rect l="l" t="t" r="r" b="b"/>
              <a:pathLst>
                <a:path w="13544" h="6722" extrusionOk="0">
                  <a:moveTo>
                    <a:pt x="5524" y="0"/>
                  </a:moveTo>
                  <a:cubicBezTo>
                    <a:pt x="2657" y="0"/>
                    <a:pt x="431" y="996"/>
                    <a:pt x="234" y="2511"/>
                  </a:cubicBezTo>
                  <a:cubicBezTo>
                    <a:pt x="1" y="4313"/>
                    <a:pt x="2769" y="6147"/>
                    <a:pt x="6372" y="6614"/>
                  </a:cubicBezTo>
                  <a:cubicBezTo>
                    <a:pt x="6933" y="6687"/>
                    <a:pt x="7482" y="6722"/>
                    <a:pt x="8011" y="6722"/>
                  </a:cubicBezTo>
                  <a:cubicBezTo>
                    <a:pt x="10880" y="6722"/>
                    <a:pt x="13146" y="5700"/>
                    <a:pt x="13344" y="4179"/>
                  </a:cubicBezTo>
                  <a:cubicBezTo>
                    <a:pt x="13544" y="2378"/>
                    <a:pt x="10808" y="543"/>
                    <a:pt x="7206" y="110"/>
                  </a:cubicBezTo>
                  <a:cubicBezTo>
                    <a:pt x="6629" y="36"/>
                    <a:pt x="6065" y="0"/>
                    <a:pt x="5524" y="0"/>
                  </a:cubicBezTo>
                  <a:close/>
                </a:path>
              </a:pathLst>
            </a:custGeom>
            <a:solidFill>
              <a:srgbClr val="E7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596;p54">
              <a:extLst>
                <a:ext uri="{FF2B5EF4-FFF2-40B4-BE49-F238E27FC236}">
                  <a16:creationId xmlns:a16="http://schemas.microsoft.com/office/drawing/2014/main" id="{9A238053-DD5C-437A-D82C-00F358A690CF}"/>
                </a:ext>
              </a:extLst>
            </p:cNvPr>
            <p:cNvSpPr/>
            <p:nvPr/>
          </p:nvSpPr>
          <p:spPr>
            <a:xfrm>
              <a:off x="2219250" y="2226300"/>
              <a:ext cx="336950" cy="139625"/>
            </a:xfrm>
            <a:custGeom>
              <a:avLst/>
              <a:gdLst/>
              <a:ahLst/>
              <a:cxnLst/>
              <a:rect l="l" t="t" r="r" b="b"/>
              <a:pathLst>
                <a:path w="13478" h="5585" extrusionOk="0">
                  <a:moveTo>
                    <a:pt x="5104" y="0"/>
                  </a:moveTo>
                  <a:cubicBezTo>
                    <a:pt x="2404" y="0"/>
                    <a:pt x="336" y="774"/>
                    <a:pt x="201" y="1965"/>
                  </a:cubicBezTo>
                  <a:cubicBezTo>
                    <a:pt x="1" y="3432"/>
                    <a:pt x="2769" y="5000"/>
                    <a:pt x="6405" y="5467"/>
                  </a:cubicBezTo>
                  <a:cubicBezTo>
                    <a:pt x="7066" y="5547"/>
                    <a:pt x="7710" y="5585"/>
                    <a:pt x="8322" y="5585"/>
                  </a:cubicBezTo>
                  <a:cubicBezTo>
                    <a:pt x="11047" y="5585"/>
                    <a:pt x="13141" y="4831"/>
                    <a:pt x="13277" y="3633"/>
                  </a:cubicBezTo>
                  <a:cubicBezTo>
                    <a:pt x="13477" y="2165"/>
                    <a:pt x="10675" y="597"/>
                    <a:pt x="7072" y="130"/>
                  </a:cubicBezTo>
                  <a:cubicBezTo>
                    <a:pt x="6393" y="42"/>
                    <a:pt x="5731" y="0"/>
                    <a:pt x="5104" y="0"/>
                  </a:cubicBez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597;p54">
              <a:extLst>
                <a:ext uri="{FF2B5EF4-FFF2-40B4-BE49-F238E27FC236}">
                  <a16:creationId xmlns:a16="http://schemas.microsoft.com/office/drawing/2014/main" id="{7309F745-1426-B592-3DF6-9E99B1736125}"/>
                </a:ext>
              </a:extLst>
            </p:cNvPr>
            <p:cNvSpPr/>
            <p:nvPr/>
          </p:nvSpPr>
          <p:spPr>
            <a:xfrm>
              <a:off x="2386875" y="2231200"/>
              <a:ext cx="12525" cy="140975"/>
            </a:xfrm>
            <a:custGeom>
              <a:avLst/>
              <a:gdLst/>
              <a:ahLst/>
              <a:cxnLst/>
              <a:rect l="l" t="t" r="r" b="b"/>
              <a:pathLst>
                <a:path w="501" h="5639" fill="none" extrusionOk="0">
                  <a:moveTo>
                    <a:pt x="501" y="1"/>
                  </a:moveTo>
                  <a:lnTo>
                    <a:pt x="1" y="5638"/>
                  </a:lnTo>
                </a:path>
              </a:pathLst>
            </a:custGeom>
            <a:noFill/>
            <a:ln w="6675" cap="rnd" cmpd="sng">
              <a:solidFill>
                <a:srgbClr val="E7D8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598;p54">
              <a:extLst>
                <a:ext uri="{FF2B5EF4-FFF2-40B4-BE49-F238E27FC236}">
                  <a16:creationId xmlns:a16="http://schemas.microsoft.com/office/drawing/2014/main" id="{E4B12C00-365B-B129-1E5F-34854069677B}"/>
                </a:ext>
              </a:extLst>
            </p:cNvPr>
            <p:cNvSpPr/>
            <p:nvPr/>
          </p:nvSpPr>
          <p:spPr>
            <a:xfrm>
              <a:off x="2604525" y="660075"/>
              <a:ext cx="25" cy="145975"/>
            </a:xfrm>
            <a:custGeom>
              <a:avLst/>
              <a:gdLst/>
              <a:ahLst/>
              <a:cxnLst/>
              <a:rect l="l" t="t" r="r" b="b"/>
              <a:pathLst>
                <a:path w="1" h="5839" fill="none" extrusionOk="0">
                  <a:moveTo>
                    <a:pt x="1" y="1"/>
                  </a:moveTo>
                  <a:lnTo>
                    <a:pt x="1" y="5838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599;p54">
              <a:extLst>
                <a:ext uri="{FF2B5EF4-FFF2-40B4-BE49-F238E27FC236}">
                  <a16:creationId xmlns:a16="http://schemas.microsoft.com/office/drawing/2014/main" id="{4E2C0171-5C4E-4262-DF4D-3CDC7EFD3EC9}"/>
                </a:ext>
              </a:extLst>
            </p:cNvPr>
            <p:cNvSpPr/>
            <p:nvPr/>
          </p:nvSpPr>
          <p:spPr>
            <a:xfrm>
              <a:off x="2552825" y="681775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600;p54">
              <a:extLst>
                <a:ext uri="{FF2B5EF4-FFF2-40B4-BE49-F238E27FC236}">
                  <a16:creationId xmlns:a16="http://schemas.microsoft.com/office/drawing/2014/main" id="{31C4AF12-2C11-E8B0-4558-6315DCAF653E}"/>
                </a:ext>
              </a:extLst>
            </p:cNvPr>
            <p:cNvSpPr/>
            <p:nvPr/>
          </p:nvSpPr>
          <p:spPr>
            <a:xfrm>
              <a:off x="2531150" y="733475"/>
              <a:ext cx="145950" cy="25"/>
            </a:xfrm>
            <a:custGeom>
              <a:avLst/>
              <a:gdLst/>
              <a:ahLst/>
              <a:cxnLst/>
              <a:rect l="l" t="t" r="r" b="b"/>
              <a:pathLst>
                <a:path w="5838" h="1" fill="none" extrusionOk="0">
                  <a:moveTo>
                    <a:pt x="5838" y="0"/>
                  </a:moveTo>
                  <a:lnTo>
                    <a:pt x="0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601;p54">
              <a:extLst>
                <a:ext uri="{FF2B5EF4-FFF2-40B4-BE49-F238E27FC236}">
                  <a16:creationId xmlns:a16="http://schemas.microsoft.com/office/drawing/2014/main" id="{54B7F098-DF1A-58E7-3DBE-FB68FB444F1E}"/>
                </a:ext>
              </a:extLst>
            </p:cNvPr>
            <p:cNvSpPr/>
            <p:nvPr/>
          </p:nvSpPr>
          <p:spPr>
            <a:xfrm>
              <a:off x="2552825" y="681775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4136"/>
                  </a:moveTo>
                  <a:lnTo>
                    <a:pt x="1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602;p54">
              <a:extLst>
                <a:ext uri="{FF2B5EF4-FFF2-40B4-BE49-F238E27FC236}">
                  <a16:creationId xmlns:a16="http://schemas.microsoft.com/office/drawing/2014/main" id="{6D7D6881-FD4D-E0C3-F64B-AD3A4C1B5EC9}"/>
                </a:ext>
              </a:extLst>
            </p:cNvPr>
            <p:cNvSpPr/>
            <p:nvPr/>
          </p:nvSpPr>
          <p:spPr>
            <a:xfrm>
              <a:off x="3465975" y="1569075"/>
              <a:ext cx="25" cy="146775"/>
            </a:xfrm>
            <a:custGeom>
              <a:avLst/>
              <a:gdLst/>
              <a:ahLst/>
              <a:cxnLst/>
              <a:rect l="l" t="t" r="r" b="b"/>
              <a:pathLst>
                <a:path w="1" h="5871" fill="none" extrusionOk="0">
                  <a:moveTo>
                    <a:pt x="1" y="0"/>
                  </a:moveTo>
                  <a:lnTo>
                    <a:pt x="1" y="587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603;p54">
              <a:extLst>
                <a:ext uri="{FF2B5EF4-FFF2-40B4-BE49-F238E27FC236}">
                  <a16:creationId xmlns:a16="http://schemas.microsoft.com/office/drawing/2014/main" id="{F0D6996F-76B7-D998-0215-1E61D4785771}"/>
                </a:ext>
              </a:extLst>
            </p:cNvPr>
            <p:cNvSpPr/>
            <p:nvPr/>
          </p:nvSpPr>
          <p:spPr>
            <a:xfrm>
              <a:off x="3414275" y="1590750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0"/>
                  </a:moveTo>
                  <a:lnTo>
                    <a:pt x="1" y="4137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604;p54">
              <a:extLst>
                <a:ext uri="{FF2B5EF4-FFF2-40B4-BE49-F238E27FC236}">
                  <a16:creationId xmlns:a16="http://schemas.microsoft.com/office/drawing/2014/main" id="{8075A5BA-456F-4540-6C0C-4C4C81FF0A0E}"/>
                </a:ext>
              </a:extLst>
            </p:cNvPr>
            <p:cNvSpPr/>
            <p:nvPr/>
          </p:nvSpPr>
          <p:spPr>
            <a:xfrm>
              <a:off x="3392600" y="1642450"/>
              <a:ext cx="145950" cy="25"/>
            </a:xfrm>
            <a:custGeom>
              <a:avLst/>
              <a:gdLst/>
              <a:ahLst/>
              <a:cxnLst/>
              <a:rect l="l" t="t" r="r" b="b"/>
              <a:pathLst>
                <a:path w="5838" h="1" fill="none" extrusionOk="0">
                  <a:moveTo>
                    <a:pt x="5838" y="1"/>
                  </a:moveTo>
                  <a:lnTo>
                    <a:pt x="0" y="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605;p54">
              <a:extLst>
                <a:ext uri="{FF2B5EF4-FFF2-40B4-BE49-F238E27FC236}">
                  <a16:creationId xmlns:a16="http://schemas.microsoft.com/office/drawing/2014/main" id="{7D73F577-E005-BCEB-84C4-520C73EAE0FC}"/>
                </a:ext>
              </a:extLst>
            </p:cNvPr>
            <p:cNvSpPr/>
            <p:nvPr/>
          </p:nvSpPr>
          <p:spPr>
            <a:xfrm>
              <a:off x="3414275" y="1590750"/>
              <a:ext cx="103425" cy="103425"/>
            </a:xfrm>
            <a:custGeom>
              <a:avLst/>
              <a:gdLst/>
              <a:ahLst/>
              <a:cxnLst/>
              <a:rect l="l" t="t" r="r" b="b"/>
              <a:pathLst>
                <a:path w="4137" h="4137" fill="none" extrusionOk="0">
                  <a:moveTo>
                    <a:pt x="4137" y="4137"/>
                  </a:moveTo>
                  <a:lnTo>
                    <a:pt x="1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606;p54">
              <a:extLst>
                <a:ext uri="{FF2B5EF4-FFF2-40B4-BE49-F238E27FC236}">
                  <a16:creationId xmlns:a16="http://schemas.microsoft.com/office/drawing/2014/main" id="{1E2B7F01-A679-254A-F3D8-669BA78D781B}"/>
                </a:ext>
              </a:extLst>
            </p:cNvPr>
            <p:cNvSpPr/>
            <p:nvPr/>
          </p:nvSpPr>
          <p:spPr>
            <a:xfrm>
              <a:off x="2387700" y="1688325"/>
              <a:ext cx="25" cy="146800"/>
            </a:xfrm>
            <a:custGeom>
              <a:avLst/>
              <a:gdLst/>
              <a:ahLst/>
              <a:cxnLst/>
              <a:rect l="l" t="t" r="r" b="b"/>
              <a:pathLst>
                <a:path w="1" h="5872" fill="none" extrusionOk="0">
                  <a:moveTo>
                    <a:pt x="1" y="0"/>
                  </a:moveTo>
                  <a:lnTo>
                    <a:pt x="1" y="587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607;p54">
              <a:extLst>
                <a:ext uri="{FF2B5EF4-FFF2-40B4-BE49-F238E27FC236}">
                  <a16:creationId xmlns:a16="http://schemas.microsoft.com/office/drawing/2014/main" id="{8193FCC9-1FB2-7238-0EA8-FB5477537FEA}"/>
                </a:ext>
              </a:extLst>
            </p:cNvPr>
            <p:cNvSpPr/>
            <p:nvPr/>
          </p:nvSpPr>
          <p:spPr>
            <a:xfrm>
              <a:off x="2336000" y="1710000"/>
              <a:ext cx="103450" cy="103425"/>
            </a:xfrm>
            <a:custGeom>
              <a:avLst/>
              <a:gdLst/>
              <a:ahLst/>
              <a:cxnLst/>
              <a:rect l="l" t="t" r="r" b="b"/>
              <a:pathLst>
                <a:path w="4138" h="4137" fill="none" extrusionOk="0">
                  <a:moveTo>
                    <a:pt x="4137" y="0"/>
                  </a:moveTo>
                  <a:lnTo>
                    <a:pt x="1" y="4137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608;p54">
              <a:extLst>
                <a:ext uri="{FF2B5EF4-FFF2-40B4-BE49-F238E27FC236}">
                  <a16:creationId xmlns:a16="http://schemas.microsoft.com/office/drawing/2014/main" id="{D5D3A190-37E8-66BB-1B43-DB57B8B43639}"/>
                </a:ext>
              </a:extLst>
            </p:cNvPr>
            <p:cNvSpPr/>
            <p:nvPr/>
          </p:nvSpPr>
          <p:spPr>
            <a:xfrm>
              <a:off x="2314325" y="1761700"/>
              <a:ext cx="146800" cy="25"/>
            </a:xfrm>
            <a:custGeom>
              <a:avLst/>
              <a:gdLst/>
              <a:ahLst/>
              <a:cxnLst/>
              <a:rect l="l" t="t" r="r" b="b"/>
              <a:pathLst>
                <a:path w="5872" h="1" fill="none" extrusionOk="0">
                  <a:moveTo>
                    <a:pt x="5871" y="1"/>
                  </a:moveTo>
                  <a:lnTo>
                    <a:pt x="0" y="1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609;p54">
              <a:extLst>
                <a:ext uri="{FF2B5EF4-FFF2-40B4-BE49-F238E27FC236}">
                  <a16:creationId xmlns:a16="http://schemas.microsoft.com/office/drawing/2014/main" id="{41B0CFD2-4B26-DCE6-7AAC-98E79B3BD659}"/>
                </a:ext>
              </a:extLst>
            </p:cNvPr>
            <p:cNvSpPr/>
            <p:nvPr/>
          </p:nvSpPr>
          <p:spPr>
            <a:xfrm>
              <a:off x="2336000" y="1710000"/>
              <a:ext cx="103450" cy="103425"/>
            </a:xfrm>
            <a:custGeom>
              <a:avLst/>
              <a:gdLst/>
              <a:ahLst/>
              <a:cxnLst/>
              <a:rect l="l" t="t" r="r" b="b"/>
              <a:pathLst>
                <a:path w="4138" h="4137" fill="none" extrusionOk="0">
                  <a:moveTo>
                    <a:pt x="4137" y="4137"/>
                  </a:moveTo>
                  <a:lnTo>
                    <a:pt x="1" y="0"/>
                  </a:lnTo>
                </a:path>
              </a:pathLst>
            </a:custGeom>
            <a:noFill/>
            <a:ln w="9175" cap="rnd" cmpd="sng">
              <a:solidFill>
                <a:srgbClr val="FAED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610;p54">
              <a:extLst>
                <a:ext uri="{FF2B5EF4-FFF2-40B4-BE49-F238E27FC236}">
                  <a16:creationId xmlns:a16="http://schemas.microsoft.com/office/drawing/2014/main" id="{D9857019-3092-6059-B1C2-F888439A2545}"/>
                </a:ext>
              </a:extLst>
            </p:cNvPr>
            <p:cNvSpPr/>
            <p:nvPr/>
          </p:nvSpPr>
          <p:spPr>
            <a:xfrm>
              <a:off x="3215800" y="1083725"/>
              <a:ext cx="159300" cy="159300"/>
            </a:xfrm>
            <a:custGeom>
              <a:avLst/>
              <a:gdLst/>
              <a:ahLst/>
              <a:cxnLst/>
              <a:rect l="l" t="t" r="r" b="b"/>
              <a:pathLst>
                <a:path w="6372" h="6372" extrusionOk="0">
                  <a:moveTo>
                    <a:pt x="3136" y="0"/>
                  </a:moveTo>
                  <a:lnTo>
                    <a:pt x="2502" y="2535"/>
                  </a:lnTo>
                  <a:lnTo>
                    <a:pt x="1" y="3236"/>
                  </a:lnTo>
                  <a:lnTo>
                    <a:pt x="2569" y="3870"/>
                  </a:lnTo>
                  <a:lnTo>
                    <a:pt x="3236" y="6371"/>
                  </a:lnTo>
                  <a:lnTo>
                    <a:pt x="3870" y="3803"/>
                  </a:lnTo>
                  <a:lnTo>
                    <a:pt x="6372" y="3102"/>
                  </a:lnTo>
                  <a:lnTo>
                    <a:pt x="3803" y="25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611;p54">
              <a:extLst>
                <a:ext uri="{FF2B5EF4-FFF2-40B4-BE49-F238E27FC236}">
                  <a16:creationId xmlns:a16="http://schemas.microsoft.com/office/drawing/2014/main" id="{979C45D3-42C0-FB7D-F46A-434503F4CB0F}"/>
                </a:ext>
              </a:extLst>
            </p:cNvPr>
            <p:cNvSpPr/>
            <p:nvPr/>
          </p:nvSpPr>
          <p:spPr>
            <a:xfrm>
              <a:off x="2818025" y="1659125"/>
              <a:ext cx="110925" cy="110100"/>
            </a:xfrm>
            <a:custGeom>
              <a:avLst/>
              <a:gdLst/>
              <a:ahLst/>
              <a:cxnLst/>
              <a:rect l="l" t="t" r="r" b="b"/>
              <a:pathLst>
                <a:path w="4437" h="4404" extrusionOk="0">
                  <a:moveTo>
                    <a:pt x="2168" y="1"/>
                  </a:moveTo>
                  <a:lnTo>
                    <a:pt x="1735" y="1769"/>
                  </a:lnTo>
                  <a:lnTo>
                    <a:pt x="0" y="2269"/>
                  </a:lnTo>
                  <a:lnTo>
                    <a:pt x="1768" y="2669"/>
                  </a:lnTo>
                  <a:lnTo>
                    <a:pt x="2268" y="4404"/>
                  </a:lnTo>
                  <a:lnTo>
                    <a:pt x="2669" y="2636"/>
                  </a:lnTo>
                  <a:lnTo>
                    <a:pt x="4437" y="2169"/>
                  </a:lnTo>
                  <a:lnTo>
                    <a:pt x="2669" y="1735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612;p54">
              <a:extLst>
                <a:ext uri="{FF2B5EF4-FFF2-40B4-BE49-F238E27FC236}">
                  <a16:creationId xmlns:a16="http://schemas.microsoft.com/office/drawing/2014/main" id="{783FD57D-3B59-C548-6135-4CAD94B74818}"/>
                </a:ext>
              </a:extLst>
            </p:cNvPr>
            <p:cNvSpPr/>
            <p:nvPr/>
          </p:nvSpPr>
          <p:spPr>
            <a:xfrm>
              <a:off x="2999825" y="2312925"/>
              <a:ext cx="110100" cy="110100"/>
            </a:xfrm>
            <a:custGeom>
              <a:avLst/>
              <a:gdLst/>
              <a:ahLst/>
              <a:cxnLst/>
              <a:rect l="l" t="t" r="r" b="b"/>
              <a:pathLst>
                <a:path w="4404" h="4404" extrusionOk="0">
                  <a:moveTo>
                    <a:pt x="2135" y="1"/>
                  </a:moveTo>
                  <a:lnTo>
                    <a:pt x="1735" y="1769"/>
                  </a:lnTo>
                  <a:lnTo>
                    <a:pt x="0" y="2236"/>
                  </a:lnTo>
                  <a:lnTo>
                    <a:pt x="1768" y="2669"/>
                  </a:lnTo>
                  <a:lnTo>
                    <a:pt x="2235" y="4404"/>
                  </a:lnTo>
                  <a:lnTo>
                    <a:pt x="2669" y="2636"/>
                  </a:lnTo>
                  <a:lnTo>
                    <a:pt x="4403" y="2136"/>
                  </a:lnTo>
                  <a:lnTo>
                    <a:pt x="2635" y="1735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613;p54">
              <a:extLst>
                <a:ext uri="{FF2B5EF4-FFF2-40B4-BE49-F238E27FC236}">
                  <a16:creationId xmlns:a16="http://schemas.microsoft.com/office/drawing/2014/main" id="{1B0C8E5A-52A4-21C1-A75F-9D85AEFB41D4}"/>
                </a:ext>
              </a:extLst>
            </p:cNvPr>
            <p:cNvSpPr/>
            <p:nvPr/>
          </p:nvSpPr>
          <p:spPr>
            <a:xfrm>
              <a:off x="1869850" y="2062750"/>
              <a:ext cx="110100" cy="110950"/>
            </a:xfrm>
            <a:custGeom>
              <a:avLst/>
              <a:gdLst/>
              <a:ahLst/>
              <a:cxnLst/>
              <a:rect l="l" t="t" r="r" b="b"/>
              <a:pathLst>
                <a:path w="4404" h="4438" extrusionOk="0">
                  <a:moveTo>
                    <a:pt x="2168" y="1"/>
                  </a:moveTo>
                  <a:lnTo>
                    <a:pt x="1735" y="1769"/>
                  </a:lnTo>
                  <a:lnTo>
                    <a:pt x="0" y="2269"/>
                  </a:lnTo>
                  <a:lnTo>
                    <a:pt x="1768" y="2703"/>
                  </a:lnTo>
                  <a:lnTo>
                    <a:pt x="2268" y="4437"/>
                  </a:lnTo>
                  <a:lnTo>
                    <a:pt x="2669" y="2669"/>
                  </a:lnTo>
                  <a:lnTo>
                    <a:pt x="4403" y="2169"/>
                  </a:lnTo>
                  <a:lnTo>
                    <a:pt x="2635" y="1735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614;p54">
              <a:extLst>
                <a:ext uri="{FF2B5EF4-FFF2-40B4-BE49-F238E27FC236}">
                  <a16:creationId xmlns:a16="http://schemas.microsoft.com/office/drawing/2014/main" id="{C4F977B0-AA9B-0EC4-3902-168F95D73EA0}"/>
                </a:ext>
              </a:extLst>
            </p:cNvPr>
            <p:cNvSpPr/>
            <p:nvPr/>
          </p:nvSpPr>
          <p:spPr>
            <a:xfrm>
              <a:off x="2013275" y="1162100"/>
              <a:ext cx="159300" cy="159325"/>
            </a:xfrm>
            <a:custGeom>
              <a:avLst/>
              <a:gdLst/>
              <a:ahLst/>
              <a:cxnLst/>
              <a:rect l="l" t="t" r="r" b="b"/>
              <a:pathLst>
                <a:path w="6372" h="6373" extrusionOk="0">
                  <a:moveTo>
                    <a:pt x="3136" y="1"/>
                  </a:moveTo>
                  <a:lnTo>
                    <a:pt x="2536" y="2536"/>
                  </a:lnTo>
                  <a:lnTo>
                    <a:pt x="1" y="3236"/>
                  </a:lnTo>
                  <a:lnTo>
                    <a:pt x="2569" y="3837"/>
                  </a:lnTo>
                  <a:lnTo>
                    <a:pt x="3270" y="6372"/>
                  </a:lnTo>
                  <a:lnTo>
                    <a:pt x="3870" y="3804"/>
                  </a:lnTo>
                  <a:lnTo>
                    <a:pt x="6372" y="3103"/>
                  </a:lnTo>
                  <a:lnTo>
                    <a:pt x="3837" y="2503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FAE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8" name="TextBox 12">
            <a:extLst>
              <a:ext uri="{FF2B5EF4-FFF2-40B4-BE49-F238E27FC236}">
                <a16:creationId xmlns:a16="http://schemas.microsoft.com/office/drawing/2014/main" id="{90FBF757-5481-F5EF-0D08-311A8F810074}"/>
              </a:ext>
            </a:extLst>
          </p:cNvPr>
          <p:cNvSpPr txBox="1"/>
          <p:nvPr/>
        </p:nvSpPr>
        <p:spPr>
          <a:xfrm rot="676482">
            <a:off x="2143749" y="8905132"/>
            <a:ext cx="4698762" cy="2159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latin typeface="Atkinson Hyperlegible" panose="020B0604020202020204" charset="0"/>
              </a:rPr>
              <a:t>Query Strategy Overview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tkinson Hyperlegible" panose="020B0604020202020204" charset="0"/>
              </a:rPr>
              <a:t>Authentication &amp; History:</a:t>
            </a:r>
            <a:r>
              <a:rPr lang="en-US" sz="1600" dirty="0">
                <a:latin typeface="Atkinson Hyperlegible" panose="020B0604020202020204" charset="0"/>
              </a:rPr>
              <a:t> Fast single-table lookups.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tkinson Hyperlegible" panose="020B0604020202020204" charset="0"/>
              </a:rPr>
              <a:t>Operational Workflow:</a:t>
            </a:r>
            <a:r>
              <a:rPr lang="en-US" sz="1600" dirty="0">
                <a:latin typeface="Atkinson Hyperlegible" panose="020B0604020202020204" charset="0"/>
              </a:rPr>
              <a:t> Multi-table JOINs for Doctor–Patient–Bank relations.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tkinson Hyperlegible" panose="020B0604020202020204" charset="0"/>
              </a:rPr>
              <a:t>Management Decisions:</a:t>
            </a:r>
            <a:r>
              <a:rPr lang="en-US" sz="1600" dirty="0">
                <a:latin typeface="Atkinson Hyperlegible" panose="020B0604020202020204" charset="0"/>
              </a:rPr>
              <a:t> Aggregation (GROUP BY, SUM) for real-time inventory insights.</a:t>
            </a:r>
          </a:p>
          <a:p>
            <a:pPr marL="955040" lvl="1" indent="-477520" algn="l">
              <a:lnSpc>
                <a:spcPts val="3359"/>
              </a:lnSpc>
            </a:pPr>
            <a:endParaRPr lang="en-US" sz="2799" dirty="0">
              <a:solidFill>
                <a:srgbClr val="191919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1369" name="Google Shape;2191;p65">
            <a:extLst>
              <a:ext uri="{FF2B5EF4-FFF2-40B4-BE49-F238E27FC236}">
                <a16:creationId xmlns:a16="http://schemas.microsoft.com/office/drawing/2014/main" id="{3F0B3214-1AB2-0D5F-23FE-B5ED40C7E411}"/>
              </a:ext>
            </a:extLst>
          </p:cNvPr>
          <p:cNvGrpSpPr/>
          <p:nvPr/>
        </p:nvGrpSpPr>
        <p:grpSpPr>
          <a:xfrm rot="19259281">
            <a:off x="-1388319" y="8738468"/>
            <a:ext cx="1126145" cy="740955"/>
            <a:chOff x="6612836" y="567743"/>
            <a:chExt cx="1126198" cy="740990"/>
          </a:xfrm>
        </p:grpSpPr>
        <p:sp>
          <p:nvSpPr>
            <p:cNvPr id="1370" name="Google Shape;2192;p65">
              <a:extLst>
                <a:ext uri="{FF2B5EF4-FFF2-40B4-BE49-F238E27FC236}">
                  <a16:creationId xmlns:a16="http://schemas.microsoft.com/office/drawing/2014/main" id="{0A0B5E81-D0D8-4A1C-5476-C4E6C9E2AC79}"/>
                </a:ext>
              </a:extLst>
            </p:cNvPr>
            <p:cNvSpPr/>
            <p:nvPr/>
          </p:nvSpPr>
          <p:spPr>
            <a:xfrm rot="1478412">
              <a:off x="6628139" y="781894"/>
              <a:ext cx="1095593" cy="312690"/>
            </a:xfrm>
            <a:custGeom>
              <a:avLst/>
              <a:gdLst/>
              <a:ahLst/>
              <a:cxnLst/>
              <a:rect l="l" t="t" r="r" b="b"/>
              <a:pathLst>
                <a:path w="21387" h="6104" extrusionOk="0">
                  <a:moveTo>
                    <a:pt x="2088" y="1"/>
                  </a:moveTo>
                  <a:cubicBezTo>
                    <a:pt x="937" y="1"/>
                    <a:pt x="0" y="938"/>
                    <a:pt x="0" y="2089"/>
                  </a:cubicBezTo>
                  <a:lnTo>
                    <a:pt x="0" y="4016"/>
                  </a:lnTo>
                  <a:cubicBezTo>
                    <a:pt x="0" y="5167"/>
                    <a:pt x="937" y="6103"/>
                    <a:pt x="2088" y="6103"/>
                  </a:cubicBezTo>
                  <a:lnTo>
                    <a:pt x="19299" y="6103"/>
                  </a:lnTo>
                  <a:cubicBezTo>
                    <a:pt x="20449" y="6103"/>
                    <a:pt x="21386" y="5167"/>
                    <a:pt x="21386" y="4016"/>
                  </a:cubicBezTo>
                  <a:lnTo>
                    <a:pt x="21386" y="2089"/>
                  </a:lnTo>
                  <a:cubicBezTo>
                    <a:pt x="21386" y="938"/>
                    <a:pt x="20449" y="1"/>
                    <a:pt x="19299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1" name="Google Shape;2193;p65">
              <a:extLst>
                <a:ext uri="{FF2B5EF4-FFF2-40B4-BE49-F238E27FC236}">
                  <a16:creationId xmlns:a16="http://schemas.microsoft.com/office/drawing/2014/main" id="{1AF293AA-83DD-16DF-5501-8CB398990656}"/>
                </a:ext>
              </a:extLst>
            </p:cNvPr>
            <p:cNvGrpSpPr/>
            <p:nvPr/>
          </p:nvGrpSpPr>
          <p:grpSpPr>
            <a:xfrm rot="1478412">
              <a:off x="6628139" y="781894"/>
              <a:ext cx="1095593" cy="312690"/>
              <a:chOff x="3948500" y="1061500"/>
              <a:chExt cx="534675" cy="152600"/>
            </a:xfrm>
          </p:grpSpPr>
          <p:sp>
            <p:nvSpPr>
              <p:cNvPr id="1372" name="Google Shape;2194;p65">
                <a:extLst>
                  <a:ext uri="{FF2B5EF4-FFF2-40B4-BE49-F238E27FC236}">
                    <a16:creationId xmlns:a16="http://schemas.microsoft.com/office/drawing/2014/main" id="{B9465259-461D-9D63-112F-2C6F83E0C996}"/>
                  </a:ext>
                </a:extLst>
              </p:cNvPr>
              <p:cNvSpPr/>
              <p:nvPr/>
            </p:nvSpPr>
            <p:spPr>
              <a:xfrm>
                <a:off x="3948500" y="1061500"/>
                <a:ext cx="534675" cy="152600"/>
              </a:xfrm>
              <a:custGeom>
                <a:avLst/>
                <a:gdLst/>
                <a:ahLst/>
                <a:cxnLst/>
                <a:rect l="l" t="t" r="r" b="b"/>
                <a:pathLst>
                  <a:path w="21387" h="6104" extrusionOk="0">
                    <a:moveTo>
                      <a:pt x="2088" y="1"/>
                    </a:moveTo>
                    <a:cubicBezTo>
                      <a:pt x="937" y="1"/>
                      <a:pt x="0" y="938"/>
                      <a:pt x="0" y="2089"/>
                    </a:cubicBezTo>
                    <a:lnTo>
                      <a:pt x="0" y="4016"/>
                    </a:lnTo>
                    <a:cubicBezTo>
                      <a:pt x="0" y="5167"/>
                      <a:pt x="937" y="6103"/>
                      <a:pt x="2088" y="6103"/>
                    </a:cubicBezTo>
                    <a:lnTo>
                      <a:pt x="19299" y="6103"/>
                    </a:lnTo>
                    <a:cubicBezTo>
                      <a:pt x="20449" y="6103"/>
                      <a:pt x="21386" y="5167"/>
                      <a:pt x="21386" y="4016"/>
                    </a:cubicBezTo>
                    <a:lnTo>
                      <a:pt x="21386" y="2089"/>
                    </a:lnTo>
                    <a:cubicBezTo>
                      <a:pt x="21386" y="938"/>
                      <a:pt x="20449" y="1"/>
                      <a:pt x="192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2195;p65">
                <a:extLst>
                  <a:ext uri="{FF2B5EF4-FFF2-40B4-BE49-F238E27FC236}">
                    <a16:creationId xmlns:a16="http://schemas.microsoft.com/office/drawing/2014/main" id="{000EC340-C8A6-5214-658C-F7E80C4B1876}"/>
                  </a:ext>
                </a:extLst>
              </p:cNvPr>
              <p:cNvSpPr/>
              <p:nvPr/>
            </p:nvSpPr>
            <p:spPr>
              <a:xfrm>
                <a:off x="4115775" y="1078225"/>
                <a:ext cx="175350" cy="119150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4766" fill="none" extrusionOk="0">
                    <a:moveTo>
                      <a:pt x="1" y="1"/>
                    </a:moveTo>
                    <a:lnTo>
                      <a:pt x="7014" y="1"/>
                    </a:lnTo>
                    <a:lnTo>
                      <a:pt x="7014" y="4765"/>
                    </a:lnTo>
                    <a:lnTo>
                      <a:pt x="1" y="4765"/>
                    </a:lnTo>
                    <a:close/>
                  </a:path>
                </a:pathLst>
              </a:custGeom>
              <a:noFill/>
              <a:ln w="2000" cap="flat" cmpd="sng">
                <a:solidFill>
                  <a:schemeClr val="dk2"/>
                </a:solidFill>
                <a:prstDash val="solid"/>
                <a:miter lim="267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74" name="Google Shape;2196;p65">
                <a:extLst>
                  <a:ext uri="{FF2B5EF4-FFF2-40B4-BE49-F238E27FC236}">
                    <a16:creationId xmlns:a16="http://schemas.microsoft.com/office/drawing/2014/main" id="{D2B36A81-8BD2-2F29-CF77-F59FB8CA7519}"/>
                  </a:ext>
                </a:extLst>
              </p:cNvPr>
              <p:cNvSpPr/>
              <p:nvPr/>
            </p:nvSpPr>
            <p:spPr>
              <a:xfrm>
                <a:off x="3996000" y="1087600"/>
                <a:ext cx="167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0" extrusionOk="0">
                    <a:moveTo>
                      <a:pt x="349" y="1"/>
                    </a:moveTo>
                    <a:cubicBezTo>
                      <a:pt x="135" y="1"/>
                      <a:pt x="1" y="135"/>
                      <a:pt x="1" y="349"/>
                    </a:cubicBezTo>
                    <a:cubicBezTo>
                      <a:pt x="1" y="536"/>
                      <a:pt x="135" y="670"/>
                      <a:pt x="349" y="670"/>
                    </a:cubicBezTo>
                    <a:cubicBezTo>
                      <a:pt x="536" y="670"/>
                      <a:pt x="670" y="536"/>
                      <a:pt x="670" y="349"/>
                    </a:cubicBezTo>
                    <a:cubicBezTo>
                      <a:pt x="670" y="135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2197;p65">
                <a:extLst>
                  <a:ext uri="{FF2B5EF4-FFF2-40B4-BE49-F238E27FC236}">
                    <a16:creationId xmlns:a16="http://schemas.microsoft.com/office/drawing/2014/main" id="{5668C76D-BCAB-BBA3-2423-3A3C90512601}"/>
                  </a:ext>
                </a:extLst>
              </p:cNvPr>
              <p:cNvSpPr/>
              <p:nvPr/>
            </p:nvSpPr>
            <p:spPr>
              <a:xfrm>
                <a:off x="4034150" y="11250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61" y="1"/>
                      <a:pt x="0" y="161"/>
                      <a:pt x="0" y="349"/>
                    </a:cubicBezTo>
                    <a:cubicBezTo>
                      <a:pt x="0" y="536"/>
                      <a:pt x="161" y="696"/>
                      <a:pt x="348" y="696"/>
                    </a:cubicBezTo>
                    <a:cubicBezTo>
                      <a:pt x="536" y="696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2198;p65">
                <a:extLst>
                  <a:ext uri="{FF2B5EF4-FFF2-40B4-BE49-F238E27FC236}">
                    <a16:creationId xmlns:a16="http://schemas.microsoft.com/office/drawing/2014/main" id="{CCCEA927-09E3-1F0B-1F05-5B1625C24B75}"/>
                  </a:ext>
                </a:extLst>
              </p:cNvPr>
              <p:cNvSpPr/>
              <p:nvPr/>
            </p:nvSpPr>
            <p:spPr>
              <a:xfrm>
                <a:off x="3997350" y="1161875"/>
                <a:ext cx="1675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97" extrusionOk="0">
                    <a:moveTo>
                      <a:pt x="348" y="1"/>
                    </a:moveTo>
                    <a:cubicBezTo>
                      <a:pt x="134" y="1"/>
                      <a:pt x="0" y="161"/>
                      <a:pt x="0" y="349"/>
                    </a:cubicBezTo>
                    <a:cubicBezTo>
                      <a:pt x="0" y="536"/>
                      <a:pt x="134" y="697"/>
                      <a:pt x="348" y="697"/>
                    </a:cubicBezTo>
                    <a:cubicBezTo>
                      <a:pt x="536" y="697"/>
                      <a:pt x="670" y="536"/>
                      <a:pt x="670" y="349"/>
                    </a:cubicBezTo>
                    <a:cubicBezTo>
                      <a:pt x="670" y="161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2199;p65">
                <a:extLst>
                  <a:ext uri="{FF2B5EF4-FFF2-40B4-BE49-F238E27FC236}">
                    <a16:creationId xmlns:a16="http://schemas.microsoft.com/office/drawing/2014/main" id="{6B6D72C0-F4BF-7927-E911-07669C5A44F8}"/>
                  </a:ext>
                </a:extLst>
              </p:cNvPr>
              <p:cNvSpPr/>
              <p:nvPr/>
            </p:nvSpPr>
            <p:spPr>
              <a:xfrm>
                <a:off x="4405525" y="1087600"/>
                <a:ext cx="174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70" extrusionOk="0">
                    <a:moveTo>
                      <a:pt x="348" y="1"/>
                    </a:moveTo>
                    <a:cubicBezTo>
                      <a:pt x="161" y="1"/>
                      <a:pt x="0" y="135"/>
                      <a:pt x="0" y="349"/>
                    </a:cubicBezTo>
                    <a:cubicBezTo>
                      <a:pt x="0" y="536"/>
                      <a:pt x="161" y="670"/>
                      <a:pt x="348" y="670"/>
                    </a:cubicBezTo>
                    <a:cubicBezTo>
                      <a:pt x="536" y="670"/>
                      <a:pt x="696" y="536"/>
                      <a:pt x="696" y="349"/>
                    </a:cubicBezTo>
                    <a:cubicBezTo>
                      <a:pt x="696" y="135"/>
                      <a:pt x="536" y="1"/>
                      <a:pt x="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2200;p65">
                <a:extLst>
                  <a:ext uri="{FF2B5EF4-FFF2-40B4-BE49-F238E27FC236}">
                    <a16:creationId xmlns:a16="http://schemas.microsoft.com/office/drawing/2014/main" id="{0C41948D-B158-383D-D5CA-7622DF6B6D22}"/>
                  </a:ext>
                </a:extLst>
              </p:cNvPr>
              <p:cNvSpPr/>
              <p:nvPr/>
            </p:nvSpPr>
            <p:spPr>
              <a:xfrm>
                <a:off x="4367375" y="11250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6"/>
                      <a:pt x="349" y="696"/>
                    </a:cubicBezTo>
                    <a:cubicBezTo>
                      <a:pt x="536" y="696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2201;p65">
                <a:extLst>
                  <a:ext uri="{FF2B5EF4-FFF2-40B4-BE49-F238E27FC236}">
                    <a16:creationId xmlns:a16="http://schemas.microsoft.com/office/drawing/2014/main" id="{BE2D048F-47C7-F7B6-3944-ADED6D79E332}"/>
                  </a:ext>
                </a:extLst>
              </p:cNvPr>
              <p:cNvSpPr/>
              <p:nvPr/>
            </p:nvSpPr>
            <p:spPr>
              <a:xfrm>
                <a:off x="4404175" y="1161875"/>
                <a:ext cx="1742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697" extrusionOk="0">
                    <a:moveTo>
                      <a:pt x="349" y="1"/>
                    </a:moveTo>
                    <a:cubicBezTo>
                      <a:pt x="161" y="1"/>
                      <a:pt x="1" y="161"/>
                      <a:pt x="1" y="349"/>
                    </a:cubicBezTo>
                    <a:cubicBezTo>
                      <a:pt x="1" y="536"/>
                      <a:pt x="161" y="697"/>
                      <a:pt x="349" y="697"/>
                    </a:cubicBezTo>
                    <a:cubicBezTo>
                      <a:pt x="536" y="697"/>
                      <a:pt x="697" y="536"/>
                      <a:pt x="697" y="349"/>
                    </a:cubicBezTo>
                    <a:cubicBezTo>
                      <a:pt x="697" y="161"/>
                      <a:pt x="536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0" name="Google Shape;2202;p65">
            <a:extLst>
              <a:ext uri="{FF2B5EF4-FFF2-40B4-BE49-F238E27FC236}">
                <a16:creationId xmlns:a16="http://schemas.microsoft.com/office/drawing/2014/main" id="{1F0F9EC2-F0C7-DD31-C465-946C87BEC82E}"/>
              </a:ext>
            </a:extLst>
          </p:cNvPr>
          <p:cNvSpPr/>
          <p:nvPr/>
        </p:nvSpPr>
        <p:spPr>
          <a:xfrm rot="18026969">
            <a:off x="1610673" y="-4131286"/>
            <a:ext cx="271485" cy="377623"/>
          </a:xfrm>
          <a:custGeom>
            <a:avLst/>
            <a:gdLst/>
            <a:ahLst/>
            <a:cxnLst/>
            <a:rect l="l" t="t" r="r" b="b"/>
            <a:pathLst>
              <a:path w="10409" h="14478" extrusionOk="0">
                <a:moveTo>
                  <a:pt x="5204" y="1"/>
                </a:moveTo>
                <a:cubicBezTo>
                  <a:pt x="5171" y="34"/>
                  <a:pt x="1" y="6105"/>
                  <a:pt x="1" y="8740"/>
                </a:cubicBezTo>
                <a:cubicBezTo>
                  <a:pt x="1" y="8907"/>
                  <a:pt x="1" y="9074"/>
                  <a:pt x="1" y="9241"/>
                </a:cubicBezTo>
                <a:cubicBezTo>
                  <a:pt x="1" y="12143"/>
                  <a:pt x="2336" y="14478"/>
                  <a:pt x="5204" y="14478"/>
                </a:cubicBezTo>
                <a:cubicBezTo>
                  <a:pt x="8073" y="14478"/>
                  <a:pt x="10408" y="12143"/>
                  <a:pt x="10408" y="9241"/>
                </a:cubicBezTo>
                <a:cubicBezTo>
                  <a:pt x="10408" y="9074"/>
                  <a:pt x="10408" y="8907"/>
                  <a:pt x="10408" y="8740"/>
                </a:cubicBezTo>
                <a:cubicBezTo>
                  <a:pt x="10408" y="6105"/>
                  <a:pt x="5238" y="34"/>
                  <a:pt x="5204" y="1"/>
                </a:cubicBez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816;p58">
            <a:extLst>
              <a:ext uri="{FF2B5EF4-FFF2-40B4-BE49-F238E27FC236}">
                <a16:creationId xmlns:a16="http://schemas.microsoft.com/office/drawing/2014/main" id="{FE58B7DE-83D2-1B7B-B52D-F910E03968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85788" y="5807330"/>
            <a:ext cx="3009300" cy="12507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accent4"/>
                </a:solidFill>
              </a:rPr>
              <a:t>Doctors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Banks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Donors (register in Donation Event)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Patients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456" name="Google Shape;1817;p58">
            <a:extLst>
              <a:ext uri="{FF2B5EF4-FFF2-40B4-BE49-F238E27FC236}">
                <a16:creationId xmlns:a16="http://schemas.microsoft.com/office/drawing/2014/main" id="{12D4674E-6EC5-B128-AC77-5E724AC9C3D6}"/>
              </a:ext>
            </a:extLst>
          </p:cNvPr>
          <p:cNvSpPr txBox="1">
            <a:spLocks/>
          </p:cNvSpPr>
          <p:nvPr/>
        </p:nvSpPr>
        <p:spPr>
          <a:xfrm>
            <a:off x="1082400" y="5304043"/>
            <a:ext cx="3009300" cy="20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Doctors (10)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Patients (50)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Accounts (60)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Banks (50)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Donors (50)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Inventory (6)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Requests (5)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Donation Events (5)</a:t>
            </a:r>
          </a:p>
        </p:txBody>
      </p:sp>
      <p:pic>
        <p:nvPicPr>
          <p:cNvPr id="1457" name="Picture 1456">
            <a:extLst>
              <a:ext uri="{FF2B5EF4-FFF2-40B4-BE49-F238E27FC236}">
                <a16:creationId xmlns:a16="http://schemas.microsoft.com/office/drawing/2014/main" id="{E22A25A5-0ABF-3414-2923-4084DE43DD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11642" b="111642"/>
          <a:stretch>
            <a:fillRect/>
          </a:stretch>
        </p:blipFill>
        <p:spPr>
          <a:xfrm>
            <a:off x="718994" y="227917"/>
            <a:ext cx="7706012" cy="1524132"/>
          </a:xfrm>
          <a:prstGeom prst="rect">
            <a:avLst/>
          </a:prstGeom>
        </p:spPr>
      </p:pic>
      <p:pic>
        <p:nvPicPr>
          <p:cNvPr id="1458" name="Picture 1457">
            <a:extLst>
              <a:ext uri="{FF2B5EF4-FFF2-40B4-BE49-F238E27FC236}">
                <a16:creationId xmlns:a16="http://schemas.microsoft.com/office/drawing/2014/main" id="{E63D312E-AA67-C892-AF0E-0432DD987D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8666" b="-98666"/>
          <a:stretch>
            <a:fillRect/>
          </a:stretch>
        </p:blipFill>
        <p:spPr>
          <a:xfrm>
            <a:off x="993796" y="1850222"/>
            <a:ext cx="3462828" cy="597460"/>
          </a:xfrm>
          <a:prstGeom prst="rect">
            <a:avLst/>
          </a:prstGeom>
        </p:spPr>
      </p:pic>
      <p:pic>
        <p:nvPicPr>
          <p:cNvPr id="1459" name="Picture 1458">
            <a:extLst>
              <a:ext uri="{FF2B5EF4-FFF2-40B4-BE49-F238E27FC236}">
                <a16:creationId xmlns:a16="http://schemas.microsoft.com/office/drawing/2014/main" id="{5D87D4D9-3F16-ED11-9076-9881D6E20E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4115" b="-104115"/>
          <a:stretch>
            <a:fillRect/>
          </a:stretch>
        </p:blipFill>
        <p:spPr>
          <a:xfrm>
            <a:off x="4828563" y="1850222"/>
            <a:ext cx="3462828" cy="597460"/>
          </a:xfrm>
          <a:prstGeom prst="rect">
            <a:avLst/>
          </a:prstGeom>
        </p:spPr>
      </p:pic>
      <p:grpSp>
        <p:nvGrpSpPr>
          <p:cNvPr id="1401" name="Group 1400">
            <a:extLst>
              <a:ext uri="{FF2B5EF4-FFF2-40B4-BE49-F238E27FC236}">
                <a16:creationId xmlns:a16="http://schemas.microsoft.com/office/drawing/2014/main" id="{327535AD-D0A6-E6CC-1379-309144EEC4EB}"/>
              </a:ext>
            </a:extLst>
          </p:cNvPr>
          <p:cNvGrpSpPr/>
          <p:nvPr/>
        </p:nvGrpSpPr>
        <p:grpSpPr>
          <a:xfrm rot="10800000">
            <a:off x="10081638" y="-768035"/>
            <a:ext cx="9083360" cy="6426200"/>
            <a:chOff x="-5638259" y="-259695"/>
            <a:chExt cx="8685719" cy="5643564"/>
          </a:xfrm>
        </p:grpSpPr>
        <p:sp>
          <p:nvSpPr>
            <p:cNvPr id="1402" name="Flowchart: Stored Data 1401">
              <a:extLst>
                <a:ext uri="{FF2B5EF4-FFF2-40B4-BE49-F238E27FC236}">
                  <a16:creationId xmlns:a16="http://schemas.microsoft.com/office/drawing/2014/main" id="{A45C76CF-9EAC-E472-E521-7E8ED617487E}"/>
                </a:ext>
              </a:extLst>
            </p:cNvPr>
            <p:cNvSpPr/>
            <p:nvPr/>
          </p:nvSpPr>
          <p:spPr>
            <a:xfrm rot="10800000">
              <a:off x="-3581399" y="-259424"/>
              <a:ext cx="2514059" cy="5636941"/>
            </a:xfrm>
            <a:prstGeom prst="flowChartOnlineStorage">
              <a:avLst/>
            </a:prstGeom>
            <a:solidFill>
              <a:srgbClr val="B0D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FC9E2"/>
                </a:solidFill>
              </a:endParaRPr>
            </a:p>
          </p:txBody>
        </p:sp>
        <p:sp>
          <p:nvSpPr>
            <p:cNvPr id="1403" name="Flowchart: Stored Data 1402">
              <a:extLst>
                <a:ext uri="{FF2B5EF4-FFF2-40B4-BE49-F238E27FC236}">
                  <a16:creationId xmlns:a16="http://schemas.microsoft.com/office/drawing/2014/main" id="{425C7F4F-7FEA-6DAE-2938-C077035FF3D1}"/>
                </a:ext>
              </a:extLst>
            </p:cNvPr>
            <p:cNvSpPr/>
            <p:nvPr/>
          </p:nvSpPr>
          <p:spPr>
            <a:xfrm rot="10800000">
              <a:off x="-5638259" y="-253072"/>
              <a:ext cx="2514059" cy="5636941"/>
            </a:xfrm>
            <a:prstGeom prst="flowChartOnlineStorag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4" name="Flowchart: Stored Data 1403">
              <a:extLst>
                <a:ext uri="{FF2B5EF4-FFF2-40B4-BE49-F238E27FC236}">
                  <a16:creationId xmlns:a16="http://schemas.microsoft.com/office/drawing/2014/main" id="{3CA05F1B-DD72-F36A-FE3C-1B0CA30D2D15}"/>
                </a:ext>
              </a:extLst>
            </p:cNvPr>
            <p:cNvSpPr/>
            <p:nvPr/>
          </p:nvSpPr>
          <p:spPr>
            <a:xfrm rot="10800000">
              <a:off x="533401" y="-259695"/>
              <a:ext cx="2514059" cy="5636941"/>
            </a:xfrm>
            <a:prstGeom prst="flowChartOnlineStorage">
              <a:avLst/>
            </a:prstGeom>
            <a:solidFill>
              <a:srgbClr val="FE69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  <p:sp>
          <p:nvSpPr>
            <p:cNvPr id="1405" name="Flowchart: Stored Data 1404">
              <a:extLst>
                <a:ext uri="{FF2B5EF4-FFF2-40B4-BE49-F238E27FC236}">
                  <a16:creationId xmlns:a16="http://schemas.microsoft.com/office/drawing/2014/main" id="{17BD14A5-C0D0-595E-FDCC-6FE25757D36D}"/>
                </a:ext>
              </a:extLst>
            </p:cNvPr>
            <p:cNvSpPr/>
            <p:nvPr/>
          </p:nvSpPr>
          <p:spPr>
            <a:xfrm rot="10800000">
              <a:off x="-1523999" y="-259423"/>
              <a:ext cx="2514059" cy="5636941"/>
            </a:xfrm>
            <a:prstGeom prst="flowChartOnlineStorage">
              <a:avLst/>
            </a:prstGeom>
            <a:solidFill>
              <a:srgbClr val="59BF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D90B6"/>
                </a:solidFill>
              </a:endParaRPr>
            </a:p>
          </p:txBody>
        </p:sp>
      </p:grpSp>
      <p:grpSp>
        <p:nvGrpSpPr>
          <p:cNvPr id="1391" name="Group 1390">
            <a:extLst>
              <a:ext uri="{FF2B5EF4-FFF2-40B4-BE49-F238E27FC236}">
                <a16:creationId xmlns:a16="http://schemas.microsoft.com/office/drawing/2014/main" id="{8E93C706-52D4-5728-AAEF-8088419C7312}"/>
              </a:ext>
            </a:extLst>
          </p:cNvPr>
          <p:cNvGrpSpPr/>
          <p:nvPr/>
        </p:nvGrpSpPr>
        <p:grpSpPr>
          <a:xfrm>
            <a:off x="-10314046" y="-760494"/>
            <a:ext cx="9083360" cy="6426200"/>
            <a:chOff x="-5638259" y="-259695"/>
            <a:chExt cx="8685719" cy="5643564"/>
          </a:xfrm>
        </p:grpSpPr>
        <p:sp>
          <p:nvSpPr>
            <p:cNvPr id="1392" name="Flowchart: Stored Data 1391">
              <a:extLst>
                <a:ext uri="{FF2B5EF4-FFF2-40B4-BE49-F238E27FC236}">
                  <a16:creationId xmlns:a16="http://schemas.microsoft.com/office/drawing/2014/main" id="{B64380D1-63A2-CBEC-68D5-C3B278B44484}"/>
                </a:ext>
              </a:extLst>
            </p:cNvPr>
            <p:cNvSpPr/>
            <p:nvPr/>
          </p:nvSpPr>
          <p:spPr>
            <a:xfrm rot="10800000">
              <a:off x="-3581399" y="-259424"/>
              <a:ext cx="2514059" cy="5636941"/>
            </a:xfrm>
            <a:prstGeom prst="flowChartOnlineStorage">
              <a:avLst/>
            </a:prstGeom>
            <a:solidFill>
              <a:srgbClr val="B0D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FC9E2"/>
                </a:solidFill>
              </a:endParaRPr>
            </a:p>
          </p:txBody>
        </p:sp>
        <p:sp>
          <p:nvSpPr>
            <p:cNvPr id="1393" name="Flowchart: Stored Data 1392">
              <a:extLst>
                <a:ext uri="{FF2B5EF4-FFF2-40B4-BE49-F238E27FC236}">
                  <a16:creationId xmlns:a16="http://schemas.microsoft.com/office/drawing/2014/main" id="{7991859E-AEF5-FBEC-BCEE-CE4571922DB1}"/>
                </a:ext>
              </a:extLst>
            </p:cNvPr>
            <p:cNvSpPr/>
            <p:nvPr/>
          </p:nvSpPr>
          <p:spPr>
            <a:xfrm rot="10800000">
              <a:off x="-5638259" y="-253072"/>
              <a:ext cx="2514059" cy="5636941"/>
            </a:xfrm>
            <a:prstGeom prst="flowChartOnlineStorage">
              <a:avLst/>
            </a:prstGeom>
            <a:solidFill>
              <a:srgbClr val="FAED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4" name="Flowchart: Stored Data 1393">
              <a:extLst>
                <a:ext uri="{FF2B5EF4-FFF2-40B4-BE49-F238E27FC236}">
                  <a16:creationId xmlns:a16="http://schemas.microsoft.com/office/drawing/2014/main" id="{16166934-3BA0-BFF9-242B-D673EFC8C778}"/>
                </a:ext>
              </a:extLst>
            </p:cNvPr>
            <p:cNvSpPr/>
            <p:nvPr/>
          </p:nvSpPr>
          <p:spPr>
            <a:xfrm rot="10800000">
              <a:off x="533401" y="-259695"/>
              <a:ext cx="2514059" cy="5636941"/>
            </a:xfrm>
            <a:prstGeom prst="flowChartOnlineStorage">
              <a:avLst/>
            </a:prstGeom>
            <a:solidFill>
              <a:srgbClr val="FE69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  <p:sp>
          <p:nvSpPr>
            <p:cNvPr id="1395" name="Flowchart: Stored Data 1394">
              <a:extLst>
                <a:ext uri="{FF2B5EF4-FFF2-40B4-BE49-F238E27FC236}">
                  <a16:creationId xmlns:a16="http://schemas.microsoft.com/office/drawing/2014/main" id="{0C59D4C0-D6AA-2752-0E09-4F6E59F1147E}"/>
                </a:ext>
              </a:extLst>
            </p:cNvPr>
            <p:cNvSpPr/>
            <p:nvPr/>
          </p:nvSpPr>
          <p:spPr>
            <a:xfrm rot="10800000">
              <a:off x="-1523999" y="-259423"/>
              <a:ext cx="2514059" cy="5636941"/>
            </a:xfrm>
            <a:prstGeom prst="flowChartOnlineStorage">
              <a:avLst/>
            </a:prstGeom>
            <a:solidFill>
              <a:srgbClr val="59BF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471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4C33D-7B06-ED89-D153-6EA4A906A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651" y="1880496"/>
            <a:ext cx="3036071" cy="59136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085C3A-EF6C-DFFD-2A91-19961C0A5640}"/>
              </a:ext>
            </a:extLst>
          </p:cNvPr>
          <p:cNvGrpSpPr/>
          <p:nvPr/>
        </p:nvGrpSpPr>
        <p:grpSpPr>
          <a:xfrm rot="10800000">
            <a:off x="-10067740" y="-768035"/>
            <a:ext cx="9083360" cy="6426200"/>
            <a:chOff x="-5638259" y="-259695"/>
            <a:chExt cx="8685719" cy="5643564"/>
          </a:xfrm>
        </p:grpSpPr>
        <p:sp>
          <p:nvSpPr>
            <p:cNvPr id="38" name="Flowchart: Stored Data 37">
              <a:extLst>
                <a:ext uri="{FF2B5EF4-FFF2-40B4-BE49-F238E27FC236}">
                  <a16:creationId xmlns:a16="http://schemas.microsoft.com/office/drawing/2014/main" id="{A4796EB5-8724-7B21-EC9C-FDA1FF377F82}"/>
                </a:ext>
              </a:extLst>
            </p:cNvPr>
            <p:cNvSpPr/>
            <p:nvPr/>
          </p:nvSpPr>
          <p:spPr>
            <a:xfrm rot="10800000">
              <a:off x="-3581399" y="-259424"/>
              <a:ext cx="2514059" cy="5636941"/>
            </a:xfrm>
            <a:prstGeom prst="flowChartOnlineStorage">
              <a:avLst/>
            </a:prstGeom>
            <a:solidFill>
              <a:srgbClr val="B0D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FC9E2"/>
                </a:solidFill>
              </a:endParaRPr>
            </a:p>
          </p:txBody>
        </p:sp>
        <p:sp>
          <p:nvSpPr>
            <p:cNvPr id="39" name="Flowchart: Stored Data 38">
              <a:extLst>
                <a:ext uri="{FF2B5EF4-FFF2-40B4-BE49-F238E27FC236}">
                  <a16:creationId xmlns:a16="http://schemas.microsoft.com/office/drawing/2014/main" id="{CDBB90EC-F42A-52FA-3D16-E6B420DA32A3}"/>
                </a:ext>
              </a:extLst>
            </p:cNvPr>
            <p:cNvSpPr/>
            <p:nvPr/>
          </p:nvSpPr>
          <p:spPr>
            <a:xfrm rot="10800000">
              <a:off x="-5638259" y="-253072"/>
              <a:ext cx="2514059" cy="5636941"/>
            </a:xfrm>
            <a:prstGeom prst="flowChartOnlineStorag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Stored Data 39">
              <a:extLst>
                <a:ext uri="{FF2B5EF4-FFF2-40B4-BE49-F238E27FC236}">
                  <a16:creationId xmlns:a16="http://schemas.microsoft.com/office/drawing/2014/main" id="{930ABE91-A97F-589F-8425-6B9AD32D65EC}"/>
                </a:ext>
              </a:extLst>
            </p:cNvPr>
            <p:cNvSpPr/>
            <p:nvPr/>
          </p:nvSpPr>
          <p:spPr>
            <a:xfrm rot="10800000">
              <a:off x="533401" y="-259695"/>
              <a:ext cx="2514059" cy="5636941"/>
            </a:xfrm>
            <a:prstGeom prst="flowChartOnlineStorage">
              <a:avLst/>
            </a:prstGeom>
            <a:solidFill>
              <a:srgbClr val="FE69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  <p:sp>
          <p:nvSpPr>
            <p:cNvPr id="41" name="Flowchart: Stored Data 40">
              <a:extLst>
                <a:ext uri="{FF2B5EF4-FFF2-40B4-BE49-F238E27FC236}">
                  <a16:creationId xmlns:a16="http://schemas.microsoft.com/office/drawing/2014/main" id="{9A99BDE6-6AA0-90EA-21E3-44C0871B7A8C}"/>
                </a:ext>
              </a:extLst>
            </p:cNvPr>
            <p:cNvSpPr/>
            <p:nvPr/>
          </p:nvSpPr>
          <p:spPr>
            <a:xfrm rot="10800000">
              <a:off x="-1523999" y="-259423"/>
              <a:ext cx="2514059" cy="5636941"/>
            </a:xfrm>
            <a:prstGeom prst="flowChartOnlineStorage">
              <a:avLst/>
            </a:prstGeom>
            <a:solidFill>
              <a:srgbClr val="59BF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D90B6"/>
                </a:solidFill>
              </a:endParaRPr>
            </a:p>
          </p:txBody>
        </p:sp>
      </p:grpSp>
      <p:sp>
        <p:nvSpPr>
          <p:cNvPr id="1816" name="Google Shape;1816;p58"/>
          <p:cNvSpPr txBox="1">
            <a:spLocks noGrp="1"/>
          </p:cNvSpPr>
          <p:nvPr>
            <p:ph type="subTitle" idx="1"/>
          </p:nvPr>
        </p:nvSpPr>
        <p:spPr>
          <a:xfrm>
            <a:off x="4885788" y="2447682"/>
            <a:ext cx="3462828" cy="12507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accent4"/>
                </a:solidFill>
              </a:rPr>
              <a:t>Doctors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Banks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Donors (register in Donation Event)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Patients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817" name="Google Shape;1817;p58"/>
          <p:cNvSpPr txBox="1">
            <a:spLocks noGrp="1"/>
          </p:cNvSpPr>
          <p:nvPr>
            <p:ph type="subTitle" idx="4"/>
          </p:nvPr>
        </p:nvSpPr>
        <p:spPr>
          <a:xfrm>
            <a:off x="1082400" y="2295117"/>
            <a:ext cx="3009300" cy="20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Doctors (10)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accent4"/>
                </a:solidFill>
              </a:rPr>
              <a:t>Patients (50)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accent4"/>
                </a:solidFill>
              </a:rPr>
              <a:t>Accounts (60)</a:t>
            </a:r>
            <a:endParaRPr dirty="0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Blood Banks (50)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Donors (50)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Blood Inventory (6)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Requests (5)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chemeClr val="accent4"/>
                </a:solidFill>
              </a:rPr>
              <a:t>Donation Events (5)</a:t>
            </a:r>
            <a:endParaRPr dirty="0">
              <a:solidFill>
                <a:schemeClr val="accent4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3E4DAB-8EED-E211-B9FF-8DEC6E1AF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94" y="227917"/>
            <a:ext cx="7706012" cy="15241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386F60-4B45-95D0-CB76-FBD913310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96" y="1850222"/>
            <a:ext cx="3462828" cy="59746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6AB9F6F-056C-3232-7E9B-EFCED58813FC}"/>
              </a:ext>
            </a:extLst>
          </p:cNvPr>
          <p:cNvGrpSpPr/>
          <p:nvPr/>
        </p:nvGrpSpPr>
        <p:grpSpPr>
          <a:xfrm>
            <a:off x="10611556" y="-760494"/>
            <a:ext cx="9083360" cy="6426200"/>
            <a:chOff x="-5638259" y="-259695"/>
            <a:chExt cx="8685719" cy="5643564"/>
          </a:xfrm>
        </p:grpSpPr>
        <p:sp>
          <p:nvSpPr>
            <p:cNvPr id="33" name="Flowchart: Stored Data 32">
              <a:extLst>
                <a:ext uri="{FF2B5EF4-FFF2-40B4-BE49-F238E27FC236}">
                  <a16:creationId xmlns:a16="http://schemas.microsoft.com/office/drawing/2014/main" id="{57608A51-2129-55DC-7A5E-DD23ED070614}"/>
                </a:ext>
              </a:extLst>
            </p:cNvPr>
            <p:cNvSpPr/>
            <p:nvPr/>
          </p:nvSpPr>
          <p:spPr>
            <a:xfrm rot="10800000">
              <a:off x="-3581399" y="-259424"/>
              <a:ext cx="2514059" cy="5636941"/>
            </a:xfrm>
            <a:prstGeom prst="flowChartOnlineStorage">
              <a:avLst/>
            </a:prstGeom>
            <a:solidFill>
              <a:srgbClr val="B0D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BFC9E2"/>
                </a:solidFill>
              </a:endParaRPr>
            </a:p>
          </p:txBody>
        </p:sp>
        <p:sp>
          <p:nvSpPr>
            <p:cNvPr id="34" name="Flowchart: Stored Data 33">
              <a:extLst>
                <a:ext uri="{FF2B5EF4-FFF2-40B4-BE49-F238E27FC236}">
                  <a16:creationId xmlns:a16="http://schemas.microsoft.com/office/drawing/2014/main" id="{F98F151C-A2A8-B193-68EB-37BE525293C7}"/>
                </a:ext>
              </a:extLst>
            </p:cNvPr>
            <p:cNvSpPr/>
            <p:nvPr/>
          </p:nvSpPr>
          <p:spPr>
            <a:xfrm rot="10800000">
              <a:off x="-5638259" y="-253072"/>
              <a:ext cx="2514059" cy="5636941"/>
            </a:xfrm>
            <a:prstGeom prst="flowChartOnlineStorage">
              <a:avLst/>
            </a:prstGeom>
            <a:solidFill>
              <a:srgbClr val="FAED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Stored Data 34">
              <a:extLst>
                <a:ext uri="{FF2B5EF4-FFF2-40B4-BE49-F238E27FC236}">
                  <a16:creationId xmlns:a16="http://schemas.microsoft.com/office/drawing/2014/main" id="{1CBE4FAB-E76F-80DB-A3CA-4905546804E3}"/>
                </a:ext>
              </a:extLst>
            </p:cNvPr>
            <p:cNvSpPr/>
            <p:nvPr/>
          </p:nvSpPr>
          <p:spPr>
            <a:xfrm rot="10800000">
              <a:off x="533401" y="-259695"/>
              <a:ext cx="2514059" cy="5636941"/>
            </a:xfrm>
            <a:prstGeom prst="flowChartOnlineStorage">
              <a:avLst/>
            </a:prstGeom>
            <a:solidFill>
              <a:srgbClr val="FE69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  <p:sp>
          <p:nvSpPr>
            <p:cNvPr id="36" name="Flowchart: Stored Data 35">
              <a:extLst>
                <a:ext uri="{FF2B5EF4-FFF2-40B4-BE49-F238E27FC236}">
                  <a16:creationId xmlns:a16="http://schemas.microsoft.com/office/drawing/2014/main" id="{883F9250-99FA-92E2-C6A2-23094A94ED9D}"/>
                </a:ext>
              </a:extLst>
            </p:cNvPr>
            <p:cNvSpPr/>
            <p:nvPr/>
          </p:nvSpPr>
          <p:spPr>
            <a:xfrm rot="10800000">
              <a:off x="-1523999" y="-259423"/>
              <a:ext cx="2514059" cy="5636941"/>
            </a:xfrm>
            <a:prstGeom prst="flowChartOnlineStorage">
              <a:avLst/>
            </a:prstGeom>
            <a:solidFill>
              <a:srgbClr val="59BF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D90B6"/>
                </a:solidFill>
              </a:endParaRPr>
            </a:p>
          </p:txBody>
        </p:sp>
      </p:grpSp>
      <p:sp>
        <p:nvSpPr>
          <p:cNvPr id="42" name="Google Shape;2011;p64">
            <a:extLst>
              <a:ext uri="{FF2B5EF4-FFF2-40B4-BE49-F238E27FC236}">
                <a16:creationId xmlns:a16="http://schemas.microsoft.com/office/drawing/2014/main" id="{A84FCCB0-B4F9-77DC-3889-F0C834831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900" y="-10471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REFERENTIAL INTEGRITY</a:t>
            </a:r>
            <a:endParaRPr dirty="0">
              <a:solidFill>
                <a:schemeClr val="bg2"/>
              </a:solidFill>
            </a:endParaRPr>
          </a:p>
        </p:txBody>
      </p:sp>
      <p:graphicFrame>
        <p:nvGraphicFramePr>
          <p:cNvPr id="43" name="Google Shape;2012;p64">
            <a:extLst>
              <a:ext uri="{FF2B5EF4-FFF2-40B4-BE49-F238E27FC236}">
                <a16:creationId xmlns:a16="http://schemas.microsoft.com/office/drawing/2014/main" id="{6B253460-E481-3146-9CEA-1BD74FCEC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808992"/>
              </p:ext>
            </p:extLst>
          </p:nvPr>
        </p:nvGraphicFramePr>
        <p:xfrm>
          <a:off x="-8069483" y="2800350"/>
          <a:ext cx="7239000" cy="1974850"/>
        </p:xfrm>
        <a:graphic>
          <a:graphicData uri="http://schemas.openxmlformats.org/drawingml/2006/table">
            <a:tbl>
              <a:tblPr>
                <a:noFill/>
                <a:tableStyleId>{57B34217-3FFD-410F-8E3E-219FF1D09211}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04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600" dirty="0">
                          <a:solidFill>
                            <a:srgbClr val="000000"/>
                          </a:solidFill>
                          <a:latin typeface="Atkinson Hyperlegible"/>
                        </a:rPr>
                        <a:t>Insert data into Independent tables first: (Example: Doctor, Patient)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600" dirty="0">
                          <a:solidFill>
                            <a:srgbClr val="000000"/>
                          </a:solidFill>
                          <a:latin typeface="Atkinson Hyperlegible"/>
                        </a:rPr>
                        <a:t>Then, insert into Dependent tables (Example: Account, Request)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600" dirty="0">
                          <a:solidFill>
                            <a:srgbClr val="000000"/>
                          </a:solidFill>
                          <a:latin typeface="Atkinson Hyperlegible"/>
                        </a:rPr>
                        <a:t>Satisfy Foreign Keys (FKs)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S</a:t>
                      </a: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tep 1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S</a:t>
                      </a: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tep 2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G</a:t>
                      </a: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oal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4" name="Google Shape;2013;p64">
            <a:extLst>
              <a:ext uri="{FF2B5EF4-FFF2-40B4-BE49-F238E27FC236}">
                <a16:creationId xmlns:a16="http://schemas.microsoft.com/office/drawing/2014/main" id="{1C5BD92B-077C-C25D-EC75-EC8EDD5BA237}"/>
              </a:ext>
            </a:extLst>
          </p:cNvPr>
          <p:cNvGrpSpPr/>
          <p:nvPr/>
        </p:nvGrpSpPr>
        <p:grpSpPr>
          <a:xfrm rot="9154757">
            <a:off x="5642021" y="-704260"/>
            <a:ext cx="299349" cy="295869"/>
            <a:chOff x="7596431" y="805081"/>
            <a:chExt cx="299357" cy="295877"/>
          </a:xfrm>
        </p:grpSpPr>
        <p:grpSp>
          <p:nvGrpSpPr>
            <p:cNvPr id="45" name="Google Shape;2014;p64">
              <a:extLst>
                <a:ext uri="{FF2B5EF4-FFF2-40B4-BE49-F238E27FC236}">
                  <a16:creationId xmlns:a16="http://schemas.microsoft.com/office/drawing/2014/main" id="{93B14145-FDD7-A6FC-519C-09C7AB155D2B}"/>
                </a:ext>
              </a:extLst>
            </p:cNvPr>
            <p:cNvGrpSpPr/>
            <p:nvPr/>
          </p:nvGrpSpPr>
          <p:grpSpPr>
            <a:xfrm>
              <a:off x="7596431" y="805081"/>
              <a:ext cx="299357" cy="295877"/>
              <a:chOff x="3988650" y="3211375"/>
              <a:chExt cx="221500" cy="218925"/>
            </a:xfrm>
          </p:grpSpPr>
          <p:sp>
            <p:nvSpPr>
              <p:cNvPr id="50" name="Google Shape;2015;p64">
                <a:extLst>
                  <a:ext uri="{FF2B5EF4-FFF2-40B4-BE49-F238E27FC236}">
                    <a16:creationId xmlns:a16="http://schemas.microsoft.com/office/drawing/2014/main" id="{2870D6ED-2935-3C5B-0528-8070607DD97C}"/>
                  </a:ext>
                </a:extLst>
              </p:cNvPr>
              <p:cNvSpPr/>
              <p:nvPr/>
            </p:nvSpPr>
            <p:spPr>
              <a:xfrm>
                <a:off x="3988650" y="3222100"/>
                <a:ext cx="211475" cy="208200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8" extrusionOk="0">
                    <a:moveTo>
                      <a:pt x="4242" y="0"/>
                    </a:moveTo>
                    <a:cubicBezTo>
                      <a:pt x="4193" y="0"/>
                      <a:pt x="4145" y="1"/>
                      <a:pt x="4096" y="3"/>
                    </a:cubicBezTo>
                    <a:cubicBezTo>
                      <a:pt x="1794" y="56"/>
                      <a:pt x="0" y="1983"/>
                      <a:pt x="54" y="4285"/>
                    </a:cubicBezTo>
                    <a:cubicBezTo>
                      <a:pt x="107" y="6553"/>
                      <a:pt x="1979" y="8328"/>
                      <a:pt x="4236" y="8328"/>
                    </a:cubicBezTo>
                    <a:cubicBezTo>
                      <a:pt x="4269" y="8328"/>
                      <a:pt x="4303" y="8328"/>
                      <a:pt x="4336" y="8327"/>
                    </a:cubicBezTo>
                    <a:cubicBezTo>
                      <a:pt x="6638" y="8273"/>
                      <a:pt x="8458" y="6346"/>
                      <a:pt x="8378" y="4044"/>
                    </a:cubicBezTo>
                    <a:cubicBezTo>
                      <a:pt x="8326" y="1791"/>
                      <a:pt x="6479" y="0"/>
                      <a:pt x="42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016;p64">
                <a:extLst>
                  <a:ext uri="{FF2B5EF4-FFF2-40B4-BE49-F238E27FC236}">
                    <a16:creationId xmlns:a16="http://schemas.microsoft.com/office/drawing/2014/main" id="{9D90A0F0-361A-F751-79ED-D4C5C7D9DDF9}"/>
                  </a:ext>
                </a:extLst>
              </p:cNvPr>
              <p:cNvSpPr/>
              <p:nvPr/>
            </p:nvSpPr>
            <p:spPr>
              <a:xfrm>
                <a:off x="3998675" y="3211375"/>
                <a:ext cx="211475" cy="208225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9" extrusionOk="0">
                    <a:moveTo>
                      <a:pt x="4269" y="1"/>
                    </a:moveTo>
                    <a:cubicBezTo>
                      <a:pt x="4221" y="1"/>
                      <a:pt x="4172" y="2"/>
                      <a:pt x="4123" y="3"/>
                    </a:cubicBezTo>
                    <a:cubicBezTo>
                      <a:pt x="1821" y="57"/>
                      <a:pt x="1" y="1984"/>
                      <a:pt x="54" y="4259"/>
                    </a:cubicBezTo>
                    <a:cubicBezTo>
                      <a:pt x="134" y="6528"/>
                      <a:pt x="1981" y="8329"/>
                      <a:pt x="4238" y="8329"/>
                    </a:cubicBezTo>
                    <a:cubicBezTo>
                      <a:pt x="4271" y="8329"/>
                      <a:pt x="4304" y="8328"/>
                      <a:pt x="4337" y="8328"/>
                    </a:cubicBezTo>
                    <a:cubicBezTo>
                      <a:pt x="6639" y="8274"/>
                      <a:pt x="8459" y="6347"/>
                      <a:pt x="8379" y="4045"/>
                    </a:cubicBezTo>
                    <a:cubicBezTo>
                      <a:pt x="8326" y="1792"/>
                      <a:pt x="6505" y="1"/>
                      <a:pt x="4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017;p64">
                <a:extLst>
                  <a:ext uri="{FF2B5EF4-FFF2-40B4-BE49-F238E27FC236}">
                    <a16:creationId xmlns:a16="http://schemas.microsoft.com/office/drawing/2014/main" id="{54D0D35F-18E0-0411-A796-4798CB383653}"/>
                  </a:ext>
                </a:extLst>
              </p:cNvPr>
              <p:cNvSpPr/>
              <p:nvPr/>
            </p:nvSpPr>
            <p:spPr>
              <a:xfrm>
                <a:off x="4024125" y="3254500"/>
                <a:ext cx="166625" cy="13230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292" extrusionOk="0">
                    <a:moveTo>
                      <a:pt x="6569" y="1"/>
                    </a:moveTo>
                    <a:cubicBezTo>
                      <a:pt x="6548" y="1"/>
                      <a:pt x="6526" y="7"/>
                      <a:pt x="6504" y="18"/>
                    </a:cubicBezTo>
                    <a:lnTo>
                      <a:pt x="54" y="5104"/>
                    </a:lnTo>
                    <a:cubicBezTo>
                      <a:pt x="0" y="5157"/>
                      <a:pt x="0" y="5211"/>
                      <a:pt x="27" y="5238"/>
                    </a:cubicBezTo>
                    <a:cubicBezTo>
                      <a:pt x="54" y="5264"/>
                      <a:pt x="80" y="5291"/>
                      <a:pt x="107" y="5291"/>
                    </a:cubicBezTo>
                    <a:cubicBezTo>
                      <a:pt x="107" y="5291"/>
                      <a:pt x="134" y="5264"/>
                      <a:pt x="161" y="5264"/>
                    </a:cubicBezTo>
                    <a:lnTo>
                      <a:pt x="6611" y="179"/>
                    </a:lnTo>
                    <a:cubicBezTo>
                      <a:pt x="6665" y="125"/>
                      <a:pt x="6665" y="72"/>
                      <a:pt x="6638" y="45"/>
                    </a:cubicBezTo>
                    <a:cubicBezTo>
                      <a:pt x="6622" y="14"/>
                      <a:pt x="6597" y="1"/>
                      <a:pt x="65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" name="Google Shape;2018;p64">
              <a:extLst>
                <a:ext uri="{FF2B5EF4-FFF2-40B4-BE49-F238E27FC236}">
                  <a16:creationId xmlns:a16="http://schemas.microsoft.com/office/drawing/2014/main" id="{DADAC2D1-9A02-C72B-7731-B50E1EFC20EC}"/>
                </a:ext>
              </a:extLst>
            </p:cNvPr>
            <p:cNvGrpSpPr/>
            <p:nvPr/>
          </p:nvGrpSpPr>
          <p:grpSpPr>
            <a:xfrm>
              <a:off x="7596431" y="805081"/>
              <a:ext cx="299357" cy="295877"/>
              <a:chOff x="3988650" y="3211375"/>
              <a:chExt cx="221500" cy="218925"/>
            </a:xfrm>
          </p:grpSpPr>
          <p:sp>
            <p:nvSpPr>
              <p:cNvPr id="47" name="Google Shape;2019;p64">
                <a:extLst>
                  <a:ext uri="{FF2B5EF4-FFF2-40B4-BE49-F238E27FC236}">
                    <a16:creationId xmlns:a16="http://schemas.microsoft.com/office/drawing/2014/main" id="{689FE08A-68BF-52E3-3E7B-164FB9E76797}"/>
                  </a:ext>
                </a:extLst>
              </p:cNvPr>
              <p:cNvSpPr/>
              <p:nvPr/>
            </p:nvSpPr>
            <p:spPr>
              <a:xfrm>
                <a:off x="3988650" y="3222100"/>
                <a:ext cx="211475" cy="208200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8" extrusionOk="0">
                    <a:moveTo>
                      <a:pt x="4242" y="0"/>
                    </a:moveTo>
                    <a:cubicBezTo>
                      <a:pt x="4193" y="0"/>
                      <a:pt x="4145" y="1"/>
                      <a:pt x="4096" y="3"/>
                    </a:cubicBezTo>
                    <a:cubicBezTo>
                      <a:pt x="1794" y="56"/>
                      <a:pt x="0" y="1983"/>
                      <a:pt x="54" y="4285"/>
                    </a:cubicBezTo>
                    <a:cubicBezTo>
                      <a:pt x="107" y="6553"/>
                      <a:pt x="1979" y="8328"/>
                      <a:pt x="4236" y="8328"/>
                    </a:cubicBezTo>
                    <a:cubicBezTo>
                      <a:pt x="4269" y="8328"/>
                      <a:pt x="4303" y="8328"/>
                      <a:pt x="4336" y="8327"/>
                    </a:cubicBezTo>
                    <a:cubicBezTo>
                      <a:pt x="6638" y="8273"/>
                      <a:pt x="8458" y="6346"/>
                      <a:pt x="8378" y="4044"/>
                    </a:cubicBezTo>
                    <a:cubicBezTo>
                      <a:pt x="8326" y="1791"/>
                      <a:pt x="6479" y="0"/>
                      <a:pt x="4242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020;p64">
                <a:extLst>
                  <a:ext uri="{FF2B5EF4-FFF2-40B4-BE49-F238E27FC236}">
                    <a16:creationId xmlns:a16="http://schemas.microsoft.com/office/drawing/2014/main" id="{2EE37CBE-D16B-4761-FCE0-EE29B9582ED9}"/>
                  </a:ext>
                </a:extLst>
              </p:cNvPr>
              <p:cNvSpPr/>
              <p:nvPr/>
            </p:nvSpPr>
            <p:spPr>
              <a:xfrm>
                <a:off x="3998675" y="3211375"/>
                <a:ext cx="211475" cy="208225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9" extrusionOk="0">
                    <a:moveTo>
                      <a:pt x="4269" y="1"/>
                    </a:moveTo>
                    <a:cubicBezTo>
                      <a:pt x="4221" y="1"/>
                      <a:pt x="4172" y="2"/>
                      <a:pt x="4123" y="3"/>
                    </a:cubicBezTo>
                    <a:cubicBezTo>
                      <a:pt x="1821" y="57"/>
                      <a:pt x="1" y="1984"/>
                      <a:pt x="54" y="4259"/>
                    </a:cubicBezTo>
                    <a:cubicBezTo>
                      <a:pt x="134" y="6528"/>
                      <a:pt x="1981" y="8329"/>
                      <a:pt x="4238" y="8329"/>
                    </a:cubicBezTo>
                    <a:cubicBezTo>
                      <a:pt x="4271" y="8329"/>
                      <a:pt x="4304" y="8328"/>
                      <a:pt x="4337" y="8328"/>
                    </a:cubicBezTo>
                    <a:cubicBezTo>
                      <a:pt x="6639" y="8274"/>
                      <a:pt x="8459" y="6347"/>
                      <a:pt x="8379" y="4045"/>
                    </a:cubicBezTo>
                    <a:cubicBezTo>
                      <a:pt x="8326" y="1792"/>
                      <a:pt x="6505" y="1"/>
                      <a:pt x="4269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021;p64">
                <a:extLst>
                  <a:ext uri="{FF2B5EF4-FFF2-40B4-BE49-F238E27FC236}">
                    <a16:creationId xmlns:a16="http://schemas.microsoft.com/office/drawing/2014/main" id="{0B63F038-D3D9-F604-BF7A-2A720462816E}"/>
                  </a:ext>
                </a:extLst>
              </p:cNvPr>
              <p:cNvSpPr/>
              <p:nvPr/>
            </p:nvSpPr>
            <p:spPr>
              <a:xfrm>
                <a:off x="4024125" y="3254500"/>
                <a:ext cx="166625" cy="13230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292" extrusionOk="0">
                    <a:moveTo>
                      <a:pt x="6569" y="1"/>
                    </a:moveTo>
                    <a:cubicBezTo>
                      <a:pt x="6548" y="1"/>
                      <a:pt x="6526" y="7"/>
                      <a:pt x="6504" y="18"/>
                    </a:cubicBezTo>
                    <a:lnTo>
                      <a:pt x="54" y="5104"/>
                    </a:lnTo>
                    <a:cubicBezTo>
                      <a:pt x="0" y="5157"/>
                      <a:pt x="0" y="5211"/>
                      <a:pt x="27" y="5238"/>
                    </a:cubicBezTo>
                    <a:cubicBezTo>
                      <a:pt x="54" y="5264"/>
                      <a:pt x="80" y="5291"/>
                      <a:pt x="107" y="5291"/>
                    </a:cubicBezTo>
                    <a:cubicBezTo>
                      <a:pt x="107" y="5291"/>
                      <a:pt x="134" y="5264"/>
                      <a:pt x="161" y="5264"/>
                    </a:cubicBezTo>
                    <a:lnTo>
                      <a:pt x="6611" y="179"/>
                    </a:lnTo>
                    <a:cubicBezTo>
                      <a:pt x="6665" y="125"/>
                      <a:pt x="6665" y="72"/>
                      <a:pt x="6638" y="45"/>
                    </a:cubicBezTo>
                    <a:cubicBezTo>
                      <a:pt x="6622" y="14"/>
                      <a:pt x="6597" y="1"/>
                      <a:pt x="65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" name="Google Shape;2022;p64">
            <a:extLst>
              <a:ext uri="{FF2B5EF4-FFF2-40B4-BE49-F238E27FC236}">
                <a16:creationId xmlns:a16="http://schemas.microsoft.com/office/drawing/2014/main" id="{D7977F0E-6AC1-38EC-4575-432B46AE5F4B}"/>
              </a:ext>
            </a:extLst>
          </p:cNvPr>
          <p:cNvGrpSpPr/>
          <p:nvPr/>
        </p:nvGrpSpPr>
        <p:grpSpPr>
          <a:xfrm rot="4784934">
            <a:off x="9938711" y="1191207"/>
            <a:ext cx="278423" cy="326536"/>
            <a:chOff x="6752686" y="751857"/>
            <a:chExt cx="278423" cy="326536"/>
          </a:xfrm>
        </p:grpSpPr>
        <p:grpSp>
          <p:nvGrpSpPr>
            <p:cNvPr id="54" name="Google Shape;2023;p64">
              <a:extLst>
                <a:ext uri="{FF2B5EF4-FFF2-40B4-BE49-F238E27FC236}">
                  <a16:creationId xmlns:a16="http://schemas.microsoft.com/office/drawing/2014/main" id="{E7218437-FFB8-87B0-2962-5851A595E676}"/>
                </a:ext>
              </a:extLst>
            </p:cNvPr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59" name="Google Shape;2024;p64">
                <a:extLst>
                  <a:ext uri="{FF2B5EF4-FFF2-40B4-BE49-F238E27FC236}">
                    <a16:creationId xmlns:a16="http://schemas.microsoft.com/office/drawing/2014/main" id="{86CEC280-BE08-7664-95C8-62385D09528A}"/>
                  </a:ext>
                </a:extLst>
              </p:cNvPr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025;p64">
                <a:extLst>
                  <a:ext uri="{FF2B5EF4-FFF2-40B4-BE49-F238E27FC236}">
                    <a16:creationId xmlns:a16="http://schemas.microsoft.com/office/drawing/2014/main" id="{C7799142-62D3-F1CC-F72C-D518F407728E}"/>
                  </a:ext>
                </a:extLst>
              </p:cNvPr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026;p64">
                <a:extLst>
                  <a:ext uri="{FF2B5EF4-FFF2-40B4-BE49-F238E27FC236}">
                    <a16:creationId xmlns:a16="http://schemas.microsoft.com/office/drawing/2014/main" id="{B0C20A49-30E0-CB89-15E6-B50172407054}"/>
                  </a:ext>
                </a:extLst>
              </p:cNvPr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2027;p64">
              <a:extLst>
                <a:ext uri="{FF2B5EF4-FFF2-40B4-BE49-F238E27FC236}">
                  <a16:creationId xmlns:a16="http://schemas.microsoft.com/office/drawing/2014/main" id="{00C8D4B7-7F20-16A4-BFE0-3CE324098417}"/>
                </a:ext>
              </a:extLst>
            </p:cNvPr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56" name="Google Shape;2028;p64">
                <a:extLst>
                  <a:ext uri="{FF2B5EF4-FFF2-40B4-BE49-F238E27FC236}">
                    <a16:creationId xmlns:a16="http://schemas.microsoft.com/office/drawing/2014/main" id="{102DF3BB-48B3-613C-0A2E-80E5B264E81E}"/>
                  </a:ext>
                </a:extLst>
              </p:cNvPr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029;p64">
                <a:extLst>
                  <a:ext uri="{FF2B5EF4-FFF2-40B4-BE49-F238E27FC236}">
                    <a16:creationId xmlns:a16="http://schemas.microsoft.com/office/drawing/2014/main" id="{1EA74FB3-9C72-F699-3BEA-574924D65EA4}"/>
                  </a:ext>
                </a:extLst>
              </p:cNvPr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030;p64">
                <a:extLst>
                  <a:ext uri="{FF2B5EF4-FFF2-40B4-BE49-F238E27FC236}">
                    <a16:creationId xmlns:a16="http://schemas.microsoft.com/office/drawing/2014/main" id="{27C1907C-D4BB-092E-625D-8D6CE3535072}"/>
                  </a:ext>
                </a:extLst>
              </p:cNvPr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" name="Google Shape;2031;p64">
            <a:extLst>
              <a:ext uri="{FF2B5EF4-FFF2-40B4-BE49-F238E27FC236}">
                <a16:creationId xmlns:a16="http://schemas.microsoft.com/office/drawing/2014/main" id="{73B886B2-5CD5-FE37-D78E-E254C7F0A06F}"/>
              </a:ext>
            </a:extLst>
          </p:cNvPr>
          <p:cNvGrpSpPr/>
          <p:nvPr/>
        </p:nvGrpSpPr>
        <p:grpSpPr>
          <a:xfrm>
            <a:off x="1886659" y="-957425"/>
            <a:ext cx="548928" cy="530975"/>
            <a:chOff x="1750976" y="1780616"/>
            <a:chExt cx="820152" cy="793329"/>
          </a:xfrm>
        </p:grpSpPr>
        <p:grpSp>
          <p:nvGrpSpPr>
            <p:cNvPr id="63" name="Google Shape;2032;p64">
              <a:extLst>
                <a:ext uri="{FF2B5EF4-FFF2-40B4-BE49-F238E27FC236}">
                  <a16:creationId xmlns:a16="http://schemas.microsoft.com/office/drawing/2014/main" id="{A9A91B4E-E3A9-FC6F-3F7F-CC37608DBFFD}"/>
                </a:ext>
              </a:extLst>
            </p:cNvPr>
            <p:cNvGrpSpPr/>
            <p:nvPr/>
          </p:nvGrpSpPr>
          <p:grpSpPr>
            <a:xfrm>
              <a:off x="1750976" y="1780616"/>
              <a:ext cx="817327" cy="793316"/>
              <a:chOff x="1190625" y="314775"/>
              <a:chExt cx="5219200" cy="5065875"/>
            </a:xfrm>
          </p:grpSpPr>
          <p:sp>
            <p:nvSpPr>
              <p:cNvPr id="1836" name="Google Shape;2033;p64">
                <a:extLst>
                  <a:ext uri="{FF2B5EF4-FFF2-40B4-BE49-F238E27FC236}">
                    <a16:creationId xmlns:a16="http://schemas.microsoft.com/office/drawing/2014/main" id="{A6E4F27B-8799-58B6-48A6-715750647791}"/>
                  </a:ext>
                </a:extLst>
              </p:cNvPr>
              <p:cNvSpPr/>
              <p:nvPr/>
            </p:nvSpPr>
            <p:spPr>
              <a:xfrm>
                <a:off x="2337200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1" y="1"/>
                    </a:moveTo>
                    <a:lnTo>
                      <a:pt x="1" y="128653"/>
                    </a:lnTo>
                    <a:cubicBezTo>
                      <a:pt x="1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2034;p64">
                <a:extLst>
                  <a:ext uri="{FF2B5EF4-FFF2-40B4-BE49-F238E27FC236}">
                    <a16:creationId xmlns:a16="http://schemas.microsoft.com/office/drawing/2014/main" id="{C9A0C417-26CD-1F87-DF37-B7CABCCBF5AF}"/>
                  </a:ext>
                </a:extLst>
              </p:cNvPr>
              <p:cNvSpPr/>
              <p:nvPr/>
            </p:nvSpPr>
            <p:spPr>
              <a:xfrm>
                <a:off x="2730275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9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2035;p64">
                <a:extLst>
                  <a:ext uri="{FF2B5EF4-FFF2-40B4-BE49-F238E27FC236}">
                    <a16:creationId xmlns:a16="http://schemas.microsoft.com/office/drawing/2014/main" id="{076FD3F6-38F5-0CC0-B9C6-8C0AE51328E3}"/>
                  </a:ext>
                </a:extLst>
              </p:cNvPr>
              <p:cNvSpPr/>
              <p:nvPr/>
            </p:nvSpPr>
            <p:spPr>
              <a:xfrm>
                <a:off x="2337200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1" y="1"/>
                    </a:moveTo>
                    <a:lnTo>
                      <a:pt x="1" y="68502"/>
                    </a:lnTo>
                    <a:cubicBezTo>
                      <a:pt x="1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2036;p64">
                <a:extLst>
                  <a:ext uri="{FF2B5EF4-FFF2-40B4-BE49-F238E27FC236}">
                    <a16:creationId xmlns:a16="http://schemas.microsoft.com/office/drawing/2014/main" id="{DDEB0A0F-A816-6EA3-51C0-79830CC7EECD}"/>
                  </a:ext>
                </a:extLst>
              </p:cNvPr>
              <p:cNvSpPr/>
              <p:nvPr/>
            </p:nvSpPr>
            <p:spPr>
              <a:xfrm>
                <a:off x="2730275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9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4" y="89998"/>
                      <a:pt x="2382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30" y="90129"/>
                      <a:pt x="3491" y="90194"/>
                      <a:pt x="3784" y="90194"/>
                    </a:cubicBezTo>
                    <a:cubicBezTo>
                      <a:pt x="3882" y="90227"/>
                      <a:pt x="4013" y="90227"/>
                      <a:pt x="4110" y="90227"/>
                    </a:cubicBezTo>
                    <a:cubicBezTo>
                      <a:pt x="4339" y="90259"/>
                      <a:pt x="4567" y="90292"/>
                      <a:pt x="4795" y="90292"/>
                    </a:cubicBezTo>
                    <a:lnTo>
                      <a:pt x="5122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2037;p64">
                <a:extLst>
                  <a:ext uri="{FF2B5EF4-FFF2-40B4-BE49-F238E27FC236}">
                    <a16:creationId xmlns:a16="http://schemas.microsoft.com/office/drawing/2014/main" id="{7704C85B-55B2-E217-2262-ECD6A2EBFCE5}"/>
                  </a:ext>
                </a:extLst>
              </p:cNvPr>
              <p:cNvSpPr/>
              <p:nvPr/>
            </p:nvSpPr>
            <p:spPr>
              <a:xfrm>
                <a:off x="2184700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1" y="0"/>
                    </a:moveTo>
                    <a:cubicBezTo>
                      <a:pt x="2741" y="0"/>
                      <a:pt x="1" y="2740"/>
                      <a:pt x="1" y="6100"/>
                    </a:cubicBezTo>
                    <a:cubicBezTo>
                      <a:pt x="1" y="9493"/>
                      <a:pt x="2741" y="12233"/>
                      <a:pt x="6101" y="12233"/>
                    </a:cubicBezTo>
                    <a:lnTo>
                      <a:pt x="49746" y="12233"/>
                    </a:lnTo>
                    <a:cubicBezTo>
                      <a:pt x="53106" y="12233"/>
                      <a:pt x="55846" y="9493"/>
                      <a:pt x="55846" y="6100"/>
                    </a:cubicBezTo>
                    <a:cubicBezTo>
                      <a:pt x="55846" y="2740"/>
                      <a:pt x="53106" y="0"/>
                      <a:pt x="49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2038;p64">
                <a:extLst>
                  <a:ext uri="{FF2B5EF4-FFF2-40B4-BE49-F238E27FC236}">
                    <a16:creationId xmlns:a16="http://schemas.microsoft.com/office/drawing/2014/main" id="{AC3CC4CF-36D5-D36B-70AB-1DB623D2906F}"/>
                  </a:ext>
                </a:extLst>
              </p:cNvPr>
              <p:cNvSpPr/>
              <p:nvPr/>
            </p:nvSpPr>
            <p:spPr>
              <a:xfrm>
                <a:off x="3122525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3" y="12233"/>
                      <a:pt x="18333" y="9493"/>
                      <a:pt x="18333" y="6100"/>
                    </a:cubicBezTo>
                    <a:cubicBezTo>
                      <a:pt x="18333" y="2740"/>
                      <a:pt x="15593" y="0"/>
                      <a:pt x="12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2039;p64">
                <a:extLst>
                  <a:ext uri="{FF2B5EF4-FFF2-40B4-BE49-F238E27FC236}">
                    <a16:creationId xmlns:a16="http://schemas.microsoft.com/office/drawing/2014/main" id="{E77A1CF4-1E18-0C31-19AB-22A5A9FFC2A9}"/>
                  </a:ext>
                </a:extLst>
              </p:cNvPr>
              <p:cNvSpPr/>
              <p:nvPr/>
            </p:nvSpPr>
            <p:spPr>
              <a:xfrm>
                <a:off x="4172075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0" y="1"/>
                    </a:moveTo>
                    <a:lnTo>
                      <a:pt x="0" y="128653"/>
                    </a:lnTo>
                    <a:cubicBezTo>
                      <a:pt x="0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2040;p64">
                <a:extLst>
                  <a:ext uri="{FF2B5EF4-FFF2-40B4-BE49-F238E27FC236}">
                    <a16:creationId xmlns:a16="http://schemas.microsoft.com/office/drawing/2014/main" id="{A0EBBECD-6F35-0615-96E6-7B9D50E1734D}"/>
                  </a:ext>
                </a:extLst>
              </p:cNvPr>
              <p:cNvSpPr/>
              <p:nvPr/>
            </p:nvSpPr>
            <p:spPr>
              <a:xfrm>
                <a:off x="4565150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8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2041;p64">
                <a:extLst>
                  <a:ext uri="{FF2B5EF4-FFF2-40B4-BE49-F238E27FC236}">
                    <a16:creationId xmlns:a16="http://schemas.microsoft.com/office/drawing/2014/main" id="{ADDC92EB-FB94-DEF5-0BD0-2483785E4F42}"/>
                  </a:ext>
                </a:extLst>
              </p:cNvPr>
              <p:cNvSpPr/>
              <p:nvPr/>
            </p:nvSpPr>
            <p:spPr>
              <a:xfrm>
                <a:off x="4172075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0" y="1"/>
                    </a:moveTo>
                    <a:lnTo>
                      <a:pt x="0" y="68502"/>
                    </a:lnTo>
                    <a:cubicBezTo>
                      <a:pt x="0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2042;p64">
                <a:extLst>
                  <a:ext uri="{FF2B5EF4-FFF2-40B4-BE49-F238E27FC236}">
                    <a16:creationId xmlns:a16="http://schemas.microsoft.com/office/drawing/2014/main" id="{CB2AE22A-04E5-3CED-5367-5754B9E4FF90}"/>
                  </a:ext>
                </a:extLst>
              </p:cNvPr>
              <p:cNvSpPr/>
              <p:nvPr/>
            </p:nvSpPr>
            <p:spPr>
              <a:xfrm>
                <a:off x="4565150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8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3" y="89998"/>
                      <a:pt x="2381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29" y="90129"/>
                      <a:pt x="3490" y="90194"/>
                      <a:pt x="3784" y="90194"/>
                    </a:cubicBezTo>
                    <a:cubicBezTo>
                      <a:pt x="3882" y="90227"/>
                      <a:pt x="4012" y="90227"/>
                      <a:pt x="4110" y="90227"/>
                    </a:cubicBezTo>
                    <a:cubicBezTo>
                      <a:pt x="4338" y="90259"/>
                      <a:pt x="4567" y="90292"/>
                      <a:pt x="4795" y="90292"/>
                    </a:cubicBezTo>
                    <a:lnTo>
                      <a:pt x="5121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2043;p64">
                <a:extLst>
                  <a:ext uri="{FF2B5EF4-FFF2-40B4-BE49-F238E27FC236}">
                    <a16:creationId xmlns:a16="http://schemas.microsoft.com/office/drawing/2014/main" id="{0517A5C0-4EC8-19C9-BA7A-874A4B8B5A92}"/>
                  </a:ext>
                </a:extLst>
              </p:cNvPr>
              <p:cNvSpPr/>
              <p:nvPr/>
            </p:nvSpPr>
            <p:spPr>
              <a:xfrm>
                <a:off x="4019575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0" y="0"/>
                    </a:moveTo>
                    <a:cubicBezTo>
                      <a:pt x="2740" y="0"/>
                      <a:pt x="0" y="2740"/>
                      <a:pt x="0" y="6100"/>
                    </a:cubicBezTo>
                    <a:cubicBezTo>
                      <a:pt x="0" y="9493"/>
                      <a:pt x="2740" y="12233"/>
                      <a:pt x="6100" y="12233"/>
                    </a:cubicBezTo>
                    <a:lnTo>
                      <a:pt x="49746" y="12233"/>
                    </a:lnTo>
                    <a:cubicBezTo>
                      <a:pt x="53105" y="12233"/>
                      <a:pt x="55846" y="9493"/>
                      <a:pt x="55846" y="6100"/>
                    </a:cubicBezTo>
                    <a:cubicBezTo>
                      <a:pt x="55846" y="2740"/>
                      <a:pt x="53105" y="0"/>
                      <a:pt x="49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2044;p64">
                <a:extLst>
                  <a:ext uri="{FF2B5EF4-FFF2-40B4-BE49-F238E27FC236}">
                    <a16:creationId xmlns:a16="http://schemas.microsoft.com/office/drawing/2014/main" id="{718DD1A0-91A1-93D7-8AD4-DAED23C167A3}"/>
                  </a:ext>
                </a:extLst>
              </p:cNvPr>
              <p:cNvSpPr/>
              <p:nvPr/>
            </p:nvSpPr>
            <p:spPr>
              <a:xfrm>
                <a:off x="4957400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2" y="12233"/>
                      <a:pt x="18333" y="9493"/>
                      <a:pt x="18333" y="6100"/>
                    </a:cubicBezTo>
                    <a:cubicBezTo>
                      <a:pt x="18333" y="2740"/>
                      <a:pt x="15592" y="0"/>
                      <a:pt x="12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2045;p64">
                <a:extLst>
                  <a:ext uri="{FF2B5EF4-FFF2-40B4-BE49-F238E27FC236}">
                    <a16:creationId xmlns:a16="http://schemas.microsoft.com/office/drawing/2014/main" id="{8D3D4E91-3460-5F74-86C6-9341C34D40F0}"/>
                  </a:ext>
                </a:extLst>
              </p:cNvPr>
              <p:cNvSpPr/>
              <p:nvPr/>
            </p:nvSpPr>
            <p:spPr>
              <a:xfrm>
                <a:off x="1190625" y="2047700"/>
                <a:ext cx="5219200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6101" extrusionOk="0">
                    <a:moveTo>
                      <a:pt x="3066" y="0"/>
                    </a:moveTo>
                    <a:cubicBezTo>
                      <a:pt x="1370" y="0"/>
                      <a:pt x="0" y="1371"/>
                      <a:pt x="0" y="3067"/>
                    </a:cubicBezTo>
                    <a:cubicBezTo>
                      <a:pt x="0" y="4730"/>
                      <a:pt x="1370" y="6100"/>
                      <a:pt x="3066" y="6100"/>
                    </a:cubicBezTo>
                    <a:lnTo>
                      <a:pt x="205701" y="6100"/>
                    </a:lnTo>
                    <a:cubicBezTo>
                      <a:pt x="207397" y="6100"/>
                      <a:pt x="208767" y="4730"/>
                      <a:pt x="208767" y="3067"/>
                    </a:cubicBezTo>
                    <a:cubicBezTo>
                      <a:pt x="208767" y="1371"/>
                      <a:pt x="207397" y="0"/>
                      <a:pt x="2057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2046;p64">
                <a:extLst>
                  <a:ext uri="{FF2B5EF4-FFF2-40B4-BE49-F238E27FC236}">
                    <a16:creationId xmlns:a16="http://schemas.microsoft.com/office/drawing/2014/main" id="{658B5DB3-9E91-2573-0CF5-CDC6328921D8}"/>
                  </a:ext>
                </a:extLst>
              </p:cNvPr>
              <p:cNvSpPr/>
              <p:nvPr/>
            </p:nvSpPr>
            <p:spPr>
              <a:xfrm>
                <a:off x="5721500" y="1690500"/>
                <a:ext cx="305850" cy="3527050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1082" extrusionOk="0">
                    <a:moveTo>
                      <a:pt x="3263" y="1"/>
                    </a:moveTo>
                    <a:cubicBezTo>
                      <a:pt x="1469" y="1"/>
                      <a:pt x="1" y="1469"/>
                      <a:pt x="1" y="3263"/>
                    </a:cubicBezTo>
                    <a:lnTo>
                      <a:pt x="1" y="141082"/>
                    </a:lnTo>
                    <a:lnTo>
                      <a:pt x="12233" y="141082"/>
                    </a:lnTo>
                    <a:lnTo>
                      <a:pt x="12233" y="3263"/>
                    </a:lnTo>
                    <a:cubicBezTo>
                      <a:pt x="12233" y="1469"/>
                      <a:pt x="10766" y="1"/>
                      <a:pt x="8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2047;p64">
                <a:extLst>
                  <a:ext uri="{FF2B5EF4-FFF2-40B4-BE49-F238E27FC236}">
                    <a16:creationId xmlns:a16="http://schemas.microsoft.com/office/drawing/2014/main" id="{16F710FC-E244-B36C-6E88-8427E295A57F}"/>
                  </a:ext>
                </a:extLst>
              </p:cNvPr>
              <p:cNvSpPr/>
              <p:nvPr/>
            </p:nvSpPr>
            <p:spPr>
              <a:xfrm>
                <a:off x="1573075" y="1538025"/>
                <a:ext cx="305850" cy="3679525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7181" extrusionOk="0">
                    <a:moveTo>
                      <a:pt x="3263" y="0"/>
                    </a:moveTo>
                    <a:cubicBezTo>
                      <a:pt x="1469" y="0"/>
                      <a:pt x="1" y="1468"/>
                      <a:pt x="1" y="3262"/>
                    </a:cubicBezTo>
                    <a:lnTo>
                      <a:pt x="1" y="147181"/>
                    </a:lnTo>
                    <a:lnTo>
                      <a:pt x="12233" y="147181"/>
                    </a:lnTo>
                    <a:lnTo>
                      <a:pt x="12233" y="3262"/>
                    </a:lnTo>
                    <a:cubicBezTo>
                      <a:pt x="12233" y="1468"/>
                      <a:pt x="10765" y="0"/>
                      <a:pt x="89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2048;p64">
                <a:extLst>
                  <a:ext uri="{FF2B5EF4-FFF2-40B4-BE49-F238E27FC236}">
                    <a16:creationId xmlns:a16="http://schemas.microsoft.com/office/drawing/2014/main" id="{85B5068C-FE81-2E55-035F-1D480DBC75ED}"/>
                  </a:ext>
                </a:extLst>
              </p:cNvPr>
              <p:cNvSpPr/>
              <p:nvPr/>
            </p:nvSpPr>
            <p:spPr>
              <a:xfrm>
                <a:off x="1267275" y="5074825"/>
                <a:ext cx="5065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233" extrusionOk="0">
                    <a:moveTo>
                      <a:pt x="3262" y="0"/>
                    </a:moveTo>
                    <a:cubicBezTo>
                      <a:pt x="1468" y="0"/>
                      <a:pt x="0" y="1468"/>
                      <a:pt x="0" y="3262"/>
                    </a:cubicBezTo>
                    <a:lnTo>
                      <a:pt x="0" y="8971"/>
                    </a:lnTo>
                    <a:cubicBezTo>
                      <a:pt x="0" y="10765"/>
                      <a:pt x="1468" y="12233"/>
                      <a:pt x="3262" y="12233"/>
                    </a:cubicBezTo>
                    <a:lnTo>
                      <a:pt x="199373" y="12233"/>
                    </a:lnTo>
                    <a:cubicBezTo>
                      <a:pt x="201167" y="12233"/>
                      <a:pt x="202635" y="10765"/>
                      <a:pt x="202635" y="8971"/>
                    </a:cubicBezTo>
                    <a:lnTo>
                      <a:pt x="202635" y="3262"/>
                    </a:lnTo>
                    <a:cubicBezTo>
                      <a:pt x="202635" y="1468"/>
                      <a:pt x="201167" y="0"/>
                      <a:pt x="199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2049;p64">
                <a:extLst>
                  <a:ext uri="{FF2B5EF4-FFF2-40B4-BE49-F238E27FC236}">
                    <a16:creationId xmlns:a16="http://schemas.microsoft.com/office/drawing/2014/main" id="{7AEBAD1F-0280-086A-1F21-657F44EB7EE0}"/>
                  </a:ext>
                </a:extLst>
              </p:cNvPr>
              <p:cNvSpPr/>
              <p:nvPr/>
            </p:nvSpPr>
            <p:spPr>
              <a:xfrm>
                <a:off x="5945775" y="5074825"/>
                <a:ext cx="3873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5495" h="12233" extrusionOk="0">
                    <a:moveTo>
                      <a:pt x="0" y="0"/>
                    </a:moveTo>
                    <a:cubicBezTo>
                      <a:pt x="1795" y="0"/>
                      <a:pt x="3262" y="1468"/>
                      <a:pt x="3262" y="3262"/>
                    </a:cubicBezTo>
                    <a:lnTo>
                      <a:pt x="3262" y="8971"/>
                    </a:lnTo>
                    <a:cubicBezTo>
                      <a:pt x="3262" y="10765"/>
                      <a:pt x="1795" y="12233"/>
                      <a:pt x="0" y="12233"/>
                    </a:cubicBezTo>
                    <a:lnTo>
                      <a:pt x="12233" y="12233"/>
                    </a:lnTo>
                    <a:cubicBezTo>
                      <a:pt x="14027" y="12233"/>
                      <a:pt x="15495" y="10765"/>
                      <a:pt x="15495" y="8971"/>
                    </a:cubicBezTo>
                    <a:lnTo>
                      <a:pt x="15495" y="3262"/>
                    </a:lnTo>
                    <a:cubicBezTo>
                      <a:pt x="15495" y="1468"/>
                      <a:pt x="14027" y="0"/>
                      <a:pt x="12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2050;p64">
                <a:extLst>
                  <a:ext uri="{FF2B5EF4-FFF2-40B4-BE49-F238E27FC236}">
                    <a16:creationId xmlns:a16="http://schemas.microsoft.com/office/drawing/2014/main" id="{1C2F396A-68EB-14A2-C561-F89670198EA4}"/>
                  </a:ext>
                </a:extLst>
              </p:cNvPr>
              <p:cNvSpPr/>
              <p:nvPr/>
            </p:nvSpPr>
            <p:spPr>
              <a:xfrm>
                <a:off x="2584300" y="2907225"/>
                <a:ext cx="1533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34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2051;p64">
                <a:extLst>
                  <a:ext uri="{FF2B5EF4-FFF2-40B4-BE49-F238E27FC236}">
                    <a16:creationId xmlns:a16="http://schemas.microsoft.com/office/drawing/2014/main" id="{32442DC2-009E-F7D4-2B05-11E7F589521E}"/>
                  </a:ext>
                </a:extLst>
              </p:cNvPr>
              <p:cNvSpPr/>
              <p:nvPr/>
            </p:nvSpPr>
            <p:spPr>
              <a:xfrm>
                <a:off x="3043425" y="2907225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38" y="1"/>
                      <a:pt x="0" y="1371"/>
                      <a:pt x="0" y="3067"/>
                    </a:cubicBezTo>
                    <a:cubicBezTo>
                      <a:pt x="0" y="4763"/>
                      <a:pt x="1338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2052;p64">
                <a:extLst>
                  <a:ext uri="{FF2B5EF4-FFF2-40B4-BE49-F238E27FC236}">
                    <a16:creationId xmlns:a16="http://schemas.microsoft.com/office/drawing/2014/main" id="{79C63A85-3457-5327-83B7-470C694F608C}"/>
                  </a:ext>
                </a:extLst>
              </p:cNvPr>
              <p:cNvSpPr/>
              <p:nvPr/>
            </p:nvSpPr>
            <p:spPr>
              <a:xfrm>
                <a:off x="2806100" y="33777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1"/>
                      <a:pt x="1" y="3067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2053;p64">
                <a:extLst>
                  <a:ext uri="{FF2B5EF4-FFF2-40B4-BE49-F238E27FC236}">
                    <a16:creationId xmlns:a16="http://schemas.microsoft.com/office/drawing/2014/main" id="{01915FF5-48B7-61B0-D434-18F13BF5A7F7}"/>
                  </a:ext>
                </a:extLst>
              </p:cNvPr>
              <p:cNvSpPr/>
              <p:nvPr/>
            </p:nvSpPr>
            <p:spPr>
              <a:xfrm>
                <a:off x="2931700" y="3902950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2054;p64">
                <a:extLst>
                  <a:ext uri="{FF2B5EF4-FFF2-40B4-BE49-F238E27FC236}">
                    <a16:creationId xmlns:a16="http://schemas.microsoft.com/office/drawing/2014/main" id="{12AB328F-198E-B349-5C86-4C87DC2C5BC4}"/>
                  </a:ext>
                </a:extLst>
              </p:cNvPr>
              <p:cNvSpPr/>
              <p:nvPr/>
            </p:nvSpPr>
            <p:spPr>
              <a:xfrm>
                <a:off x="2584300" y="3735775"/>
                <a:ext cx="1533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01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34"/>
                    </a:cubicBezTo>
                    <a:cubicBezTo>
                      <a:pt x="0" y="4730"/>
                      <a:pt x="1370" y="6101"/>
                      <a:pt x="3067" y="6101"/>
                    </a:cubicBezTo>
                    <a:cubicBezTo>
                      <a:pt x="4763" y="6101"/>
                      <a:pt x="6133" y="4730"/>
                      <a:pt x="6133" y="3034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2055;p64">
                <a:extLst>
                  <a:ext uri="{FF2B5EF4-FFF2-40B4-BE49-F238E27FC236}">
                    <a16:creationId xmlns:a16="http://schemas.microsoft.com/office/drawing/2014/main" id="{72CF09A1-5453-B4FD-C95A-0D635129A888}"/>
                  </a:ext>
                </a:extLst>
              </p:cNvPr>
              <p:cNvSpPr/>
              <p:nvPr/>
            </p:nvSpPr>
            <p:spPr>
              <a:xfrm>
                <a:off x="4857075" y="29088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6"/>
                    </a:cubicBezTo>
                    <a:cubicBezTo>
                      <a:pt x="6133" y="1370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2056;p64">
                <a:extLst>
                  <a:ext uri="{FF2B5EF4-FFF2-40B4-BE49-F238E27FC236}">
                    <a16:creationId xmlns:a16="http://schemas.microsoft.com/office/drawing/2014/main" id="{AB9EB968-56BA-DDDD-9E00-D6F8EA608987}"/>
                  </a:ext>
                </a:extLst>
              </p:cNvPr>
              <p:cNvSpPr/>
              <p:nvPr/>
            </p:nvSpPr>
            <p:spPr>
              <a:xfrm>
                <a:off x="4781250" y="3826300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34" y="0"/>
                    </a:moveTo>
                    <a:cubicBezTo>
                      <a:pt x="1370" y="0"/>
                      <a:pt x="0" y="1370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2057;p64">
                <a:extLst>
                  <a:ext uri="{FF2B5EF4-FFF2-40B4-BE49-F238E27FC236}">
                    <a16:creationId xmlns:a16="http://schemas.microsoft.com/office/drawing/2014/main" id="{F755E849-3FD1-0F9A-59A1-88FBAEA91553}"/>
                  </a:ext>
                </a:extLst>
              </p:cNvPr>
              <p:cNvSpPr/>
              <p:nvPr/>
            </p:nvSpPr>
            <p:spPr>
              <a:xfrm>
                <a:off x="4433850" y="35523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34"/>
                    </a:cubicBezTo>
                    <a:cubicBezTo>
                      <a:pt x="0" y="4730"/>
                      <a:pt x="1370" y="6100"/>
                      <a:pt x="3066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2058;p64">
                <a:extLst>
                  <a:ext uri="{FF2B5EF4-FFF2-40B4-BE49-F238E27FC236}">
                    <a16:creationId xmlns:a16="http://schemas.microsoft.com/office/drawing/2014/main" id="{F8E87C74-74D6-C846-9453-9C8518C9CC5D}"/>
                  </a:ext>
                </a:extLst>
              </p:cNvPr>
              <p:cNvSpPr/>
              <p:nvPr/>
            </p:nvSpPr>
            <p:spPr>
              <a:xfrm>
                <a:off x="4704575" y="3301125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31" y="6133"/>
                      <a:pt x="6101" y="4763"/>
                      <a:pt x="6101" y="3066"/>
                    </a:cubicBezTo>
                    <a:cubicBezTo>
                      <a:pt x="6101" y="1370"/>
                      <a:pt x="4731" y="0"/>
                      <a:pt x="3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2059;p64">
                <a:extLst>
                  <a:ext uri="{FF2B5EF4-FFF2-40B4-BE49-F238E27FC236}">
                    <a16:creationId xmlns:a16="http://schemas.microsoft.com/office/drawing/2014/main" id="{A0AE3411-1AB0-923C-7471-52EF98538E41}"/>
                  </a:ext>
                </a:extLst>
              </p:cNvPr>
              <p:cNvSpPr/>
              <p:nvPr/>
            </p:nvSpPr>
            <p:spPr>
              <a:xfrm>
                <a:off x="4510500" y="28314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34" y="0"/>
                    </a:moveTo>
                    <a:cubicBezTo>
                      <a:pt x="1371" y="0"/>
                      <a:pt x="0" y="1370"/>
                      <a:pt x="0" y="3034"/>
                    </a:cubicBezTo>
                    <a:cubicBezTo>
                      <a:pt x="0" y="4730"/>
                      <a:pt x="1371" y="6100"/>
                      <a:pt x="3034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2" name="Google Shape;2060;p64">
              <a:extLst>
                <a:ext uri="{FF2B5EF4-FFF2-40B4-BE49-F238E27FC236}">
                  <a16:creationId xmlns:a16="http://schemas.microsoft.com/office/drawing/2014/main" id="{B3B959DB-A5BB-8B09-F40E-3CD0AF313553}"/>
                </a:ext>
              </a:extLst>
            </p:cNvPr>
            <p:cNvGrpSpPr/>
            <p:nvPr/>
          </p:nvGrpSpPr>
          <p:grpSpPr>
            <a:xfrm>
              <a:off x="1753801" y="1780628"/>
              <a:ext cx="817327" cy="793316"/>
              <a:chOff x="1190625" y="314775"/>
              <a:chExt cx="5219200" cy="5065875"/>
            </a:xfrm>
          </p:grpSpPr>
          <p:sp>
            <p:nvSpPr>
              <p:cNvPr id="1793" name="Google Shape;2061;p64">
                <a:extLst>
                  <a:ext uri="{FF2B5EF4-FFF2-40B4-BE49-F238E27FC236}">
                    <a16:creationId xmlns:a16="http://schemas.microsoft.com/office/drawing/2014/main" id="{1BA18C6B-FEE8-8883-8B01-0A8A950E2065}"/>
                  </a:ext>
                </a:extLst>
              </p:cNvPr>
              <p:cNvSpPr/>
              <p:nvPr/>
            </p:nvSpPr>
            <p:spPr>
              <a:xfrm>
                <a:off x="2337200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1" y="1"/>
                    </a:moveTo>
                    <a:lnTo>
                      <a:pt x="1" y="128653"/>
                    </a:lnTo>
                    <a:cubicBezTo>
                      <a:pt x="1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2062;p64">
                <a:extLst>
                  <a:ext uri="{FF2B5EF4-FFF2-40B4-BE49-F238E27FC236}">
                    <a16:creationId xmlns:a16="http://schemas.microsoft.com/office/drawing/2014/main" id="{4A212163-F270-7B03-A1BA-78855BDC2769}"/>
                  </a:ext>
                </a:extLst>
              </p:cNvPr>
              <p:cNvSpPr/>
              <p:nvPr/>
            </p:nvSpPr>
            <p:spPr>
              <a:xfrm>
                <a:off x="2730275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9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2063;p64">
                <a:extLst>
                  <a:ext uri="{FF2B5EF4-FFF2-40B4-BE49-F238E27FC236}">
                    <a16:creationId xmlns:a16="http://schemas.microsoft.com/office/drawing/2014/main" id="{C7B7D0AB-9D33-E636-A635-14429A53B773}"/>
                  </a:ext>
                </a:extLst>
              </p:cNvPr>
              <p:cNvSpPr/>
              <p:nvPr/>
            </p:nvSpPr>
            <p:spPr>
              <a:xfrm>
                <a:off x="2337200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1" y="1"/>
                    </a:moveTo>
                    <a:lnTo>
                      <a:pt x="1" y="68502"/>
                    </a:lnTo>
                    <a:cubicBezTo>
                      <a:pt x="1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2064;p64">
                <a:extLst>
                  <a:ext uri="{FF2B5EF4-FFF2-40B4-BE49-F238E27FC236}">
                    <a16:creationId xmlns:a16="http://schemas.microsoft.com/office/drawing/2014/main" id="{0C9DB825-903D-770D-2AE3-B4BAAA3885C8}"/>
                  </a:ext>
                </a:extLst>
              </p:cNvPr>
              <p:cNvSpPr/>
              <p:nvPr/>
            </p:nvSpPr>
            <p:spPr>
              <a:xfrm>
                <a:off x="2730275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9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4" y="89998"/>
                      <a:pt x="2382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30" y="90129"/>
                      <a:pt x="3491" y="90194"/>
                      <a:pt x="3784" y="90194"/>
                    </a:cubicBezTo>
                    <a:cubicBezTo>
                      <a:pt x="3882" y="90227"/>
                      <a:pt x="4013" y="90227"/>
                      <a:pt x="4110" y="90227"/>
                    </a:cubicBezTo>
                    <a:cubicBezTo>
                      <a:pt x="4339" y="90259"/>
                      <a:pt x="4567" y="90292"/>
                      <a:pt x="4795" y="90292"/>
                    </a:cubicBezTo>
                    <a:lnTo>
                      <a:pt x="5122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2065;p64">
                <a:extLst>
                  <a:ext uri="{FF2B5EF4-FFF2-40B4-BE49-F238E27FC236}">
                    <a16:creationId xmlns:a16="http://schemas.microsoft.com/office/drawing/2014/main" id="{99B8840E-0212-7BFC-9EA6-FA831BDB7660}"/>
                  </a:ext>
                </a:extLst>
              </p:cNvPr>
              <p:cNvSpPr/>
              <p:nvPr/>
            </p:nvSpPr>
            <p:spPr>
              <a:xfrm>
                <a:off x="2184700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1" y="0"/>
                    </a:moveTo>
                    <a:cubicBezTo>
                      <a:pt x="2741" y="0"/>
                      <a:pt x="1" y="2740"/>
                      <a:pt x="1" y="6100"/>
                    </a:cubicBezTo>
                    <a:cubicBezTo>
                      <a:pt x="1" y="9493"/>
                      <a:pt x="2741" y="12233"/>
                      <a:pt x="6101" y="12233"/>
                    </a:cubicBezTo>
                    <a:lnTo>
                      <a:pt x="49746" y="12233"/>
                    </a:lnTo>
                    <a:cubicBezTo>
                      <a:pt x="53106" y="12233"/>
                      <a:pt x="55846" y="9493"/>
                      <a:pt x="55846" y="6100"/>
                    </a:cubicBezTo>
                    <a:cubicBezTo>
                      <a:pt x="55846" y="2740"/>
                      <a:pt x="53106" y="0"/>
                      <a:pt x="497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2066;p64">
                <a:extLst>
                  <a:ext uri="{FF2B5EF4-FFF2-40B4-BE49-F238E27FC236}">
                    <a16:creationId xmlns:a16="http://schemas.microsoft.com/office/drawing/2014/main" id="{95B6E03E-DD14-8AEC-9E04-4F495F9F6B30}"/>
                  </a:ext>
                </a:extLst>
              </p:cNvPr>
              <p:cNvSpPr/>
              <p:nvPr/>
            </p:nvSpPr>
            <p:spPr>
              <a:xfrm>
                <a:off x="3122525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3" y="12233"/>
                      <a:pt x="18333" y="9493"/>
                      <a:pt x="18333" y="6100"/>
                    </a:cubicBezTo>
                    <a:cubicBezTo>
                      <a:pt x="18333" y="2740"/>
                      <a:pt x="15593" y="0"/>
                      <a:pt x="12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2067;p64">
                <a:extLst>
                  <a:ext uri="{FF2B5EF4-FFF2-40B4-BE49-F238E27FC236}">
                    <a16:creationId xmlns:a16="http://schemas.microsoft.com/office/drawing/2014/main" id="{FCBCEAF9-BCB0-19EB-B832-51D847C3050E}"/>
                  </a:ext>
                </a:extLst>
              </p:cNvPr>
              <p:cNvSpPr/>
              <p:nvPr/>
            </p:nvSpPr>
            <p:spPr>
              <a:xfrm>
                <a:off x="4172075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0" y="1"/>
                    </a:moveTo>
                    <a:lnTo>
                      <a:pt x="0" y="128653"/>
                    </a:lnTo>
                    <a:cubicBezTo>
                      <a:pt x="0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2068;p64">
                <a:extLst>
                  <a:ext uri="{FF2B5EF4-FFF2-40B4-BE49-F238E27FC236}">
                    <a16:creationId xmlns:a16="http://schemas.microsoft.com/office/drawing/2014/main" id="{BCBE0E2D-DD94-0A54-0464-467631FD44CD}"/>
                  </a:ext>
                </a:extLst>
              </p:cNvPr>
              <p:cNvSpPr/>
              <p:nvPr/>
            </p:nvSpPr>
            <p:spPr>
              <a:xfrm>
                <a:off x="4565150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8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2069;p64">
                <a:extLst>
                  <a:ext uri="{FF2B5EF4-FFF2-40B4-BE49-F238E27FC236}">
                    <a16:creationId xmlns:a16="http://schemas.microsoft.com/office/drawing/2014/main" id="{23FB16CC-2FC3-9EDD-CA64-B0E097F683D4}"/>
                  </a:ext>
                </a:extLst>
              </p:cNvPr>
              <p:cNvSpPr/>
              <p:nvPr/>
            </p:nvSpPr>
            <p:spPr>
              <a:xfrm>
                <a:off x="4172075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0" y="1"/>
                    </a:moveTo>
                    <a:lnTo>
                      <a:pt x="0" y="68502"/>
                    </a:lnTo>
                    <a:cubicBezTo>
                      <a:pt x="0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2070;p64">
                <a:extLst>
                  <a:ext uri="{FF2B5EF4-FFF2-40B4-BE49-F238E27FC236}">
                    <a16:creationId xmlns:a16="http://schemas.microsoft.com/office/drawing/2014/main" id="{CB194A33-01A4-BB64-1F57-749226E497BB}"/>
                  </a:ext>
                </a:extLst>
              </p:cNvPr>
              <p:cNvSpPr/>
              <p:nvPr/>
            </p:nvSpPr>
            <p:spPr>
              <a:xfrm>
                <a:off x="4565150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8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3" y="89998"/>
                      <a:pt x="2381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29" y="90129"/>
                      <a:pt x="3490" y="90194"/>
                      <a:pt x="3784" y="90194"/>
                    </a:cubicBezTo>
                    <a:cubicBezTo>
                      <a:pt x="3882" y="90227"/>
                      <a:pt x="4012" y="90227"/>
                      <a:pt x="4110" y="90227"/>
                    </a:cubicBezTo>
                    <a:cubicBezTo>
                      <a:pt x="4338" y="90259"/>
                      <a:pt x="4567" y="90292"/>
                      <a:pt x="4795" y="90292"/>
                    </a:cubicBezTo>
                    <a:lnTo>
                      <a:pt x="5121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2071;p64">
                <a:extLst>
                  <a:ext uri="{FF2B5EF4-FFF2-40B4-BE49-F238E27FC236}">
                    <a16:creationId xmlns:a16="http://schemas.microsoft.com/office/drawing/2014/main" id="{3306F513-C34F-ACCE-64E3-F6E47E604BB2}"/>
                  </a:ext>
                </a:extLst>
              </p:cNvPr>
              <p:cNvSpPr/>
              <p:nvPr/>
            </p:nvSpPr>
            <p:spPr>
              <a:xfrm>
                <a:off x="4019575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0" y="0"/>
                    </a:moveTo>
                    <a:cubicBezTo>
                      <a:pt x="2740" y="0"/>
                      <a:pt x="0" y="2740"/>
                      <a:pt x="0" y="6100"/>
                    </a:cubicBezTo>
                    <a:cubicBezTo>
                      <a:pt x="0" y="9493"/>
                      <a:pt x="2740" y="12233"/>
                      <a:pt x="6100" y="12233"/>
                    </a:cubicBezTo>
                    <a:lnTo>
                      <a:pt x="49746" y="12233"/>
                    </a:lnTo>
                    <a:cubicBezTo>
                      <a:pt x="53105" y="12233"/>
                      <a:pt x="55846" y="9493"/>
                      <a:pt x="55846" y="6100"/>
                    </a:cubicBezTo>
                    <a:cubicBezTo>
                      <a:pt x="55846" y="2740"/>
                      <a:pt x="53105" y="0"/>
                      <a:pt x="497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2072;p64">
                <a:extLst>
                  <a:ext uri="{FF2B5EF4-FFF2-40B4-BE49-F238E27FC236}">
                    <a16:creationId xmlns:a16="http://schemas.microsoft.com/office/drawing/2014/main" id="{57259DD5-290A-46DC-ED46-81B42B5E6159}"/>
                  </a:ext>
                </a:extLst>
              </p:cNvPr>
              <p:cNvSpPr/>
              <p:nvPr/>
            </p:nvSpPr>
            <p:spPr>
              <a:xfrm>
                <a:off x="4957400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2" y="12233"/>
                      <a:pt x="18333" y="9493"/>
                      <a:pt x="18333" y="6100"/>
                    </a:cubicBezTo>
                    <a:cubicBezTo>
                      <a:pt x="18333" y="2740"/>
                      <a:pt x="15592" y="0"/>
                      <a:pt x="12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2073;p64">
                <a:extLst>
                  <a:ext uri="{FF2B5EF4-FFF2-40B4-BE49-F238E27FC236}">
                    <a16:creationId xmlns:a16="http://schemas.microsoft.com/office/drawing/2014/main" id="{CC27D8DA-9F7C-2E94-0415-EDF5FACC459D}"/>
                  </a:ext>
                </a:extLst>
              </p:cNvPr>
              <p:cNvSpPr/>
              <p:nvPr/>
            </p:nvSpPr>
            <p:spPr>
              <a:xfrm>
                <a:off x="1190625" y="2047700"/>
                <a:ext cx="5219200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6101" extrusionOk="0">
                    <a:moveTo>
                      <a:pt x="3066" y="0"/>
                    </a:moveTo>
                    <a:cubicBezTo>
                      <a:pt x="1370" y="0"/>
                      <a:pt x="0" y="1371"/>
                      <a:pt x="0" y="3067"/>
                    </a:cubicBezTo>
                    <a:cubicBezTo>
                      <a:pt x="0" y="4730"/>
                      <a:pt x="1370" y="6100"/>
                      <a:pt x="3066" y="6100"/>
                    </a:cubicBezTo>
                    <a:lnTo>
                      <a:pt x="205701" y="6100"/>
                    </a:lnTo>
                    <a:cubicBezTo>
                      <a:pt x="207397" y="6100"/>
                      <a:pt x="208767" y="4730"/>
                      <a:pt x="208767" y="3067"/>
                    </a:cubicBezTo>
                    <a:cubicBezTo>
                      <a:pt x="208767" y="1371"/>
                      <a:pt x="207397" y="0"/>
                      <a:pt x="205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2074;p64">
                <a:extLst>
                  <a:ext uri="{FF2B5EF4-FFF2-40B4-BE49-F238E27FC236}">
                    <a16:creationId xmlns:a16="http://schemas.microsoft.com/office/drawing/2014/main" id="{41ABC729-6634-A255-0EB5-E4753AA430FC}"/>
                  </a:ext>
                </a:extLst>
              </p:cNvPr>
              <p:cNvSpPr/>
              <p:nvPr/>
            </p:nvSpPr>
            <p:spPr>
              <a:xfrm>
                <a:off x="5721500" y="1690500"/>
                <a:ext cx="305850" cy="3527050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1082" extrusionOk="0">
                    <a:moveTo>
                      <a:pt x="3263" y="1"/>
                    </a:moveTo>
                    <a:cubicBezTo>
                      <a:pt x="1469" y="1"/>
                      <a:pt x="1" y="1469"/>
                      <a:pt x="1" y="3263"/>
                    </a:cubicBezTo>
                    <a:lnTo>
                      <a:pt x="1" y="141082"/>
                    </a:lnTo>
                    <a:lnTo>
                      <a:pt x="12233" y="141082"/>
                    </a:lnTo>
                    <a:lnTo>
                      <a:pt x="12233" y="3263"/>
                    </a:lnTo>
                    <a:cubicBezTo>
                      <a:pt x="12233" y="1469"/>
                      <a:pt x="10766" y="1"/>
                      <a:pt x="8971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2075;p64">
                <a:extLst>
                  <a:ext uri="{FF2B5EF4-FFF2-40B4-BE49-F238E27FC236}">
                    <a16:creationId xmlns:a16="http://schemas.microsoft.com/office/drawing/2014/main" id="{94CFAC44-282A-45E1-EE86-10D572121593}"/>
                  </a:ext>
                </a:extLst>
              </p:cNvPr>
              <p:cNvSpPr/>
              <p:nvPr/>
            </p:nvSpPr>
            <p:spPr>
              <a:xfrm>
                <a:off x="1573075" y="1538025"/>
                <a:ext cx="305850" cy="3679525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7181" extrusionOk="0">
                    <a:moveTo>
                      <a:pt x="3263" y="0"/>
                    </a:moveTo>
                    <a:cubicBezTo>
                      <a:pt x="1469" y="0"/>
                      <a:pt x="1" y="1468"/>
                      <a:pt x="1" y="3262"/>
                    </a:cubicBezTo>
                    <a:lnTo>
                      <a:pt x="1" y="147181"/>
                    </a:lnTo>
                    <a:lnTo>
                      <a:pt x="12233" y="147181"/>
                    </a:lnTo>
                    <a:lnTo>
                      <a:pt x="12233" y="3262"/>
                    </a:lnTo>
                    <a:cubicBezTo>
                      <a:pt x="12233" y="1468"/>
                      <a:pt x="10765" y="0"/>
                      <a:pt x="897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2076;p64">
                <a:extLst>
                  <a:ext uri="{FF2B5EF4-FFF2-40B4-BE49-F238E27FC236}">
                    <a16:creationId xmlns:a16="http://schemas.microsoft.com/office/drawing/2014/main" id="{8C3E0CE7-5A07-5EA3-2DB3-5043A203C4A8}"/>
                  </a:ext>
                </a:extLst>
              </p:cNvPr>
              <p:cNvSpPr/>
              <p:nvPr/>
            </p:nvSpPr>
            <p:spPr>
              <a:xfrm>
                <a:off x="1267275" y="5074825"/>
                <a:ext cx="5065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233" extrusionOk="0">
                    <a:moveTo>
                      <a:pt x="3262" y="0"/>
                    </a:moveTo>
                    <a:cubicBezTo>
                      <a:pt x="1468" y="0"/>
                      <a:pt x="0" y="1468"/>
                      <a:pt x="0" y="3262"/>
                    </a:cubicBezTo>
                    <a:lnTo>
                      <a:pt x="0" y="8971"/>
                    </a:lnTo>
                    <a:cubicBezTo>
                      <a:pt x="0" y="10765"/>
                      <a:pt x="1468" y="12233"/>
                      <a:pt x="3262" y="12233"/>
                    </a:cubicBezTo>
                    <a:lnTo>
                      <a:pt x="199373" y="12233"/>
                    </a:lnTo>
                    <a:cubicBezTo>
                      <a:pt x="201167" y="12233"/>
                      <a:pt x="202635" y="10765"/>
                      <a:pt x="202635" y="8971"/>
                    </a:cubicBezTo>
                    <a:lnTo>
                      <a:pt x="202635" y="3262"/>
                    </a:lnTo>
                    <a:cubicBezTo>
                      <a:pt x="202635" y="1468"/>
                      <a:pt x="201167" y="0"/>
                      <a:pt x="199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2077;p64">
                <a:extLst>
                  <a:ext uri="{FF2B5EF4-FFF2-40B4-BE49-F238E27FC236}">
                    <a16:creationId xmlns:a16="http://schemas.microsoft.com/office/drawing/2014/main" id="{0E65A7BF-E568-71A0-32AA-93C35BAA44DB}"/>
                  </a:ext>
                </a:extLst>
              </p:cNvPr>
              <p:cNvSpPr/>
              <p:nvPr/>
            </p:nvSpPr>
            <p:spPr>
              <a:xfrm>
                <a:off x="5945775" y="5074825"/>
                <a:ext cx="3873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5495" h="12233" extrusionOk="0">
                    <a:moveTo>
                      <a:pt x="0" y="0"/>
                    </a:moveTo>
                    <a:cubicBezTo>
                      <a:pt x="1795" y="0"/>
                      <a:pt x="3262" y="1468"/>
                      <a:pt x="3262" y="3262"/>
                    </a:cubicBezTo>
                    <a:lnTo>
                      <a:pt x="3262" y="8971"/>
                    </a:lnTo>
                    <a:cubicBezTo>
                      <a:pt x="3262" y="10765"/>
                      <a:pt x="1795" y="12233"/>
                      <a:pt x="0" y="12233"/>
                    </a:cubicBezTo>
                    <a:lnTo>
                      <a:pt x="12233" y="12233"/>
                    </a:lnTo>
                    <a:cubicBezTo>
                      <a:pt x="14027" y="12233"/>
                      <a:pt x="15495" y="10765"/>
                      <a:pt x="15495" y="8971"/>
                    </a:cubicBezTo>
                    <a:lnTo>
                      <a:pt x="15495" y="3262"/>
                    </a:lnTo>
                    <a:cubicBezTo>
                      <a:pt x="15495" y="1468"/>
                      <a:pt x="14027" y="0"/>
                      <a:pt x="1223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2078;p64">
                <a:extLst>
                  <a:ext uri="{FF2B5EF4-FFF2-40B4-BE49-F238E27FC236}">
                    <a16:creationId xmlns:a16="http://schemas.microsoft.com/office/drawing/2014/main" id="{71B6806C-E559-01AB-EFA4-621C13576E54}"/>
                  </a:ext>
                </a:extLst>
              </p:cNvPr>
              <p:cNvSpPr/>
              <p:nvPr/>
            </p:nvSpPr>
            <p:spPr>
              <a:xfrm>
                <a:off x="2584300" y="2907225"/>
                <a:ext cx="1533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34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2079;p64">
                <a:extLst>
                  <a:ext uri="{FF2B5EF4-FFF2-40B4-BE49-F238E27FC236}">
                    <a16:creationId xmlns:a16="http://schemas.microsoft.com/office/drawing/2014/main" id="{8C993538-B7A3-4BD3-3280-E58D7BB3A2E9}"/>
                  </a:ext>
                </a:extLst>
              </p:cNvPr>
              <p:cNvSpPr/>
              <p:nvPr/>
            </p:nvSpPr>
            <p:spPr>
              <a:xfrm>
                <a:off x="3043425" y="2907225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38" y="1"/>
                      <a:pt x="0" y="1371"/>
                      <a:pt x="0" y="3067"/>
                    </a:cubicBezTo>
                    <a:cubicBezTo>
                      <a:pt x="0" y="4763"/>
                      <a:pt x="1338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2080;p64">
                <a:extLst>
                  <a:ext uri="{FF2B5EF4-FFF2-40B4-BE49-F238E27FC236}">
                    <a16:creationId xmlns:a16="http://schemas.microsoft.com/office/drawing/2014/main" id="{BC5C74F8-785A-EB38-1893-413A7F8D3A07}"/>
                  </a:ext>
                </a:extLst>
              </p:cNvPr>
              <p:cNvSpPr/>
              <p:nvPr/>
            </p:nvSpPr>
            <p:spPr>
              <a:xfrm>
                <a:off x="2806100" y="33777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1"/>
                      <a:pt x="1" y="3067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2081;p64">
                <a:extLst>
                  <a:ext uri="{FF2B5EF4-FFF2-40B4-BE49-F238E27FC236}">
                    <a16:creationId xmlns:a16="http://schemas.microsoft.com/office/drawing/2014/main" id="{935C057B-A76F-6271-878C-6930EE6025C3}"/>
                  </a:ext>
                </a:extLst>
              </p:cNvPr>
              <p:cNvSpPr/>
              <p:nvPr/>
            </p:nvSpPr>
            <p:spPr>
              <a:xfrm>
                <a:off x="2931700" y="3902950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2082;p64">
                <a:extLst>
                  <a:ext uri="{FF2B5EF4-FFF2-40B4-BE49-F238E27FC236}">
                    <a16:creationId xmlns:a16="http://schemas.microsoft.com/office/drawing/2014/main" id="{3DE9A2BA-8537-0918-A819-B7133E1D8B00}"/>
                  </a:ext>
                </a:extLst>
              </p:cNvPr>
              <p:cNvSpPr/>
              <p:nvPr/>
            </p:nvSpPr>
            <p:spPr>
              <a:xfrm>
                <a:off x="2584300" y="3735775"/>
                <a:ext cx="1533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01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34"/>
                    </a:cubicBezTo>
                    <a:cubicBezTo>
                      <a:pt x="0" y="4730"/>
                      <a:pt x="1370" y="6101"/>
                      <a:pt x="3067" y="6101"/>
                    </a:cubicBezTo>
                    <a:cubicBezTo>
                      <a:pt x="4763" y="6101"/>
                      <a:pt x="6133" y="4730"/>
                      <a:pt x="6133" y="3034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2083;p64">
                <a:extLst>
                  <a:ext uri="{FF2B5EF4-FFF2-40B4-BE49-F238E27FC236}">
                    <a16:creationId xmlns:a16="http://schemas.microsoft.com/office/drawing/2014/main" id="{7AFD01B5-BF67-A325-A6E8-FD4BA1283B41}"/>
                  </a:ext>
                </a:extLst>
              </p:cNvPr>
              <p:cNvSpPr/>
              <p:nvPr/>
            </p:nvSpPr>
            <p:spPr>
              <a:xfrm>
                <a:off x="4857075" y="29088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6"/>
                    </a:cubicBezTo>
                    <a:cubicBezTo>
                      <a:pt x="6133" y="1370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2084;p64">
                <a:extLst>
                  <a:ext uri="{FF2B5EF4-FFF2-40B4-BE49-F238E27FC236}">
                    <a16:creationId xmlns:a16="http://schemas.microsoft.com/office/drawing/2014/main" id="{673B056F-09DA-62DA-7520-1A6494E5AB72}"/>
                  </a:ext>
                </a:extLst>
              </p:cNvPr>
              <p:cNvSpPr/>
              <p:nvPr/>
            </p:nvSpPr>
            <p:spPr>
              <a:xfrm>
                <a:off x="4781250" y="3826300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34" y="0"/>
                    </a:moveTo>
                    <a:cubicBezTo>
                      <a:pt x="1370" y="0"/>
                      <a:pt x="0" y="1370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2085;p64">
                <a:extLst>
                  <a:ext uri="{FF2B5EF4-FFF2-40B4-BE49-F238E27FC236}">
                    <a16:creationId xmlns:a16="http://schemas.microsoft.com/office/drawing/2014/main" id="{A8EB8417-1BED-4555-1398-43242BB9108C}"/>
                  </a:ext>
                </a:extLst>
              </p:cNvPr>
              <p:cNvSpPr/>
              <p:nvPr/>
            </p:nvSpPr>
            <p:spPr>
              <a:xfrm>
                <a:off x="4433850" y="35523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34"/>
                    </a:cubicBezTo>
                    <a:cubicBezTo>
                      <a:pt x="0" y="4730"/>
                      <a:pt x="1370" y="6100"/>
                      <a:pt x="3066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2086;p64">
                <a:extLst>
                  <a:ext uri="{FF2B5EF4-FFF2-40B4-BE49-F238E27FC236}">
                    <a16:creationId xmlns:a16="http://schemas.microsoft.com/office/drawing/2014/main" id="{584361A3-09FA-370E-054A-D2458A8330B6}"/>
                  </a:ext>
                </a:extLst>
              </p:cNvPr>
              <p:cNvSpPr/>
              <p:nvPr/>
            </p:nvSpPr>
            <p:spPr>
              <a:xfrm>
                <a:off x="4704575" y="3301125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31" y="6133"/>
                      <a:pt x="6101" y="4763"/>
                      <a:pt x="6101" y="3066"/>
                    </a:cubicBezTo>
                    <a:cubicBezTo>
                      <a:pt x="6101" y="1370"/>
                      <a:pt x="4731" y="0"/>
                      <a:pt x="30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2087;p64">
                <a:extLst>
                  <a:ext uri="{FF2B5EF4-FFF2-40B4-BE49-F238E27FC236}">
                    <a16:creationId xmlns:a16="http://schemas.microsoft.com/office/drawing/2014/main" id="{DE9D1148-5A2B-AA86-286F-6B1D117FEFF4}"/>
                  </a:ext>
                </a:extLst>
              </p:cNvPr>
              <p:cNvSpPr/>
              <p:nvPr/>
            </p:nvSpPr>
            <p:spPr>
              <a:xfrm>
                <a:off x="4510500" y="28314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34" y="0"/>
                    </a:moveTo>
                    <a:cubicBezTo>
                      <a:pt x="1371" y="0"/>
                      <a:pt x="0" y="1370"/>
                      <a:pt x="0" y="3034"/>
                    </a:cubicBezTo>
                    <a:cubicBezTo>
                      <a:pt x="0" y="4730"/>
                      <a:pt x="1371" y="6100"/>
                      <a:pt x="3034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3" name="Google Shape;2088;p64">
            <a:extLst>
              <a:ext uri="{FF2B5EF4-FFF2-40B4-BE49-F238E27FC236}">
                <a16:creationId xmlns:a16="http://schemas.microsoft.com/office/drawing/2014/main" id="{53830471-29FB-E1A4-0AEA-409C70FB552C}"/>
              </a:ext>
            </a:extLst>
          </p:cNvPr>
          <p:cNvGrpSpPr/>
          <p:nvPr/>
        </p:nvGrpSpPr>
        <p:grpSpPr>
          <a:xfrm>
            <a:off x="4298161" y="5695054"/>
            <a:ext cx="548883" cy="547944"/>
            <a:chOff x="4163325" y="1768600"/>
            <a:chExt cx="818739" cy="817339"/>
          </a:xfrm>
        </p:grpSpPr>
        <p:grpSp>
          <p:nvGrpSpPr>
            <p:cNvPr id="1864" name="Google Shape;2089;p64">
              <a:extLst>
                <a:ext uri="{FF2B5EF4-FFF2-40B4-BE49-F238E27FC236}">
                  <a16:creationId xmlns:a16="http://schemas.microsoft.com/office/drawing/2014/main" id="{14EAD7D6-4C09-BD8F-CC45-C3BF074A8090}"/>
                </a:ext>
              </a:extLst>
            </p:cNvPr>
            <p:cNvGrpSpPr/>
            <p:nvPr/>
          </p:nvGrpSpPr>
          <p:grpSpPr>
            <a:xfrm>
              <a:off x="4164738" y="1768600"/>
              <a:ext cx="817327" cy="817327"/>
              <a:chOff x="1190625" y="238125"/>
              <a:chExt cx="5219200" cy="5219200"/>
            </a:xfrm>
          </p:grpSpPr>
          <p:sp>
            <p:nvSpPr>
              <p:cNvPr id="1895" name="Google Shape;2090;p64">
                <a:extLst>
                  <a:ext uri="{FF2B5EF4-FFF2-40B4-BE49-F238E27FC236}">
                    <a16:creationId xmlns:a16="http://schemas.microsoft.com/office/drawing/2014/main" id="{9880ED01-5095-271A-0970-40891236910D}"/>
                  </a:ext>
                </a:extLst>
              </p:cNvPr>
              <p:cNvSpPr/>
              <p:nvPr/>
            </p:nvSpPr>
            <p:spPr>
              <a:xfrm>
                <a:off x="1190625" y="1904175"/>
                <a:ext cx="103977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1" h="142126" extrusionOk="0">
                    <a:moveTo>
                      <a:pt x="12591" y="0"/>
                    </a:moveTo>
                    <a:cubicBezTo>
                      <a:pt x="5643" y="0"/>
                      <a:pt x="0" y="5644"/>
                      <a:pt x="0" y="12592"/>
                    </a:cubicBezTo>
                    <a:lnTo>
                      <a:pt x="0" y="138765"/>
                    </a:lnTo>
                    <a:cubicBezTo>
                      <a:pt x="0" y="140625"/>
                      <a:pt x="1501" y="142125"/>
                      <a:pt x="3360" y="142125"/>
                    </a:cubicBezTo>
                    <a:lnTo>
                      <a:pt x="41590" y="142125"/>
                    </a:lnTo>
                    <a:lnTo>
                      <a:pt x="4159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2091;p64">
                <a:extLst>
                  <a:ext uri="{FF2B5EF4-FFF2-40B4-BE49-F238E27FC236}">
                    <a16:creationId xmlns:a16="http://schemas.microsoft.com/office/drawing/2014/main" id="{316F18FC-A3F6-16A9-AA9E-A3ACD4A080A2}"/>
                  </a:ext>
                </a:extLst>
              </p:cNvPr>
              <p:cNvSpPr/>
              <p:nvPr/>
            </p:nvSpPr>
            <p:spPr>
              <a:xfrm>
                <a:off x="1914775" y="1904175"/>
                <a:ext cx="3156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42126" extrusionOk="0">
                    <a:moveTo>
                      <a:pt x="0" y="0"/>
                    </a:moveTo>
                    <a:lnTo>
                      <a:pt x="0" y="142125"/>
                    </a:lnTo>
                    <a:lnTo>
                      <a:pt x="12624" y="142125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2092;p64">
                <a:extLst>
                  <a:ext uri="{FF2B5EF4-FFF2-40B4-BE49-F238E27FC236}">
                    <a16:creationId xmlns:a16="http://schemas.microsoft.com/office/drawing/2014/main" id="{2B27BEC5-838D-AF97-1DE6-81DF432366F4}"/>
                  </a:ext>
                </a:extLst>
              </p:cNvPr>
              <p:cNvSpPr/>
              <p:nvPr/>
            </p:nvSpPr>
            <p:spPr>
              <a:xfrm>
                <a:off x="166277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33"/>
                      <a:pt x="1" y="3393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2093;p64">
                <a:extLst>
                  <a:ext uri="{FF2B5EF4-FFF2-40B4-BE49-F238E27FC236}">
                    <a16:creationId xmlns:a16="http://schemas.microsoft.com/office/drawing/2014/main" id="{2377412E-7E97-BCF9-C428-0992E3D1D531}"/>
                  </a:ext>
                </a:extLst>
              </p:cNvPr>
              <p:cNvSpPr/>
              <p:nvPr/>
            </p:nvSpPr>
            <p:spPr>
              <a:xfrm>
                <a:off x="166277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1"/>
                    </a:moveTo>
                    <a:cubicBezTo>
                      <a:pt x="1501" y="1"/>
                      <a:pt x="1" y="1534"/>
                      <a:pt x="1" y="3393"/>
                    </a:cubicBezTo>
                    <a:lnTo>
                      <a:pt x="99" y="18888"/>
                    </a:lnTo>
                    <a:cubicBezTo>
                      <a:pt x="99" y="20747"/>
                      <a:pt x="1599" y="22248"/>
                      <a:pt x="3459" y="22248"/>
                    </a:cubicBezTo>
                    <a:lnTo>
                      <a:pt x="22704" y="22248"/>
                    </a:lnTo>
                    <a:lnTo>
                      <a:pt x="2270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2094;p64">
                <a:extLst>
                  <a:ext uri="{FF2B5EF4-FFF2-40B4-BE49-F238E27FC236}">
                    <a16:creationId xmlns:a16="http://schemas.microsoft.com/office/drawing/2014/main" id="{B90C099C-2949-E94B-8D8F-BD71F50E66D3}"/>
                  </a:ext>
                </a:extLst>
              </p:cNvPr>
              <p:cNvSpPr/>
              <p:nvPr/>
            </p:nvSpPr>
            <p:spPr>
              <a:xfrm>
                <a:off x="1914775" y="23763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2095;p64">
                <a:extLst>
                  <a:ext uri="{FF2B5EF4-FFF2-40B4-BE49-F238E27FC236}">
                    <a16:creationId xmlns:a16="http://schemas.microsoft.com/office/drawing/2014/main" id="{D0821259-F93C-C031-B5BD-84226D55FBBE}"/>
                  </a:ext>
                </a:extLst>
              </p:cNvPr>
              <p:cNvSpPr/>
              <p:nvPr/>
            </p:nvSpPr>
            <p:spPr>
              <a:xfrm>
                <a:off x="1914775" y="3404675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1"/>
                    </a:moveTo>
                    <a:lnTo>
                      <a:pt x="0" y="22248"/>
                    </a:lnTo>
                    <a:lnTo>
                      <a:pt x="12624" y="22248"/>
                    </a:lnTo>
                    <a:lnTo>
                      <a:pt x="1262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2096;p64">
                <a:extLst>
                  <a:ext uri="{FF2B5EF4-FFF2-40B4-BE49-F238E27FC236}">
                    <a16:creationId xmlns:a16="http://schemas.microsoft.com/office/drawing/2014/main" id="{7C692C37-B78D-C7A7-2394-A814C07B718C}"/>
                  </a:ext>
                </a:extLst>
              </p:cNvPr>
              <p:cNvSpPr/>
              <p:nvPr/>
            </p:nvSpPr>
            <p:spPr>
              <a:xfrm>
                <a:off x="166277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01"/>
                      <a:pt x="1" y="3360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2097;p64">
                <a:extLst>
                  <a:ext uri="{FF2B5EF4-FFF2-40B4-BE49-F238E27FC236}">
                    <a16:creationId xmlns:a16="http://schemas.microsoft.com/office/drawing/2014/main" id="{3CA9D508-B534-78FE-C13C-128E1BC3B380}"/>
                  </a:ext>
                </a:extLst>
              </p:cNvPr>
              <p:cNvSpPr/>
              <p:nvPr/>
            </p:nvSpPr>
            <p:spPr>
              <a:xfrm>
                <a:off x="1914775" y="44289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2098;p64">
                <a:extLst>
                  <a:ext uri="{FF2B5EF4-FFF2-40B4-BE49-F238E27FC236}">
                    <a16:creationId xmlns:a16="http://schemas.microsoft.com/office/drawing/2014/main" id="{64868B76-6CB4-736A-3780-1133255202E3}"/>
                  </a:ext>
                </a:extLst>
              </p:cNvPr>
              <p:cNvSpPr/>
              <p:nvPr/>
            </p:nvSpPr>
            <p:spPr>
              <a:xfrm>
                <a:off x="2224650" y="1167775"/>
                <a:ext cx="3145400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125816" h="171582" extrusionOk="0">
                    <a:moveTo>
                      <a:pt x="12625" y="1"/>
                    </a:moveTo>
                    <a:cubicBezTo>
                      <a:pt x="5644" y="1"/>
                      <a:pt x="1" y="5644"/>
                      <a:pt x="1" y="12592"/>
                    </a:cubicBezTo>
                    <a:lnTo>
                      <a:pt x="1" y="171581"/>
                    </a:lnTo>
                    <a:lnTo>
                      <a:pt x="31707" y="171581"/>
                    </a:lnTo>
                    <a:lnTo>
                      <a:pt x="63023" y="165285"/>
                    </a:lnTo>
                    <a:lnTo>
                      <a:pt x="94338" y="171581"/>
                    </a:lnTo>
                    <a:lnTo>
                      <a:pt x="125816" y="171581"/>
                    </a:lnTo>
                    <a:lnTo>
                      <a:pt x="125816" y="12592"/>
                    </a:lnTo>
                    <a:cubicBezTo>
                      <a:pt x="125816" y="5644"/>
                      <a:pt x="120205" y="1"/>
                      <a:pt x="1132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2099;p64">
                <a:extLst>
                  <a:ext uri="{FF2B5EF4-FFF2-40B4-BE49-F238E27FC236}">
                    <a16:creationId xmlns:a16="http://schemas.microsoft.com/office/drawing/2014/main" id="{D51391DD-F809-13E8-C3FE-0D6ABC22AC42}"/>
                  </a:ext>
                </a:extLst>
              </p:cNvPr>
              <p:cNvSpPr/>
              <p:nvPr/>
            </p:nvSpPr>
            <p:spPr>
              <a:xfrm>
                <a:off x="4740475" y="1167775"/>
                <a:ext cx="629575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25183" h="171582" extrusionOk="0">
                    <a:moveTo>
                      <a:pt x="0" y="1"/>
                    </a:moveTo>
                    <a:cubicBezTo>
                      <a:pt x="6948" y="1"/>
                      <a:pt x="12592" y="5644"/>
                      <a:pt x="12592" y="12592"/>
                    </a:cubicBezTo>
                    <a:lnTo>
                      <a:pt x="12592" y="171581"/>
                    </a:lnTo>
                    <a:lnTo>
                      <a:pt x="25183" y="171581"/>
                    </a:lnTo>
                    <a:lnTo>
                      <a:pt x="25183" y="12592"/>
                    </a:lnTo>
                    <a:cubicBezTo>
                      <a:pt x="25183" y="5644"/>
                      <a:pt x="19572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2100;p64">
                <a:extLst>
                  <a:ext uri="{FF2B5EF4-FFF2-40B4-BE49-F238E27FC236}">
                    <a16:creationId xmlns:a16="http://schemas.microsoft.com/office/drawing/2014/main" id="{E1DEE76F-7BE6-8128-074A-B9747929B28C}"/>
                  </a:ext>
                </a:extLst>
              </p:cNvPr>
              <p:cNvSpPr/>
              <p:nvPr/>
            </p:nvSpPr>
            <p:spPr>
              <a:xfrm>
                <a:off x="2870525" y="238125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87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87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2101;p64">
                <a:extLst>
                  <a:ext uri="{FF2B5EF4-FFF2-40B4-BE49-F238E27FC236}">
                    <a16:creationId xmlns:a16="http://schemas.microsoft.com/office/drawing/2014/main" id="{772CFC40-2A36-01D8-0246-526AE3F4A275}"/>
                  </a:ext>
                </a:extLst>
              </p:cNvPr>
              <p:cNvSpPr/>
              <p:nvPr/>
            </p:nvSpPr>
            <p:spPr>
              <a:xfrm>
                <a:off x="3642800" y="238125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96"/>
                      <a:pt x="1" y="522"/>
                    </a:cubicBezTo>
                    <a:cubicBezTo>
                      <a:pt x="17518" y="3523"/>
                      <a:pt x="30859" y="18822"/>
                      <a:pt x="30859" y="37187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78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87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2102;p64">
                <a:extLst>
                  <a:ext uri="{FF2B5EF4-FFF2-40B4-BE49-F238E27FC236}">
                    <a16:creationId xmlns:a16="http://schemas.microsoft.com/office/drawing/2014/main" id="{74196FDC-07F2-A9C8-ED23-85E54CC7634F}"/>
                  </a:ext>
                </a:extLst>
              </p:cNvPr>
              <p:cNvSpPr/>
              <p:nvPr/>
            </p:nvSpPr>
            <p:spPr>
              <a:xfrm>
                <a:off x="3186125" y="55290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0"/>
                    </a:moveTo>
                    <a:cubicBezTo>
                      <a:pt x="19377" y="0"/>
                      <a:pt x="18268" y="1142"/>
                      <a:pt x="18268" y="2545"/>
                    </a:cubicBezTo>
                    <a:lnTo>
                      <a:pt x="18268" y="17028"/>
                    </a:lnTo>
                    <a:cubicBezTo>
                      <a:pt x="18268" y="17713"/>
                      <a:pt x="17713" y="18267"/>
                      <a:pt x="16996" y="18267"/>
                    </a:cubicBezTo>
                    <a:lnTo>
                      <a:pt x="2513" y="18267"/>
                    </a:lnTo>
                    <a:cubicBezTo>
                      <a:pt x="1110" y="18267"/>
                      <a:pt x="1" y="19409"/>
                      <a:pt x="1" y="20812"/>
                    </a:cubicBezTo>
                    <a:lnTo>
                      <a:pt x="1" y="28380"/>
                    </a:lnTo>
                    <a:cubicBezTo>
                      <a:pt x="1" y="29750"/>
                      <a:pt x="1110" y="30891"/>
                      <a:pt x="2513" y="30891"/>
                    </a:cubicBezTo>
                    <a:lnTo>
                      <a:pt x="16996" y="30891"/>
                    </a:lnTo>
                    <a:cubicBezTo>
                      <a:pt x="17713" y="30891"/>
                      <a:pt x="18268" y="31446"/>
                      <a:pt x="18268" y="32131"/>
                    </a:cubicBezTo>
                    <a:lnTo>
                      <a:pt x="18268" y="46647"/>
                    </a:lnTo>
                    <a:cubicBezTo>
                      <a:pt x="18268" y="48017"/>
                      <a:pt x="19377" y="49158"/>
                      <a:pt x="20780" y="49158"/>
                    </a:cubicBezTo>
                    <a:lnTo>
                      <a:pt x="28347" y="49158"/>
                    </a:lnTo>
                    <a:cubicBezTo>
                      <a:pt x="29750" y="49158"/>
                      <a:pt x="30859" y="48017"/>
                      <a:pt x="30859" y="46647"/>
                    </a:cubicBezTo>
                    <a:lnTo>
                      <a:pt x="30859" y="32131"/>
                    </a:lnTo>
                    <a:cubicBezTo>
                      <a:pt x="30859" y="31446"/>
                      <a:pt x="31414" y="30891"/>
                      <a:pt x="32131" y="30891"/>
                    </a:cubicBezTo>
                    <a:lnTo>
                      <a:pt x="46615" y="30891"/>
                    </a:lnTo>
                    <a:cubicBezTo>
                      <a:pt x="48017" y="30891"/>
                      <a:pt x="49126" y="29750"/>
                      <a:pt x="49126" y="28380"/>
                    </a:cubicBezTo>
                    <a:lnTo>
                      <a:pt x="49126" y="20812"/>
                    </a:lnTo>
                    <a:cubicBezTo>
                      <a:pt x="49126" y="19409"/>
                      <a:pt x="48017" y="18267"/>
                      <a:pt x="46615" y="18267"/>
                    </a:cubicBezTo>
                    <a:lnTo>
                      <a:pt x="32131" y="18267"/>
                    </a:lnTo>
                    <a:cubicBezTo>
                      <a:pt x="31414" y="18267"/>
                      <a:pt x="30859" y="17713"/>
                      <a:pt x="30859" y="17028"/>
                    </a:cubicBezTo>
                    <a:lnTo>
                      <a:pt x="30859" y="2545"/>
                    </a:lnTo>
                    <a:cubicBezTo>
                      <a:pt x="30859" y="1142"/>
                      <a:pt x="29750" y="0"/>
                      <a:pt x="283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2103;p64">
                <a:extLst>
                  <a:ext uri="{FF2B5EF4-FFF2-40B4-BE49-F238E27FC236}">
                    <a16:creationId xmlns:a16="http://schemas.microsoft.com/office/drawing/2014/main" id="{979C76BA-9698-ACAB-5EBA-DA9CBE63018E}"/>
                  </a:ext>
                </a:extLst>
              </p:cNvPr>
              <p:cNvSpPr/>
              <p:nvPr/>
            </p:nvSpPr>
            <p:spPr>
              <a:xfrm>
                <a:off x="3017325" y="3912750"/>
                <a:ext cx="156577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62631" h="61783" extrusionOk="0">
                    <a:moveTo>
                      <a:pt x="0" y="0"/>
                    </a:moveTo>
                    <a:lnTo>
                      <a:pt x="0" y="61782"/>
                    </a:lnTo>
                    <a:lnTo>
                      <a:pt x="62631" y="61782"/>
                    </a:lnTo>
                    <a:lnTo>
                      <a:pt x="6263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2104;p64">
                <a:extLst>
                  <a:ext uri="{FF2B5EF4-FFF2-40B4-BE49-F238E27FC236}">
                    <a16:creationId xmlns:a16="http://schemas.microsoft.com/office/drawing/2014/main" id="{FFA7BB10-F469-06D7-16AD-23E1C3AB1A06}"/>
                  </a:ext>
                </a:extLst>
              </p:cNvPr>
              <p:cNvSpPr/>
              <p:nvPr/>
            </p:nvSpPr>
            <p:spPr>
              <a:xfrm>
                <a:off x="4267475" y="3912750"/>
                <a:ext cx="31562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61783" extrusionOk="0">
                    <a:moveTo>
                      <a:pt x="1" y="0"/>
                    </a:moveTo>
                    <a:lnTo>
                      <a:pt x="1" y="61782"/>
                    </a:lnTo>
                    <a:lnTo>
                      <a:pt x="12625" y="61782"/>
                    </a:lnTo>
                    <a:lnTo>
                      <a:pt x="126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2105;p64">
                <a:extLst>
                  <a:ext uri="{FF2B5EF4-FFF2-40B4-BE49-F238E27FC236}">
                    <a16:creationId xmlns:a16="http://schemas.microsoft.com/office/drawing/2014/main" id="{1E61A4FF-0EB1-2076-8894-29B5ECFE6ECA}"/>
                  </a:ext>
                </a:extLst>
              </p:cNvPr>
              <p:cNvSpPr/>
              <p:nvPr/>
            </p:nvSpPr>
            <p:spPr>
              <a:xfrm>
                <a:off x="3721100" y="3834450"/>
                <a:ext cx="158225" cy="1622875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64915" extrusionOk="0">
                    <a:moveTo>
                      <a:pt x="3165" y="1"/>
                    </a:moveTo>
                    <a:cubicBezTo>
                      <a:pt x="1436" y="1"/>
                      <a:pt x="0" y="1403"/>
                      <a:pt x="0" y="3132"/>
                    </a:cubicBezTo>
                    <a:lnTo>
                      <a:pt x="0" y="64914"/>
                    </a:lnTo>
                    <a:lnTo>
                      <a:pt x="6329" y="64914"/>
                    </a:lnTo>
                    <a:lnTo>
                      <a:pt x="6329" y="3132"/>
                    </a:lnTo>
                    <a:cubicBezTo>
                      <a:pt x="6329" y="1403"/>
                      <a:pt x="4893" y="1"/>
                      <a:pt x="3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2106;p64">
                <a:extLst>
                  <a:ext uri="{FF2B5EF4-FFF2-40B4-BE49-F238E27FC236}">
                    <a16:creationId xmlns:a16="http://schemas.microsoft.com/office/drawing/2014/main" id="{90FDA290-B390-5FC0-8025-BA5AB682FF49}"/>
                  </a:ext>
                </a:extLst>
              </p:cNvPr>
              <p:cNvSpPr/>
              <p:nvPr/>
            </p:nvSpPr>
            <p:spPr>
              <a:xfrm>
                <a:off x="4036700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32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2107;p64">
                <a:extLst>
                  <a:ext uri="{FF2B5EF4-FFF2-40B4-BE49-F238E27FC236}">
                    <a16:creationId xmlns:a16="http://schemas.microsoft.com/office/drawing/2014/main" id="{223B9B68-8567-0977-DC4F-4A4F2982345E}"/>
                  </a:ext>
                </a:extLst>
              </p:cNvPr>
              <p:cNvSpPr/>
              <p:nvPr/>
            </p:nvSpPr>
            <p:spPr>
              <a:xfrm>
                <a:off x="3406325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64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64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2108;p64">
                <a:extLst>
                  <a:ext uri="{FF2B5EF4-FFF2-40B4-BE49-F238E27FC236}">
                    <a16:creationId xmlns:a16="http://schemas.microsoft.com/office/drawing/2014/main" id="{C81CD97E-F840-5451-2817-0E1092532172}"/>
                  </a:ext>
                </a:extLst>
              </p:cNvPr>
              <p:cNvSpPr/>
              <p:nvPr/>
            </p:nvSpPr>
            <p:spPr>
              <a:xfrm>
                <a:off x="2697650" y="2569625"/>
                <a:ext cx="86607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643" h="22215" extrusionOk="0">
                    <a:moveTo>
                      <a:pt x="3458" y="0"/>
                    </a:moveTo>
                    <a:cubicBezTo>
                      <a:pt x="1599" y="0"/>
                      <a:pt x="98" y="1501"/>
                      <a:pt x="98" y="3327"/>
                    </a:cubicBezTo>
                    <a:lnTo>
                      <a:pt x="1" y="18854"/>
                    </a:lnTo>
                    <a:cubicBezTo>
                      <a:pt x="1" y="20714"/>
                      <a:pt x="1501" y="22214"/>
                      <a:pt x="3360" y="22214"/>
                    </a:cubicBezTo>
                    <a:lnTo>
                      <a:pt x="31283" y="22214"/>
                    </a:lnTo>
                    <a:cubicBezTo>
                      <a:pt x="33142" y="22214"/>
                      <a:pt x="34643" y="20714"/>
                      <a:pt x="34643" y="18854"/>
                    </a:cubicBezTo>
                    <a:lnTo>
                      <a:pt x="34643" y="3360"/>
                    </a:lnTo>
                    <a:cubicBezTo>
                      <a:pt x="34643" y="1501"/>
                      <a:pt x="33142" y="0"/>
                      <a:pt x="312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2109;p64">
                <a:extLst>
                  <a:ext uri="{FF2B5EF4-FFF2-40B4-BE49-F238E27FC236}">
                    <a16:creationId xmlns:a16="http://schemas.microsoft.com/office/drawing/2014/main" id="{F3924ADD-94D7-68BD-C49E-3B14B6D56573}"/>
                  </a:ext>
                </a:extLst>
              </p:cNvPr>
              <p:cNvSpPr/>
              <p:nvPr/>
            </p:nvSpPr>
            <p:spPr>
              <a:xfrm>
                <a:off x="3164925" y="2569625"/>
                <a:ext cx="39880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22215" extrusionOk="0">
                    <a:moveTo>
                      <a:pt x="1" y="0"/>
                    </a:moveTo>
                    <a:cubicBezTo>
                      <a:pt x="1860" y="0"/>
                      <a:pt x="3361" y="1501"/>
                      <a:pt x="3361" y="3360"/>
                    </a:cubicBezTo>
                    <a:lnTo>
                      <a:pt x="3361" y="18854"/>
                    </a:lnTo>
                    <a:cubicBezTo>
                      <a:pt x="3361" y="20714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14"/>
                      <a:pt x="15952" y="18854"/>
                    </a:cubicBezTo>
                    <a:lnTo>
                      <a:pt x="15952" y="3360"/>
                    </a:lnTo>
                    <a:cubicBezTo>
                      <a:pt x="15952" y="1501"/>
                      <a:pt x="14451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2110;p64">
                <a:extLst>
                  <a:ext uri="{FF2B5EF4-FFF2-40B4-BE49-F238E27FC236}">
                    <a16:creationId xmlns:a16="http://schemas.microsoft.com/office/drawing/2014/main" id="{A060C096-B58D-7CFB-7571-69AFDCDA2AA7}"/>
                  </a:ext>
                </a:extLst>
              </p:cNvPr>
              <p:cNvSpPr/>
              <p:nvPr/>
            </p:nvSpPr>
            <p:spPr>
              <a:xfrm>
                <a:off x="4036700" y="2569625"/>
                <a:ext cx="86362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545" h="22215" extrusionOk="0">
                    <a:moveTo>
                      <a:pt x="3360" y="0"/>
                    </a:moveTo>
                    <a:cubicBezTo>
                      <a:pt x="1501" y="0"/>
                      <a:pt x="0" y="1501"/>
                      <a:pt x="0" y="3360"/>
                    </a:cubicBezTo>
                    <a:lnTo>
                      <a:pt x="0" y="18854"/>
                    </a:lnTo>
                    <a:cubicBezTo>
                      <a:pt x="0" y="20714"/>
                      <a:pt x="1501" y="22214"/>
                      <a:pt x="3360" y="22214"/>
                    </a:cubicBezTo>
                    <a:lnTo>
                      <a:pt x="31087" y="22214"/>
                    </a:lnTo>
                    <a:cubicBezTo>
                      <a:pt x="32946" y="22214"/>
                      <a:pt x="34447" y="20746"/>
                      <a:pt x="34447" y="18887"/>
                    </a:cubicBezTo>
                    <a:lnTo>
                      <a:pt x="34545" y="3360"/>
                    </a:lnTo>
                    <a:cubicBezTo>
                      <a:pt x="34545" y="1501"/>
                      <a:pt x="33044" y="0"/>
                      <a:pt x="311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2111;p64">
                <a:extLst>
                  <a:ext uri="{FF2B5EF4-FFF2-40B4-BE49-F238E27FC236}">
                    <a16:creationId xmlns:a16="http://schemas.microsoft.com/office/drawing/2014/main" id="{C99422DC-F85E-0804-DCD4-5C52E0EF10E8}"/>
                  </a:ext>
                </a:extLst>
              </p:cNvPr>
              <p:cNvSpPr/>
              <p:nvPr/>
            </p:nvSpPr>
            <p:spPr>
              <a:xfrm>
                <a:off x="4499075" y="2569625"/>
                <a:ext cx="40125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6050" h="22215" extrusionOk="0">
                    <a:moveTo>
                      <a:pt x="66" y="0"/>
                    </a:moveTo>
                    <a:cubicBezTo>
                      <a:pt x="1925" y="0"/>
                      <a:pt x="3426" y="1501"/>
                      <a:pt x="3426" y="3360"/>
                    </a:cubicBezTo>
                    <a:lnTo>
                      <a:pt x="3361" y="18887"/>
                    </a:lnTo>
                    <a:cubicBezTo>
                      <a:pt x="3361" y="20746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46"/>
                      <a:pt x="15952" y="18887"/>
                    </a:cubicBezTo>
                    <a:lnTo>
                      <a:pt x="16050" y="3360"/>
                    </a:lnTo>
                    <a:cubicBezTo>
                      <a:pt x="16050" y="1501"/>
                      <a:pt x="14549" y="0"/>
                      <a:pt x="126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2112;p64">
                <a:extLst>
                  <a:ext uri="{FF2B5EF4-FFF2-40B4-BE49-F238E27FC236}">
                    <a16:creationId xmlns:a16="http://schemas.microsoft.com/office/drawing/2014/main" id="{F096E9D2-D00A-8ADD-0A9D-D81D499F1370}"/>
                  </a:ext>
                </a:extLst>
              </p:cNvPr>
              <p:cNvSpPr/>
              <p:nvPr/>
            </p:nvSpPr>
            <p:spPr>
              <a:xfrm>
                <a:off x="5370025" y="1904175"/>
                <a:ext cx="1039800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2" h="142126" extrusionOk="0">
                    <a:moveTo>
                      <a:pt x="1" y="0"/>
                    </a:moveTo>
                    <a:lnTo>
                      <a:pt x="1" y="142125"/>
                    </a:lnTo>
                    <a:lnTo>
                      <a:pt x="38231" y="142125"/>
                    </a:lnTo>
                    <a:cubicBezTo>
                      <a:pt x="40091" y="142125"/>
                      <a:pt x="41591" y="140625"/>
                      <a:pt x="41591" y="138765"/>
                    </a:cubicBezTo>
                    <a:lnTo>
                      <a:pt x="41591" y="12592"/>
                    </a:lnTo>
                    <a:cubicBezTo>
                      <a:pt x="41591" y="5644"/>
                      <a:pt x="35948" y="0"/>
                      <a:pt x="290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2113;p64">
                <a:extLst>
                  <a:ext uri="{FF2B5EF4-FFF2-40B4-BE49-F238E27FC236}">
                    <a16:creationId xmlns:a16="http://schemas.microsoft.com/office/drawing/2014/main" id="{369EAD16-BE91-8ED0-BCBD-9E21BBAA0E53}"/>
                  </a:ext>
                </a:extLst>
              </p:cNvPr>
              <p:cNvSpPr/>
              <p:nvPr/>
            </p:nvSpPr>
            <p:spPr>
              <a:xfrm>
                <a:off x="5779400" y="1904175"/>
                <a:ext cx="6304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42126" extrusionOk="0">
                    <a:moveTo>
                      <a:pt x="1" y="0"/>
                    </a:moveTo>
                    <a:cubicBezTo>
                      <a:pt x="6982" y="0"/>
                      <a:pt x="12625" y="5644"/>
                      <a:pt x="12625" y="12592"/>
                    </a:cubicBezTo>
                    <a:lnTo>
                      <a:pt x="12625" y="138765"/>
                    </a:lnTo>
                    <a:cubicBezTo>
                      <a:pt x="12625" y="140625"/>
                      <a:pt x="11124" y="142125"/>
                      <a:pt x="9265" y="142125"/>
                    </a:cubicBezTo>
                    <a:lnTo>
                      <a:pt x="21856" y="142125"/>
                    </a:lnTo>
                    <a:cubicBezTo>
                      <a:pt x="23716" y="142125"/>
                      <a:pt x="25216" y="140625"/>
                      <a:pt x="25216" y="138765"/>
                    </a:cubicBezTo>
                    <a:lnTo>
                      <a:pt x="25216" y="12592"/>
                    </a:lnTo>
                    <a:cubicBezTo>
                      <a:pt x="25216" y="5644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2114;p64">
                <a:extLst>
                  <a:ext uri="{FF2B5EF4-FFF2-40B4-BE49-F238E27FC236}">
                    <a16:creationId xmlns:a16="http://schemas.microsoft.com/office/drawing/2014/main" id="{FFD579BD-559A-7410-0084-6D754EE549B5}"/>
                  </a:ext>
                </a:extLst>
              </p:cNvPr>
              <p:cNvSpPr/>
              <p:nvPr/>
            </p:nvSpPr>
            <p:spPr>
              <a:xfrm>
                <a:off x="537002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93"/>
                    </a:lnTo>
                    <a:cubicBezTo>
                      <a:pt x="22704" y="1533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2115;p64">
                <a:extLst>
                  <a:ext uri="{FF2B5EF4-FFF2-40B4-BE49-F238E27FC236}">
                    <a16:creationId xmlns:a16="http://schemas.microsoft.com/office/drawing/2014/main" id="{27DAF636-8C71-0B1D-E6B3-B5272D3B8FE3}"/>
                  </a:ext>
                </a:extLst>
              </p:cNvPr>
              <p:cNvSpPr/>
              <p:nvPr/>
            </p:nvSpPr>
            <p:spPr>
              <a:xfrm>
                <a:off x="537002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1"/>
                    </a:moveTo>
                    <a:lnTo>
                      <a:pt x="1" y="22248"/>
                    </a:lnTo>
                    <a:lnTo>
                      <a:pt x="19247" y="22248"/>
                    </a:lnTo>
                    <a:cubicBezTo>
                      <a:pt x="21106" y="22248"/>
                      <a:pt x="22606" y="20747"/>
                      <a:pt x="22606" y="18888"/>
                    </a:cubicBezTo>
                    <a:lnTo>
                      <a:pt x="22704" y="3393"/>
                    </a:lnTo>
                    <a:cubicBezTo>
                      <a:pt x="22704" y="1534"/>
                      <a:pt x="21204" y="1"/>
                      <a:pt x="193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2116;p64">
                <a:extLst>
                  <a:ext uri="{FF2B5EF4-FFF2-40B4-BE49-F238E27FC236}">
                    <a16:creationId xmlns:a16="http://schemas.microsoft.com/office/drawing/2014/main" id="{1CABE47D-C77B-A9CD-81E4-D6B5B71093BF}"/>
                  </a:ext>
                </a:extLst>
              </p:cNvPr>
              <p:cNvSpPr/>
              <p:nvPr/>
            </p:nvSpPr>
            <p:spPr>
              <a:xfrm>
                <a:off x="537002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60"/>
                    </a:lnTo>
                    <a:cubicBezTo>
                      <a:pt x="22704" y="1501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2117;p64">
                <a:extLst>
                  <a:ext uri="{FF2B5EF4-FFF2-40B4-BE49-F238E27FC236}">
                    <a16:creationId xmlns:a16="http://schemas.microsoft.com/office/drawing/2014/main" id="{4C996AFC-8400-12CE-964F-CA1DE4BFF2AA}"/>
                  </a:ext>
                </a:extLst>
              </p:cNvPr>
              <p:cNvSpPr/>
              <p:nvPr/>
            </p:nvSpPr>
            <p:spPr>
              <a:xfrm>
                <a:off x="2859925" y="3597950"/>
                <a:ext cx="188057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75223" h="12593" extrusionOk="0">
                    <a:moveTo>
                      <a:pt x="2513" y="1"/>
                    </a:moveTo>
                    <a:cubicBezTo>
                      <a:pt x="1143" y="1"/>
                      <a:pt x="1" y="1110"/>
                      <a:pt x="1" y="2513"/>
                    </a:cubicBezTo>
                    <a:lnTo>
                      <a:pt x="1" y="10080"/>
                    </a:lnTo>
                    <a:cubicBezTo>
                      <a:pt x="1" y="11483"/>
                      <a:pt x="1143" y="12592"/>
                      <a:pt x="2513" y="12592"/>
                    </a:cubicBezTo>
                    <a:lnTo>
                      <a:pt x="72711" y="12592"/>
                    </a:lnTo>
                    <a:cubicBezTo>
                      <a:pt x="74081" y="12592"/>
                      <a:pt x="75222" y="11483"/>
                      <a:pt x="75222" y="10080"/>
                    </a:cubicBezTo>
                    <a:lnTo>
                      <a:pt x="75222" y="2513"/>
                    </a:lnTo>
                    <a:cubicBezTo>
                      <a:pt x="75222" y="1110"/>
                      <a:pt x="74081" y="1"/>
                      <a:pt x="727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2118;p64">
                <a:extLst>
                  <a:ext uri="{FF2B5EF4-FFF2-40B4-BE49-F238E27FC236}">
                    <a16:creationId xmlns:a16="http://schemas.microsoft.com/office/drawing/2014/main" id="{A76FEAE6-ED2D-9631-0C6C-58ECB868EE55}"/>
                  </a:ext>
                </a:extLst>
              </p:cNvPr>
              <p:cNvSpPr/>
              <p:nvPr/>
            </p:nvSpPr>
            <p:spPr>
              <a:xfrm>
                <a:off x="4362075" y="3597950"/>
                <a:ext cx="37842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2593" extrusionOk="0">
                    <a:moveTo>
                      <a:pt x="1" y="1"/>
                    </a:moveTo>
                    <a:cubicBezTo>
                      <a:pt x="1403" y="1"/>
                      <a:pt x="2545" y="1110"/>
                      <a:pt x="2545" y="2513"/>
                    </a:cubicBezTo>
                    <a:lnTo>
                      <a:pt x="2545" y="10080"/>
                    </a:lnTo>
                    <a:cubicBezTo>
                      <a:pt x="2545" y="11483"/>
                      <a:pt x="1403" y="12592"/>
                      <a:pt x="1" y="12592"/>
                    </a:cubicBezTo>
                    <a:lnTo>
                      <a:pt x="12625" y="12592"/>
                    </a:lnTo>
                    <a:cubicBezTo>
                      <a:pt x="13995" y="12592"/>
                      <a:pt x="15136" y="11483"/>
                      <a:pt x="15136" y="10080"/>
                    </a:cubicBezTo>
                    <a:lnTo>
                      <a:pt x="15136" y="2513"/>
                    </a:lnTo>
                    <a:cubicBezTo>
                      <a:pt x="15136" y="1110"/>
                      <a:pt x="13995" y="1"/>
                      <a:pt x="126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5" name="Google Shape;2119;p64">
              <a:extLst>
                <a:ext uri="{FF2B5EF4-FFF2-40B4-BE49-F238E27FC236}">
                  <a16:creationId xmlns:a16="http://schemas.microsoft.com/office/drawing/2014/main" id="{65257BBC-1FB5-7F4D-F2AC-0F8307B70FF5}"/>
                </a:ext>
              </a:extLst>
            </p:cNvPr>
            <p:cNvGrpSpPr/>
            <p:nvPr/>
          </p:nvGrpSpPr>
          <p:grpSpPr>
            <a:xfrm>
              <a:off x="4163325" y="1768613"/>
              <a:ext cx="817327" cy="817327"/>
              <a:chOff x="1190625" y="238125"/>
              <a:chExt cx="5219200" cy="5219200"/>
            </a:xfrm>
          </p:grpSpPr>
          <p:sp>
            <p:nvSpPr>
              <p:cNvPr id="1866" name="Google Shape;2120;p64">
                <a:extLst>
                  <a:ext uri="{FF2B5EF4-FFF2-40B4-BE49-F238E27FC236}">
                    <a16:creationId xmlns:a16="http://schemas.microsoft.com/office/drawing/2014/main" id="{DD850B07-9EA8-4EF6-BADF-1782108BC1F1}"/>
                  </a:ext>
                </a:extLst>
              </p:cNvPr>
              <p:cNvSpPr/>
              <p:nvPr/>
            </p:nvSpPr>
            <p:spPr>
              <a:xfrm>
                <a:off x="1190625" y="1904175"/>
                <a:ext cx="103977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1" h="142126" extrusionOk="0">
                    <a:moveTo>
                      <a:pt x="12591" y="0"/>
                    </a:moveTo>
                    <a:cubicBezTo>
                      <a:pt x="5643" y="0"/>
                      <a:pt x="0" y="5644"/>
                      <a:pt x="0" y="12592"/>
                    </a:cubicBezTo>
                    <a:lnTo>
                      <a:pt x="0" y="138765"/>
                    </a:lnTo>
                    <a:cubicBezTo>
                      <a:pt x="0" y="140625"/>
                      <a:pt x="1501" y="142125"/>
                      <a:pt x="3360" y="142125"/>
                    </a:cubicBezTo>
                    <a:lnTo>
                      <a:pt x="41590" y="142125"/>
                    </a:lnTo>
                    <a:lnTo>
                      <a:pt x="41590" y="0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2121;p64">
                <a:extLst>
                  <a:ext uri="{FF2B5EF4-FFF2-40B4-BE49-F238E27FC236}">
                    <a16:creationId xmlns:a16="http://schemas.microsoft.com/office/drawing/2014/main" id="{D880C3B4-B67F-63DA-E3EE-C5F2D17B2CF3}"/>
                  </a:ext>
                </a:extLst>
              </p:cNvPr>
              <p:cNvSpPr/>
              <p:nvPr/>
            </p:nvSpPr>
            <p:spPr>
              <a:xfrm>
                <a:off x="1914775" y="1904175"/>
                <a:ext cx="3156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42126" extrusionOk="0">
                    <a:moveTo>
                      <a:pt x="0" y="0"/>
                    </a:moveTo>
                    <a:lnTo>
                      <a:pt x="0" y="142125"/>
                    </a:lnTo>
                    <a:lnTo>
                      <a:pt x="12624" y="142125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2122;p64">
                <a:extLst>
                  <a:ext uri="{FF2B5EF4-FFF2-40B4-BE49-F238E27FC236}">
                    <a16:creationId xmlns:a16="http://schemas.microsoft.com/office/drawing/2014/main" id="{80947023-4A0A-7482-FE6C-FEB7BA092103}"/>
                  </a:ext>
                </a:extLst>
              </p:cNvPr>
              <p:cNvSpPr/>
              <p:nvPr/>
            </p:nvSpPr>
            <p:spPr>
              <a:xfrm>
                <a:off x="166277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33"/>
                      <a:pt x="1" y="3393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2123;p64">
                <a:extLst>
                  <a:ext uri="{FF2B5EF4-FFF2-40B4-BE49-F238E27FC236}">
                    <a16:creationId xmlns:a16="http://schemas.microsoft.com/office/drawing/2014/main" id="{59F7F990-0210-6AEB-D61D-6F9E1A0A5110}"/>
                  </a:ext>
                </a:extLst>
              </p:cNvPr>
              <p:cNvSpPr/>
              <p:nvPr/>
            </p:nvSpPr>
            <p:spPr>
              <a:xfrm>
                <a:off x="166277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1"/>
                    </a:moveTo>
                    <a:cubicBezTo>
                      <a:pt x="1501" y="1"/>
                      <a:pt x="1" y="1534"/>
                      <a:pt x="1" y="3393"/>
                    </a:cubicBezTo>
                    <a:lnTo>
                      <a:pt x="99" y="18888"/>
                    </a:lnTo>
                    <a:cubicBezTo>
                      <a:pt x="99" y="20747"/>
                      <a:pt x="1599" y="22248"/>
                      <a:pt x="3459" y="22248"/>
                    </a:cubicBezTo>
                    <a:lnTo>
                      <a:pt x="22704" y="22248"/>
                    </a:lnTo>
                    <a:lnTo>
                      <a:pt x="2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2124;p64">
                <a:extLst>
                  <a:ext uri="{FF2B5EF4-FFF2-40B4-BE49-F238E27FC236}">
                    <a16:creationId xmlns:a16="http://schemas.microsoft.com/office/drawing/2014/main" id="{2DEED75C-82AE-C6CA-D88A-BC002865AC21}"/>
                  </a:ext>
                </a:extLst>
              </p:cNvPr>
              <p:cNvSpPr/>
              <p:nvPr/>
            </p:nvSpPr>
            <p:spPr>
              <a:xfrm>
                <a:off x="1914775" y="23763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2125;p64">
                <a:extLst>
                  <a:ext uri="{FF2B5EF4-FFF2-40B4-BE49-F238E27FC236}">
                    <a16:creationId xmlns:a16="http://schemas.microsoft.com/office/drawing/2014/main" id="{5B95A83D-F74A-7FFC-AD41-3D409B9129F3}"/>
                  </a:ext>
                </a:extLst>
              </p:cNvPr>
              <p:cNvSpPr/>
              <p:nvPr/>
            </p:nvSpPr>
            <p:spPr>
              <a:xfrm>
                <a:off x="1914775" y="3404675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1"/>
                    </a:moveTo>
                    <a:lnTo>
                      <a:pt x="0" y="22248"/>
                    </a:lnTo>
                    <a:lnTo>
                      <a:pt x="12624" y="22248"/>
                    </a:lnTo>
                    <a:lnTo>
                      <a:pt x="126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2126;p64">
                <a:extLst>
                  <a:ext uri="{FF2B5EF4-FFF2-40B4-BE49-F238E27FC236}">
                    <a16:creationId xmlns:a16="http://schemas.microsoft.com/office/drawing/2014/main" id="{13275F46-2979-E602-F911-DB44B37B8B18}"/>
                  </a:ext>
                </a:extLst>
              </p:cNvPr>
              <p:cNvSpPr/>
              <p:nvPr/>
            </p:nvSpPr>
            <p:spPr>
              <a:xfrm>
                <a:off x="166277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01"/>
                      <a:pt x="1" y="3360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2127;p64">
                <a:extLst>
                  <a:ext uri="{FF2B5EF4-FFF2-40B4-BE49-F238E27FC236}">
                    <a16:creationId xmlns:a16="http://schemas.microsoft.com/office/drawing/2014/main" id="{A77A0BE2-5137-2BE4-96DC-BCAEFC4E9F80}"/>
                  </a:ext>
                </a:extLst>
              </p:cNvPr>
              <p:cNvSpPr/>
              <p:nvPr/>
            </p:nvSpPr>
            <p:spPr>
              <a:xfrm>
                <a:off x="1914775" y="44289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2128;p64">
                <a:extLst>
                  <a:ext uri="{FF2B5EF4-FFF2-40B4-BE49-F238E27FC236}">
                    <a16:creationId xmlns:a16="http://schemas.microsoft.com/office/drawing/2014/main" id="{083B6889-232F-424E-CB5C-625270F98B22}"/>
                  </a:ext>
                </a:extLst>
              </p:cNvPr>
              <p:cNvSpPr/>
              <p:nvPr/>
            </p:nvSpPr>
            <p:spPr>
              <a:xfrm>
                <a:off x="2224650" y="1167775"/>
                <a:ext cx="3145400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125816" h="171582" extrusionOk="0">
                    <a:moveTo>
                      <a:pt x="12625" y="1"/>
                    </a:moveTo>
                    <a:cubicBezTo>
                      <a:pt x="5644" y="1"/>
                      <a:pt x="1" y="5644"/>
                      <a:pt x="1" y="12592"/>
                    </a:cubicBezTo>
                    <a:lnTo>
                      <a:pt x="1" y="171581"/>
                    </a:lnTo>
                    <a:lnTo>
                      <a:pt x="31707" y="171581"/>
                    </a:lnTo>
                    <a:lnTo>
                      <a:pt x="63023" y="165285"/>
                    </a:lnTo>
                    <a:lnTo>
                      <a:pt x="94338" y="171581"/>
                    </a:lnTo>
                    <a:lnTo>
                      <a:pt x="125816" y="171581"/>
                    </a:lnTo>
                    <a:lnTo>
                      <a:pt x="125816" y="12592"/>
                    </a:lnTo>
                    <a:cubicBezTo>
                      <a:pt x="125816" y="5644"/>
                      <a:pt x="120205" y="1"/>
                      <a:pt x="113225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2129;p64">
                <a:extLst>
                  <a:ext uri="{FF2B5EF4-FFF2-40B4-BE49-F238E27FC236}">
                    <a16:creationId xmlns:a16="http://schemas.microsoft.com/office/drawing/2014/main" id="{93E067CC-7DF3-1B8B-6257-4F9041ED23AF}"/>
                  </a:ext>
                </a:extLst>
              </p:cNvPr>
              <p:cNvSpPr/>
              <p:nvPr/>
            </p:nvSpPr>
            <p:spPr>
              <a:xfrm>
                <a:off x="4740475" y="1167775"/>
                <a:ext cx="629575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25183" h="171582" extrusionOk="0">
                    <a:moveTo>
                      <a:pt x="0" y="1"/>
                    </a:moveTo>
                    <a:cubicBezTo>
                      <a:pt x="6948" y="1"/>
                      <a:pt x="12592" y="5644"/>
                      <a:pt x="12592" y="12592"/>
                    </a:cubicBezTo>
                    <a:lnTo>
                      <a:pt x="12592" y="171581"/>
                    </a:lnTo>
                    <a:lnTo>
                      <a:pt x="25183" y="171581"/>
                    </a:lnTo>
                    <a:lnTo>
                      <a:pt x="25183" y="12592"/>
                    </a:lnTo>
                    <a:cubicBezTo>
                      <a:pt x="25183" y="5644"/>
                      <a:pt x="19572" y="1"/>
                      <a:pt x="125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2130;p64">
                <a:extLst>
                  <a:ext uri="{FF2B5EF4-FFF2-40B4-BE49-F238E27FC236}">
                    <a16:creationId xmlns:a16="http://schemas.microsoft.com/office/drawing/2014/main" id="{B1A514EA-D3BD-9DBA-4E70-262D0CB295BD}"/>
                  </a:ext>
                </a:extLst>
              </p:cNvPr>
              <p:cNvSpPr/>
              <p:nvPr/>
            </p:nvSpPr>
            <p:spPr>
              <a:xfrm>
                <a:off x="2870525" y="238125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87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87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2131;p64">
                <a:extLst>
                  <a:ext uri="{FF2B5EF4-FFF2-40B4-BE49-F238E27FC236}">
                    <a16:creationId xmlns:a16="http://schemas.microsoft.com/office/drawing/2014/main" id="{2DEE2472-3B70-0405-A482-C821653FD3EC}"/>
                  </a:ext>
                </a:extLst>
              </p:cNvPr>
              <p:cNvSpPr/>
              <p:nvPr/>
            </p:nvSpPr>
            <p:spPr>
              <a:xfrm>
                <a:off x="3642800" y="238125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96"/>
                      <a:pt x="1" y="522"/>
                    </a:cubicBezTo>
                    <a:cubicBezTo>
                      <a:pt x="17518" y="3523"/>
                      <a:pt x="30859" y="18822"/>
                      <a:pt x="30859" y="37187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78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87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2132;p64">
                <a:extLst>
                  <a:ext uri="{FF2B5EF4-FFF2-40B4-BE49-F238E27FC236}">
                    <a16:creationId xmlns:a16="http://schemas.microsoft.com/office/drawing/2014/main" id="{07E0D655-BD30-34D6-58F1-4D67F53E949F}"/>
                  </a:ext>
                </a:extLst>
              </p:cNvPr>
              <p:cNvSpPr/>
              <p:nvPr/>
            </p:nvSpPr>
            <p:spPr>
              <a:xfrm>
                <a:off x="3186125" y="55290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0"/>
                    </a:moveTo>
                    <a:cubicBezTo>
                      <a:pt x="19377" y="0"/>
                      <a:pt x="18268" y="1142"/>
                      <a:pt x="18268" y="2545"/>
                    </a:cubicBezTo>
                    <a:lnTo>
                      <a:pt x="18268" y="17028"/>
                    </a:lnTo>
                    <a:cubicBezTo>
                      <a:pt x="18268" y="17713"/>
                      <a:pt x="17713" y="18267"/>
                      <a:pt x="16996" y="18267"/>
                    </a:cubicBezTo>
                    <a:lnTo>
                      <a:pt x="2513" y="18267"/>
                    </a:lnTo>
                    <a:cubicBezTo>
                      <a:pt x="1110" y="18267"/>
                      <a:pt x="1" y="19409"/>
                      <a:pt x="1" y="20812"/>
                    </a:cubicBezTo>
                    <a:lnTo>
                      <a:pt x="1" y="28380"/>
                    </a:lnTo>
                    <a:cubicBezTo>
                      <a:pt x="1" y="29750"/>
                      <a:pt x="1110" y="30891"/>
                      <a:pt x="2513" y="30891"/>
                    </a:cubicBezTo>
                    <a:lnTo>
                      <a:pt x="16996" y="30891"/>
                    </a:lnTo>
                    <a:cubicBezTo>
                      <a:pt x="17713" y="30891"/>
                      <a:pt x="18268" y="31446"/>
                      <a:pt x="18268" y="32131"/>
                    </a:cubicBezTo>
                    <a:lnTo>
                      <a:pt x="18268" y="46647"/>
                    </a:lnTo>
                    <a:cubicBezTo>
                      <a:pt x="18268" y="48017"/>
                      <a:pt x="19377" y="49158"/>
                      <a:pt x="20780" y="49158"/>
                    </a:cubicBezTo>
                    <a:lnTo>
                      <a:pt x="28347" y="49158"/>
                    </a:lnTo>
                    <a:cubicBezTo>
                      <a:pt x="29750" y="49158"/>
                      <a:pt x="30859" y="48017"/>
                      <a:pt x="30859" y="46647"/>
                    </a:cubicBezTo>
                    <a:lnTo>
                      <a:pt x="30859" y="32131"/>
                    </a:lnTo>
                    <a:cubicBezTo>
                      <a:pt x="30859" y="31446"/>
                      <a:pt x="31414" y="30891"/>
                      <a:pt x="32131" y="30891"/>
                    </a:cubicBezTo>
                    <a:lnTo>
                      <a:pt x="46615" y="30891"/>
                    </a:lnTo>
                    <a:cubicBezTo>
                      <a:pt x="48017" y="30891"/>
                      <a:pt x="49126" y="29750"/>
                      <a:pt x="49126" y="28380"/>
                    </a:cubicBezTo>
                    <a:lnTo>
                      <a:pt x="49126" y="20812"/>
                    </a:lnTo>
                    <a:cubicBezTo>
                      <a:pt x="49126" y="19409"/>
                      <a:pt x="48017" y="18267"/>
                      <a:pt x="46615" y="18267"/>
                    </a:cubicBezTo>
                    <a:lnTo>
                      <a:pt x="32131" y="18267"/>
                    </a:lnTo>
                    <a:cubicBezTo>
                      <a:pt x="31414" y="18267"/>
                      <a:pt x="30859" y="17713"/>
                      <a:pt x="30859" y="17028"/>
                    </a:cubicBezTo>
                    <a:lnTo>
                      <a:pt x="30859" y="2545"/>
                    </a:lnTo>
                    <a:cubicBezTo>
                      <a:pt x="30859" y="1142"/>
                      <a:pt x="29750" y="0"/>
                      <a:pt x="283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2133;p64">
                <a:extLst>
                  <a:ext uri="{FF2B5EF4-FFF2-40B4-BE49-F238E27FC236}">
                    <a16:creationId xmlns:a16="http://schemas.microsoft.com/office/drawing/2014/main" id="{9D2748D2-E92D-721C-BDF8-9ECD7FA2701E}"/>
                  </a:ext>
                </a:extLst>
              </p:cNvPr>
              <p:cNvSpPr/>
              <p:nvPr/>
            </p:nvSpPr>
            <p:spPr>
              <a:xfrm>
                <a:off x="3017325" y="3912750"/>
                <a:ext cx="156577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62631" h="61783" extrusionOk="0">
                    <a:moveTo>
                      <a:pt x="0" y="0"/>
                    </a:moveTo>
                    <a:lnTo>
                      <a:pt x="0" y="61782"/>
                    </a:lnTo>
                    <a:lnTo>
                      <a:pt x="62631" y="61782"/>
                    </a:lnTo>
                    <a:lnTo>
                      <a:pt x="626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2134;p64">
                <a:extLst>
                  <a:ext uri="{FF2B5EF4-FFF2-40B4-BE49-F238E27FC236}">
                    <a16:creationId xmlns:a16="http://schemas.microsoft.com/office/drawing/2014/main" id="{B8F7A97B-B1AD-7617-E5B1-2DF7E8421F09}"/>
                  </a:ext>
                </a:extLst>
              </p:cNvPr>
              <p:cNvSpPr/>
              <p:nvPr/>
            </p:nvSpPr>
            <p:spPr>
              <a:xfrm>
                <a:off x="4267475" y="3912750"/>
                <a:ext cx="31562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61783" extrusionOk="0">
                    <a:moveTo>
                      <a:pt x="1" y="0"/>
                    </a:moveTo>
                    <a:lnTo>
                      <a:pt x="1" y="61782"/>
                    </a:lnTo>
                    <a:lnTo>
                      <a:pt x="12625" y="61782"/>
                    </a:lnTo>
                    <a:lnTo>
                      <a:pt x="126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2135;p64">
                <a:extLst>
                  <a:ext uri="{FF2B5EF4-FFF2-40B4-BE49-F238E27FC236}">
                    <a16:creationId xmlns:a16="http://schemas.microsoft.com/office/drawing/2014/main" id="{017F5EB8-2876-21DE-7357-AC233D7BDCDD}"/>
                  </a:ext>
                </a:extLst>
              </p:cNvPr>
              <p:cNvSpPr/>
              <p:nvPr/>
            </p:nvSpPr>
            <p:spPr>
              <a:xfrm>
                <a:off x="3721100" y="3834450"/>
                <a:ext cx="158225" cy="1622875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64915" extrusionOk="0">
                    <a:moveTo>
                      <a:pt x="3165" y="1"/>
                    </a:moveTo>
                    <a:cubicBezTo>
                      <a:pt x="1436" y="1"/>
                      <a:pt x="0" y="1403"/>
                      <a:pt x="0" y="3132"/>
                    </a:cubicBezTo>
                    <a:lnTo>
                      <a:pt x="0" y="64914"/>
                    </a:lnTo>
                    <a:lnTo>
                      <a:pt x="6329" y="64914"/>
                    </a:lnTo>
                    <a:lnTo>
                      <a:pt x="6329" y="3132"/>
                    </a:lnTo>
                    <a:cubicBezTo>
                      <a:pt x="6329" y="1403"/>
                      <a:pt x="4893" y="1"/>
                      <a:pt x="3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2136;p64">
                <a:extLst>
                  <a:ext uri="{FF2B5EF4-FFF2-40B4-BE49-F238E27FC236}">
                    <a16:creationId xmlns:a16="http://schemas.microsoft.com/office/drawing/2014/main" id="{B25185F3-B60E-4D7F-570B-001E42150D75}"/>
                  </a:ext>
                </a:extLst>
              </p:cNvPr>
              <p:cNvSpPr/>
              <p:nvPr/>
            </p:nvSpPr>
            <p:spPr>
              <a:xfrm>
                <a:off x="4036700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32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2137;p64">
                <a:extLst>
                  <a:ext uri="{FF2B5EF4-FFF2-40B4-BE49-F238E27FC236}">
                    <a16:creationId xmlns:a16="http://schemas.microsoft.com/office/drawing/2014/main" id="{F548AE00-63B1-44C8-DCCD-70284D99428C}"/>
                  </a:ext>
                </a:extLst>
              </p:cNvPr>
              <p:cNvSpPr/>
              <p:nvPr/>
            </p:nvSpPr>
            <p:spPr>
              <a:xfrm>
                <a:off x="3406325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64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64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2138;p64">
                <a:extLst>
                  <a:ext uri="{FF2B5EF4-FFF2-40B4-BE49-F238E27FC236}">
                    <a16:creationId xmlns:a16="http://schemas.microsoft.com/office/drawing/2014/main" id="{200B62F6-87B2-38B5-F07F-566EB4D4FD75}"/>
                  </a:ext>
                </a:extLst>
              </p:cNvPr>
              <p:cNvSpPr/>
              <p:nvPr/>
            </p:nvSpPr>
            <p:spPr>
              <a:xfrm>
                <a:off x="2697650" y="2569625"/>
                <a:ext cx="86607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643" h="22215" extrusionOk="0">
                    <a:moveTo>
                      <a:pt x="3458" y="0"/>
                    </a:moveTo>
                    <a:cubicBezTo>
                      <a:pt x="1599" y="0"/>
                      <a:pt x="98" y="1501"/>
                      <a:pt x="98" y="3327"/>
                    </a:cubicBezTo>
                    <a:lnTo>
                      <a:pt x="1" y="18854"/>
                    </a:lnTo>
                    <a:cubicBezTo>
                      <a:pt x="1" y="20714"/>
                      <a:pt x="1501" y="22214"/>
                      <a:pt x="3360" y="22214"/>
                    </a:cubicBezTo>
                    <a:lnTo>
                      <a:pt x="31283" y="22214"/>
                    </a:lnTo>
                    <a:cubicBezTo>
                      <a:pt x="33142" y="22214"/>
                      <a:pt x="34643" y="20714"/>
                      <a:pt x="34643" y="18854"/>
                    </a:cubicBezTo>
                    <a:lnTo>
                      <a:pt x="34643" y="3360"/>
                    </a:lnTo>
                    <a:cubicBezTo>
                      <a:pt x="34643" y="1501"/>
                      <a:pt x="33142" y="0"/>
                      <a:pt x="312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2139;p64">
                <a:extLst>
                  <a:ext uri="{FF2B5EF4-FFF2-40B4-BE49-F238E27FC236}">
                    <a16:creationId xmlns:a16="http://schemas.microsoft.com/office/drawing/2014/main" id="{DC44CE1F-873B-777C-FD59-0D6113DAA222}"/>
                  </a:ext>
                </a:extLst>
              </p:cNvPr>
              <p:cNvSpPr/>
              <p:nvPr/>
            </p:nvSpPr>
            <p:spPr>
              <a:xfrm>
                <a:off x="3164925" y="2569625"/>
                <a:ext cx="39880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22215" extrusionOk="0">
                    <a:moveTo>
                      <a:pt x="1" y="0"/>
                    </a:moveTo>
                    <a:cubicBezTo>
                      <a:pt x="1860" y="0"/>
                      <a:pt x="3361" y="1501"/>
                      <a:pt x="3361" y="3360"/>
                    </a:cubicBezTo>
                    <a:lnTo>
                      <a:pt x="3361" y="18854"/>
                    </a:lnTo>
                    <a:cubicBezTo>
                      <a:pt x="3361" y="20714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14"/>
                      <a:pt x="15952" y="18854"/>
                    </a:cubicBezTo>
                    <a:lnTo>
                      <a:pt x="15952" y="3360"/>
                    </a:lnTo>
                    <a:cubicBezTo>
                      <a:pt x="15952" y="1501"/>
                      <a:pt x="14451" y="0"/>
                      <a:pt x="1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2140;p64">
                <a:extLst>
                  <a:ext uri="{FF2B5EF4-FFF2-40B4-BE49-F238E27FC236}">
                    <a16:creationId xmlns:a16="http://schemas.microsoft.com/office/drawing/2014/main" id="{22A1D587-A2A0-DC60-4B38-01DE929AACF7}"/>
                  </a:ext>
                </a:extLst>
              </p:cNvPr>
              <p:cNvSpPr/>
              <p:nvPr/>
            </p:nvSpPr>
            <p:spPr>
              <a:xfrm>
                <a:off x="4036700" y="2569625"/>
                <a:ext cx="86362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545" h="22215" extrusionOk="0">
                    <a:moveTo>
                      <a:pt x="3360" y="0"/>
                    </a:moveTo>
                    <a:cubicBezTo>
                      <a:pt x="1501" y="0"/>
                      <a:pt x="0" y="1501"/>
                      <a:pt x="0" y="3360"/>
                    </a:cubicBezTo>
                    <a:lnTo>
                      <a:pt x="0" y="18854"/>
                    </a:lnTo>
                    <a:cubicBezTo>
                      <a:pt x="0" y="20714"/>
                      <a:pt x="1501" y="22214"/>
                      <a:pt x="3360" y="22214"/>
                    </a:cubicBezTo>
                    <a:lnTo>
                      <a:pt x="31087" y="22214"/>
                    </a:lnTo>
                    <a:cubicBezTo>
                      <a:pt x="32946" y="22214"/>
                      <a:pt x="34447" y="20746"/>
                      <a:pt x="34447" y="18887"/>
                    </a:cubicBezTo>
                    <a:lnTo>
                      <a:pt x="34545" y="3360"/>
                    </a:lnTo>
                    <a:cubicBezTo>
                      <a:pt x="34545" y="1501"/>
                      <a:pt x="33044" y="0"/>
                      <a:pt x="311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2141;p64">
                <a:extLst>
                  <a:ext uri="{FF2B5EF4-FFF2-40B4-BE49-F238E27FC236}">
                    <a16:creationId xmlns:a16="http://schemas.microsoft.com/office/drawing/2014/main" id="{14BE5585-FC47-C1A5-71B8-450E3677C97D}"/>
                  </a:ext>
                </a:extLst>
              </p:cNvPr>
              <p:cNvSpPr/>
              <p:nvPr/>
            </p:nvSpPr>
            <p:spPr>
              <a:xfrm>
                <a:off x="4499075" y="2569625"/>
                <a:ext cx="40125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6050" h="22215" extrusionOk="0">
                    <a:moveTo>
                      <a:pt x="66" y="0"/>
                    </a:moveTo>
                    <a:cubicBezTo>
                      <a:pt x="1925" y="0"/>
                      <a:pt x="3426" y="1501"/>
                      <a:pt x="3426" y="3360"/>
                    </a:cubicBezTo>
                    <a:lnTo>
                      <a:pt x="3361" y="18887"/>
                    </a:lnTo>
                    <a:cubicBezTo>
                      <a:pt x="3361" y="20746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46"/>
                      <a:pt x="15952" y="18887"/>
                    </a:cubicBezTo>
                    <a:lnTo>
                      <a:pt x="16050" y="3360"/>
                    </a:lnTo>
                    <a:cubicBezTo>
                      <a:pt x="16050" y="1501"/>
                      <a:pt x="14549" y="0"/>
                      <a:pt x="126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2142;p64">
                <a:extLst>
                  <a:ext uri="{FF2B5EF4-FFF2-40B4-BE49-F238E27FC236}">
                    <a16:creationId xmlns:a16="http://schemas.microsoft.com/office/drawing/2014/main" id="{9FB8F683-C60D-FBC7-F959-360E080C7218}"/>
                  </a:ext>
                </a:extLst>
              </p:cNvPr>
              <p:cNvSpPr/>
              <p:nvPr/>
            </p:nvSpPr>
            <p:spPr>
              <a:xfrm>
                <a:off x="5370025" y="1904175"/>
                <a:ext cx="1039800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2" h="142126" extrusionOk="0">
                    <a:moveTo>
                      <a:pt x="1" y="0"/>
                    </a:moveTo>
                    <a:lnTo>
                      <a:pt x="1" y="142125"/>
                    </a:lnTo>
                    <a:lnTo>
                      <a:pt x="38231" y="142125"/>
                    </a:lnTo>
                    <a:cubicBezTo>
                      <a:pt x="40091" y="142125"/>
                      <a:pt x="41591" y="140625"/>
                      <a:pt x="41591" y="138765"/>
                    </a:cubicBezTo>
                    <a:lnTo>
                      <a:pt x="41591" y="12592"/>
                    </a:lnTo>
                    <a:cubicBezTo>
                      <a:pt x="41591" y="5644"/>
                      <a:pt x="35948" y="0"/>
                      <a:pt x="29000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2143;p64">
                <a:extLst>
                  <a:ext uri="{FF2B5EF4-FFF2-40B4-BE49-F238E27FC236}">
                    <a16:creationId xmlns:a16="http://schemas.microsoft.com/office/drawing/2014/main" id="{7EA63742-DBBB-BDE0-39B7-D435738146E6}"/>
                  </a:ext>
                </a:extLst>
              </p:cNvPr>
              <p:cNvSpPr/>
              <p:nvPr/>
            </p:nvSpPr>
            <p:spPr>
              <a:xfrm>
                <a:off x="5779400" y="1904175"/>
                <a:ext cx="6304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42126" extrusionOk="0">
                    <a:moveTo>
                      <a:pt x="1" y="0"/>
                    </a:moveTo>
                    <a:cubicBezTo>
                      <a:pt x="6982" y="0"/>
                      <a:pt x="12625" y="5644"/>
                      <a:pt x="12625" y="12592"/>
                    </a:cubicBezTo>
                    <a:lnTo>
                      <a:pt x="12625" y="138765"/>
                    </a:lnTo>
                    <a:cubicBezTo>
                      <a:pt x="12625" y="140625"/>
                      <a:pt x="11124" y="142125"/>
                      <a:pt x="9265" y="142125"/>
                    </a:cubicBezTo>
                    <a:lnTo>
                      <a:pt x="21856" y="142125"/>
                    </a:lnTo>
                    <a:cubicBezTo>
                      <a:pt x="23716" y="142125"/>
                      <a:pt x="25216" y="140625"/>
                      <a:pt x="25216" y="138765"/>
                    </a:cubicBezTo>
                    <a:lnTo>
                      <a:pt x="25216" y="12592"/>
                    </a:lnTo>
                    <a:cubicBezTo>
                      <a:pt x="25216" y="5644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2144;p64">
                <a:extLst>
                  <a:ext uri="{FF2B5EF4-FFF2-40B4-BE49-F238E27FC236}">
                    <a16:creationId xmlns:a16="http://schemas.microsoft.com/office/drawing/2014/main" id="{09017614-DBD9-F840-7EE2-2BD47AEC8249}"/>
                  </a:ext>
                </a:extLst>
              </p:cNvPr>
              <p:cNvSpPr/>
              <p:nvPr/>
            </p:nvSpPr>
            <p:spPr>
              <a:xfrm>
                <a:off x="537002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93"/>
                    </a:lnTo>
                    <a:cubicBezTo>
                      <a:pt x="22704" y="1533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2145;p64">
                <a:extLst>
                  <a:ext uri="{FF2B5EF4-FFF2-40B4-BE49-F238E27FC236}">
                    <a16:creationId xmlns:a16="http://schemas.microsoft.com/office/drawing/2014/main" id="{2F2D65DA-881D-C5C7-ACE3-75BC1D2B7776}"/>
                  </a:ext>
                </a:extLst>
              </p:cNvPr>
              <p:cNvSpPr/>
              <p:nvPr/>
            </p:nvSpPr>
            <p:spPr>
              <a:xfrm>
                <a:off x="537002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1"/>
                    </a:moveTo>
                    <a:lnTo>
                      <a:pt x="1" y="22248"/>
                    </a:lnTo>
                    <a:lnTo>
                      <a:pt x="19247" y="22248"/>
                    </a:lnTo>
                    <a:cubicBezTo>
                      <a:pt x="21106" y="22248"/>
                      <a:pt x="22606" y="20747"/>
                      <a:pt x="22606" y="18888"/>
                    </a:cubicBezTo>
                    <a:lnTo>
                      <a:pt x="22704" y="3393"/>
                    </a:lnTo>
                    <a:cubicBezTo>
                      <a:pt x="22704" y="1534"/>
                      <a:pt x="21204" y="1"/>
                      <a:pt x="19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2146;p64">
                <a:extLst>
                  <a:ext uri="{FF2B5EF4-FFF2-40B4-BE49-F238E27FC236}">
                    <a16:creationId xmlns:a16="http://schemas.microsoft.com/office/drawing/2014/main" id="{4EC94FA8-2B40-FDDD-BA32-524BC7A790A8}"/>
                  </a:ext>
                </a:extLst>
              </p:cNvPr>
              <p:cNvSpPr/>
              <p:nvPr/>
            </p:nvSpPr>
            <p:spPr>
              <a:xfrm>
                <a:off x="537002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60"/>
                    </a:lnTo>
                    <a:cubicBezTo>
                      <a:pt x="22704" y="1501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2147;p64">
                <a:extLst>
                  <a:ext uri="{FF2B5EF4-FFF2-40B4-BE49-F238E27FC236}">
                    <a16:creationId xmlns:a16="http://schemas.microsoft.com/office/drawing/2014/main" id="{79A18F88-2DB6-D145-8F89-37928E7A2C67}"/>
                  </a:ext>
                </a:extLst>
              </p:cNvPr>
              <p:cNvSpPr/>
              <p:nvPr/>
            </p:nvSpPr>
            <p:spPr>
              <a:xfrm>
                <a:off x="2859925" y="3597950"/>
                <a:ext cx="188057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75223" h="12593" extrusionOk="0">
                    <a:moveTo>
                      <a:pt x="2513" y="1"/>
                    </a:moveTo>
                    <a:cubicBezTo>
                      <a:pt x="1143" y="1"/>
                      <a:pt x="1" y="1110"/>
                      <a:pt x="1" y="2513"/>
                    </a:cubicBezTo>
                    <a:lnTo>
                      <a:pt x="1" y="10080"/>
                    </a:lnTo>
                    <a:cubicBezTo>
                      <a:pt x="1" y="11483"/>
                      <a:pt x="1143" y="12592"/>
                      <a:pt x="2513" y="12592"/>
                    </a:cubicBezTo>
                    <a:lnTo>
                      <a:pt x="72711" y="12592"/>
                    </a:lnTo>
                    <a:cubicBezTo>
                      <a:pt x="74081" y="12592"/>
                      <a:pt x="75222" y="11483"/>
                      <a:pt x="75222" y="10080"/>
                    </a:cubicBezTo>
                    <a:lnTo>
                      <a:pt x="75222" y="2513"/>
                    </a:lnTo>
                    <a:cubicBezTo>
                      <a:pt x="75222" y="1110"/>
                      <a:pt x="74081" y="1"/>
                      <a:pt x="7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2148;p64">
                <a:extLst>
                  <a:ext uri="{FF2B5EF4-FFF2-40B4-BE49-F238E27FC236}">
                    <a16:creationId xmlns:a16="http://schemas.microsoft.com/office/drawing/2014/main" id="{E57D8650-49BB-9792-8E52-5AC53E68C667}"/>
                  </a:ext>
                </a:extLst>
              </p:cNvPr>
              <p:cNvSpPr/>
              <p:nvPr/>
            </p:nvSpPr>
            <p:spPr>
              <a:xfrm>
                <a:off x="4362075" y="3597950"/>
                <a:ext cx="37842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2593" extrusionOk="0">
                    <a:moveTo>
                      <a:pt x="1" y="1"/>
                    </a:moveTo>
                    <a:cubicBezTo>
                      <a:pt x="1403" y="1"/>
                      <a:pt x="2545" y="1110"/>
                      <a:pt x="2545" y="2513"/>
                    </a:cubicBezTo>
                    <a:lnTo>
                      <a:pt x="2545" y="10080"/>
                    </a:lnTo>
                    <a:cubicBezTo>
                      <a:pt x="2545" y="11483"/>
                      <a:pt x="1403" y="12592"/>
                      <a:pt x="1" y="12592"/>
                    </a:cubicBezTo>
                    <a:lnTo>
                      <a:pt x="12625" y="12592"/>
                    </a:lnTo>
                    <a:cubicBezTo>
                      <a:pt x="13995" y="12592"/>
                      <a:pt x="15136" y="11483"/>
                      <a:pt x="15136" y="10080"/>
                    </a:cubicBezTo>
                    <a:lnTo>
                      <a:pt x="15136" y="2513"/>
                    </a:lnTo>
                    <a:cubicBezTo>
                      <a:pt x="15136" y="1110"/>
                      <a:pt x="13995" y="1"/>
                      <a:pt x="126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4" name="Google Shape;2149;p64">
            <a:extLst>
              <a:ext uri="{FF2B5EF4-FFF2-40B4-BE49-F238E27FC236}">
                <a16:creationId xmlns:a16="http://schemas.microsoft.com/office/drawing/2014/main" id="{F0C84B9E-F004-73A2-405C-F0F17FFF423A}"/>
              </a:ext>
            </a:extLst>
          </p:cNvPr>
          <p:cNvGrpSpPr/>
          <p:nvPr/>
        </p:nvGrpSpPr>
        <p:grpSpPr>
          <a:xfrm>
            <a:off x="6721514" y="-890104"/>
            <a:ext cx="548925" cy="546194"/>
            <a:chOff x="6587151" y="1770704"/>
            <a:chExt cx="817218" cy="813151"/>
          </a:xfrm>
        </p:grpSpPr>
        <p:grpSp>
          <p:nvGrpSpPr>
            <p:cNvPr id="1925" name="Google Shape;2150;p64">
              <a:extLst>
                <a:ext uri="{FF2B5EF4-FFF2-40B4-BE49-F238E27FC236}">
                  <a16:creationId xmlns:a16="http://schemas.microsoft.com/office/drawing/2014/main" id="{9979455E-AF15-F1D3-71EF-21B9BA45F24B}"/>
                </a:ext>
              </a:extLst>
            </p:cNvPr>
            <p:cNvGrpSpPr/>
            <p:nvPr/>
          </p:nvGrpSpPr>
          <p:grpSpPr>
            <a:xfrm>
              <a:off x="6587151" y="1770704"/>
              <a:ext cx="817218" cy="813151"/>
              <a:chOff x="1183275" y="238125"/>
              <a:chExt cx="5245300" cy="5219200"/>
            </a:xfrm>
          </p:grpSpPr>
          <p:sp>
            <p:nvSpPr>
              <p:cNvPr id="1944" name="Google Shape;2151;p64">
                <a:extLst>
                  <a:ext uri="{FF2B5EF4-FFF2-40B4-BE49-F238E27FC236}">
                    <a16:creationId xmlns:a16="http://schemas.microsoft.com/office/drawing/2014/main" id="{4A400C27-BC16-E41E-075D-ADA2CC5E68D4}"/>
                  </a:ext>
                </a:extLst>
              </p:cNvPr>
              <p:cNvSpPr/>
              <p:nvPr/>
            </p:nvSpPr>
            <p:spPr>
              <a:xfrm>
                <a:off x="4919875" y="671150"/>
                <a:ext cx="1056900" cy="1056900"/>
              </a:xfrm>
              <a:custGeom>
                <a:avLst/>
                <a:gdLst/>
                <a:ahLst/>
                <a:cxnLst/>
                <a:rect l="l" t="t" r="r" b="b"/>
                <a:pathLst>
                  <a:path w="42276" h="42276" extrusionOk="0">
                    <a:moveTo>
                      <a:pt x="20486" y="0"/>
                    </a:moveTo>
                    <a:lnTo>
                      <a:pt x="1" y="20485"/>
                    </a:lnTo>
                    <a:lnTo>
                      <a:pt x="21758" y="42275"/>
                    </a:lnTo>
                    <a:lnTo>
                      <a:pt x="42276" y="21790"/>
                    </a:lnTo>
                    <a:lnTo>
                      <a:pt x="204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2152;p64">
                <a:extLst>
                  <a:ext uri="{FF2B5EF4-FFF2-40B4-BE49-F238E27FC236}">
                    <a16:creationId xmlns:a16="http://schemas.microsoft.com/office/drawing/2014/main" id="{6B4574FD-62F2-0DED-12DF-A290E9D40588}"/>
                  </a:ext>
                </a:extLst>
              </p:cNvPr>
              <p:cNvSpPr/>
              <p:nvPr/>
            </p:nvSpPr>
            <p:spPr>
              <a:xfrm>
                <a:off x="5246900" y="1011200"/>
                <a:ext cx="729875" cy="731525"/>
              </a:xfrm>
              <a:custGeom>
                <a:avLst/>
                <a:gdLst/>
                <a:ahLst/>
                <a:cxnLst/>
                <a:rect l="l" t="t" r="r" b="b"/>
                <a:pathLst>
                  <a:path w="29195" h="29261" extrusionOk="0">
                    <a:moveTo>
                      <a:pt x="21073" y="1"/>
                    </a:moveTo>
                    <a:lnTo>
                      <a:pt x="0" y="21040"/>
                    </a:lnTo>
                    <a:lnTo>
                      <a:pt x="8090" y="29261"/>
                    </a:lnTo>
                    <a:lnTo>
                      <a:pt x="29195" y="8156"/>
                    </a:lnTo>
                    <a:lnTo>
                      <a:pt x="2107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2153;p64">
                <a:extLst>
                  <a:ext uri="{FF2B5EF4-FFF2-40B4-BE49-F238E27FC236}">
                    <a16:creationId xmlns:a16="http://schemas.microsoft.com/office/drawing/2014/main" id="{C38F14AC-DE50-7711-2164-AED645449AA8}"/>
                  </a:ext>
                </a:extLst>
              </p:cNvPr>
              <p:cNvSpPr/>
              <p:nvPr/>
            </p:nvSpPr>
            <p:spPr>
              <a:xfrm>
                <a:off x="1183275" y="3996125"/>
                <a:ext cx="1476875" cy="1461200"/>
              </a:xfrm>
              <a:custGeom>
                <a:avLst/>
                <a:gdLst/>
                <a:ahLst/>
                <a:cxnLst/>
                <a:rect l="l" t="t" r="r" b="b"/>
                <a:pathLst>
                  <a:path w="59075" h="58448" extrusionOk="0">
                    <a:moveTo>
                      <a:pt x="55650" y="0"/>
                    </a:moveTo>
                    <a:cubicBezTo>
                      <a:pt x="54859" y="0"/>
                      <a:pt x="54068" y="302"/>
                      <a:pt x="53464" y="906"/>
                    </a:cubicBezTo>
                    <a:lnTo>
                      <a:pt x="1207" y="53163"/>
                    </a:lnTo>
                    <a:cubicBezTo>
                      <a:pt x="0" y="54370"/>
                      <a:pt x="0" y="56327"/>
                      <a:pt x="1207" y="57534"/>
                    </a:cubicBezTo>
                    <a:cubicBezTo>
                      <a:pt x="1795" y="58154"/>
                      <a:pt x="2610" y="58447"/>
                      <a:pt x="3393" y="58447"/>
                    </a:cubicBezTo>
                    <a:cubicBezTo>
                      <a:pt x="4176" y="58447"/>
                      <a:pt x="4991" y="58154"/>
                      <a:pt x="5578" y="57534"/>
                    </a:cubicBezTo>
                    <a:lnTo>
                      <a:pt x="57835" y="5277"/>
                    </a:lnTo>
                    <a:cubicBezTo>
                      <a:pt x="59075" y="4070"/>
                      <a:pt x="59075" y="2113"/>
                      <a:pt x="57835" y="906"/>
                    </a:cubicBezTo>
                    <a:cubicBezTo>
                      <a:pt x="57232" y="302"/>
                      <a:pt x="56441" y="0"/>
                      <a:pt x="556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2154;p64">
                <a:extLst>
                  <a:ext uri="{FF2B5EF4-FFF2-40B4-BE49-F238E27FC236}">
                    <a16:creationId xmlns:a16="http://schemas.microsoft.com/office/drawing/2014/main" id="{A87ED6B3-FDC5-ADC8-159B-0BF91D4578BF}"/>
                  </a:ext>
                </a:extLst>
              </p:cNvPr>
              <p:cNvSpPr/>
              <p:nvPr/>
            </p:nvSpPr>
            <p:spPr>
              <a:xfrm>
                <a:off x="5253425" y="238125"/>
                <a:ext cx="1175150" cy="1137625"/>
              </a:xfrm>
              <a:custGeom>
                <a:avLst/>
                <a:gdLst/>
                <a:ahLst/>
                <a:cxnLst/>
                <a:rect l="l" t="t" r="r" b="b"/>
                <a:pathLst>
                  <a:path w="47006" h="45505" extrusionOk="0">
                    <a:moveTo>
                      <a:pt x="8449" y="0"/>
                    </a:moveTo>
                    <a:cubicBezTo>
                      <a:pt x="6475" y="0"/>
                      <a:pt x="4502" y="750"/>
                      <a:pt x="3001" y="2251"/>
                    </a:cubicBezTo>
                    <a:cubicBezTo>
                      <a:pt x="0" y="5252"/>
                      <a:pt x="0" y="10145"/>
                      <a:pt x="3001" y="13146"/>
                    </a:cubicBezTo>
                    <a:lnTo>
                      <a:pt x="33109" y="43254"/>
                    </a:lnTo>
                    <a:cubicBezTo>
                      <a:pt x="34610" y="44754"/>
                      <a:pt x="36583" y="45505"/>
                      <a:pt x="38557" y="45505"/>
                    </a:cubicBezTo>
                    <a:cubicBezTo>
                      <a:pt x="40530" y="45505"/>
                      <a:pt x="42504" y="44754"/>
                      <a:pt x="44004" y="43254"/>
                    </a:cubicBezTo>
                    <a:cubicBezTo>
                      <a:pt x="47005" y="40253"/>
                      <a:pt x="47005" y="35360"/>
                      <a:pt x="44004" y="32359"/>
                    </a:cubicBezTo>
                    <a:lnTo>
                      <a:pt x="13896" y="2251"/>
                    </a:lnTo>
                    <a:cubicBezTo>
                      <a:pt x="12396" y="750"/>
                      <a:pt x="10422" y="0"/>
                      <a:pt x="84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2155;p64">
                <a:extLst>
                  <a:ext uri="{FF2B5EF4-FFF2-40B4-BE49-F238E27FC236}">
                    <a16:creationId xmlns:a16="http://schemas.microsoft.com/office/drawing/2014/main" id="{BAA25C1A-AC65-C575-29CF-F59ADD0BF16B}"/>
                  </a:ext>
                </a:extLst>
              </p:cNvPr>
              <p:cNvSpPr/>
              <p:nvPr/>
            </p:nvSpPr>
            <p:spPr>
              <a:xfrm>
                <a:off x="5926200" y="892150"/>
                <a:ext cx="502375" cy="483600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44" extrusionOk="0">
                    <a:moveTo>
                      <a:pt x="1" y="10863"/>
                    </a:moveTo>
                    <a:cubicBezTo>
                      <a:pt x="11" y="10873"/>
                      <a:pt x="21" y="10883"/>
                      <a:pt x="32" y="10894"/>
                    </a:cubicBezTo>
                    <a:lnTo>
                      <a:pt x="32" y="10894"/>
                    </a:lnTo>
                    <a:lnTo>
                      <a:pt x="1" y="10863"/>
                    </a:lnTo>
                    <a:close/>
                    <a:moveTo>
                      <a:pt x="10896" y="1"/>
                    </a:moveTo>
                    <a:lnTo>
                      <a:pt x="10896" y="1"/>
                    </a:lnTo>
                    <a:cubicBezTo>
                      <a:pt x="13897" y="3002"/>
                      <a:pt x="13896" y="7862"/>
                      <a:pt x="10896" y="10863"/>
                    </a:cubicBezTo>
                    <a:cubicBezTo>
                      <a:pt x="9379" y="12379"/>
                      <a:pt x="7405" y="13138"/>
                      <a:pt x="5436" y="13138"/>
                    </a:cubicBezTo>
                    <a:cubicBezTo>
                      <a:pt x="3480" y="13138"/>
                      <a:pt x="1528" y="12390"/>
                      <a:pt x="32" y="10894"/>
                    </a:cubicBezTo>
                    <a:lnTo>
                      <a:pt x="32" y="10894"/>
                    </a:lnTo>
                    <a:lnTo>
                      <a:pt x="6198" y="17093"/>
                    </a:lnTo>
                    <a:cubicBezTo>
                      <a:pt x="7699" y="18593"/>
                      <a:pt x="9672" y="19344"/>
                      <a:pt x="11646" y="19344"/>
                    </a:cubicBezTo>
                    <a:cubicBezTo>
                      <a:pt x="13619" y="19344"/>
                      <a:pt x="15593" y="18593"/>
                      <a:pt x="17093" y="17093"/>
                    </a:cubicBezTo>
                    <a:cubicBezTo>
                      <a:pt x="20094" y="14092"/>
                      <a:pt x="20094" y="9199"/>
                      <a:pt x="17093" y="6198"/>
                    </a:cubicBezTo>
                    <a:lnTo>
                      <a:pt x="1089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2156;p64">
                <a:extLst>
                  <a:ext uri="{FF2B5EF4-FFF2-40B4-BE49-F238E27FC236}">
                    <a16:creationId xmlns:a16="http://schemas.microsoft.com/office/drawing/2014/main" id="{A4C0B22B-3E0B-743B-AA65-5EA2FF3CAE36}"/>
                  </a:ext>
                </a:extLst>
              </p:cNvPr>
              <p:cNvSpPr/>
              <p:nvPr/>
            </p:nvSpPr>
            <p:spPr>
              <a:xfrm>
                <a:off x="4228325" y="782875"/>
                <a:ext cx="1655500" cy="1617750"/>
              </a:xfrm>
              <a:custGeom>
                <a:avLst/>
                <a:gdLst/>
                <a:ahLst/>
                <a:cxnLst/>
                <a:rect l="l" t="t" r="r" b="b"/>
                <a:pathLst>
                  <a:path w="66220" h="64710" extrusionOk="0">
                    <a:moveTo>
                      <a:pt x="8466" y="0"/>
                    </a:moveTo>
                    <a:cubicBezTo>
                      <a:pt x="6501" y="0"/>
                      <a:pt x="4535" y="750"/>
                      <a:pt x="3035" y="2251"/>
                    </a:cubicBezTo>
                    <a:cubicBezTo>
                      <a:pt x="1" y="5252"/>
                      <a:pt x="1" y="10112"/>
                      <a:pt x="3035" y="13146"/>
                    </a:cubicBezTo>
                    <a:lnTo>
                      <a:pt x="52356" y="62434"/>
                    </a:lnTo>
                    <a:cubicBezTo>
                      <a:pt x="53856" y="63951"/>
                      <a:pt x="55822" y="64710"/>
                      <a:pt x="57787" y="64710"/>
                    </a:cubicBezTo>
                    <a:cubicBezTo>
                      <a:pt x="59752" y="64710"/>
                      <a:pt x="61718" y="63951"/>
                      <a:pt x="63218" y="62434"/>
                    </a:cubicBezTo>
                    <a:cubicBezTo>
                      <a:pt x="66219" y="59433"/>
                      <a:pt x="66219" y="54573"/>
                      <a:pt x="63218" y="51572"/>
                    </a:cubicBezTo>
                    <a:lnTo>
                      <a:pt x="13897" y="2251"/>
                    </a:lnTo>
                    <a:cubicBezTo>
                      <a:pt x="12397" y="750"/>
                      <a:pt x="10431" y="0"/>
                      <a:pt x="84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2157;p64">
                <a:extLst>
                  <a:ext uri="{FF2B5EF4-FFF2-40B4-BE49-F238E27FC236}">
                    <a16:creationId xmlns:a16="http://schemas.microsoft.com/office/drawing/2014/main" id="{6B24461C-77AD-789E-F430-75457A104D8B}"/>
                  </a:ext>
                </a:extLst>
              </p:cNvPr>
              <p:cNvSpPr/>
              <p:nvPr/>
            </p:nvSpPr>
            <p:spPr>
              <a:xfrm>
                <a:off x="5381450" y="1916400"/>
                <a:ext cx="502375" cy="484225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69" extrusionOk="0">
                    <a:moveTo>
                      <a:pt x="10896" y="1"/>
                    </a:moveTo>
                    <a:lnTo>
                      <a:pt x="10924" y="30"/>
                    </a:lnTo>
                    <a:lnTo>
                      <a:pt x="10924" y="30"/>
                    </a:lnTo>
                    <a:cubicBezTo>
                      <a:pt x="10915" y="20"/>
                      <a:pt x="10905" y="10"/>
                      <a:pt x="10896" y="1"/>
                    </a:cubicBezTo>
                    <a:close/>
                    <a:moveTo>
                      <a:pt x="0" y="10896"/>
                    </a:moveTo>
                    <a:cubicBezTo>
                      <a:pt x="10" y="10905"/>
                      <a:pt x="20" y="10915"/>
                      <a:pt x="30" y="10925"/>
                    </a:cubicBezTo>
                    <a:lnTo>
                      <a:pt x="30" y="10925"/>
                    </a:lnTo>
                    <a:lnTo>
                      <a:pt x="0" y="10896"/>
                    </a:lnTo>
                    <a:close/>
                    <a:moveTo>
                      <a:pt x="10924" y="30"/>
                    </a:moveTo>
                    <a:cubicBezTo>
                      <a:pt x="13897" y="3033"/>
                      <a:pt x="13887" y="7904"/>
                      <a:pt x="10896" y="10896"/>
                    </a:cubicBezTo>
                    <a:cubicBezTo>
                      <a:pt x="9395" y="12396"/>
                      <a:pt x="7422" y="13146"/>
                      <a:pt x="5448" y="13146"/>
                    </a:cubicBezTo>
                    <a:cubicBezTo>
                      <a:pt x="3487" y="13146"/>
                      <a:pt x="1526" y="12406"/>
                      <a:pt x="30" y="10925"/>
                    </a:cubicBezTo>
                    <a:lnTo>
                      <a:pt x="30" y="10925"/>
                    </a:lnTo>
                    <a:lnTo>
                      <a:pt x="6231" y="17093"/>
                    </a:lnTo>
                    <a:cubicBezTo>
                      <a:pt x="7731" y="18610"/>
                      <a:pt x="9697" y="19369"/>
                      <a:pt x="11662" y="19369"/>
                    </a:cubicBezTo>
                    <a:cubicBezTo>
                      <a:pt x="13627" y="19369"/>
                      <a:pt x="15593" y="18610"/>
                      <a:pt x="17093" y="17093"/>
                    </a:cubicBezTo>
                    <a:cubicBezTo>
                      <a:pt x="20094" y="14092"/>
                      <a:pt x="20094" y="9232"/>
                      <a:pt x="17093" y="6231"/>
                    </a:cubicBezTo>
                    <a:lnTo>
                      <a:pt x="10924" y="3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2158;p64">
                <a:extLst>
                  <a:ext uri="{FF2B5EF4-FFF2-40B4-BE49-F238E27FC236}">
                    <a16:creationId xmlns:a16="http://schemas.microsoft.com/office/drawing/2014/main" id="{3DD8191C-7E78-3BCE-6B5F-6F5FE040FC56}"/>
                  </a:ext>
                </a:extLst>
              </p:cNvPr>
              <p:cNvSpPr/>
              <p:nvPr/>
            </p:nvSpPr>
            <p:spPr>
              <a:xfrm>
                <a:off x="5773700" y="1011200"/>
                <a:ext cx="203075" cy="20390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156" extrusionOk="0">
                    <a:moveTo>
                      <a:pt x="8123" y="8156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2159;p64">
                <a:extLst>
                  <a:ext uri="{FF2B5EF4-FFF2-40B4-BE49-F238E27FC236}">
                    <a16:creationId xmlns:a16="http://schemas.microsoft.com/office/drawing/2014/main" id="{D5C924F4-2324-115C-24C5-B7DA7C39B81E}"/>
                  </a:ext>
                </a:extLst>
              </p:cNvPr>
              <p:cNvSpPr/>
              <p:nvPr/>
            </p:nvSpPr>
            <p:spPr>
              <a:xfrm>
                <a:off x="2335575" y="3528650"/>
                <a:ext cx="783700" cy="773525"/>
              </a:xfrm>
              <a:custGeom>
                <a:avLst/>
                <a:gdLst/>
                <a:ahLst/>
                <a:cxnLst/>
                <a:rect l="l" t="t" r="r" b="b"/>
                <a:pathLst>
                  <a:path w="31348" h="30941" extrusionOk="0">
                    <a:moveTo>
                      <a:pt x="9558" y="0"/>
                    </a:moveTo>
                    <a:lnTo>
                      <a:pt x="1631" y="7927"/>
                    </a:lnTo>
                    <a:cubicBezTo>
                      <a:pt x="0" y="9558"/>
                      <a:pt x="0" y="12233"/>
                      <a:pt x="1631" y="13864"/>
                    </a:cubicBezTo>
                    <a:lnTo>
                      <a:pt x="17485" y="29717"/>
                    </a:lnTo>
                    <a:cubicBezTo>
                      <a:pt x="18300" y="30532"/>
                      <a:pt x="19376" y="30940"/>
                      <a:pt x="20453" y="30940"/>
                    </a:cubicBezTo>
                    <a:cubicBezTo>
                      <a:pt x="21529" y="30940"/>
                      <a:pt x="22606" y="30532"/>
                      <a:pt x="23421" y="29717"/>
                    </a:cubicBezTo>
                    <a:lnTo>
                      <a:pt x="31348" y="21790"/>
                    </a:lnTo>
                    <a:lnTo>
                      <a:pt x="955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2160;p64">
                <a:extLst>
                  <a:ext uri="{FF2B5EF4-FFF2-40B4-BE49-F238E27FC236}">
                    <a16:creationId xmlns:a16="http://schemas.microsoft.com/office/drawing/2014/main" id="{80C16BE0-9185-2BB0-540B-06EE9335A176}"/>
                  </a:ext>
                </a:extLst>
              </p:cNvPr>
              <p:cNvSpPr/>
              <p:nvPr/>
            </p:nvSpPr>
            <p:spPr>
              <a:xfrm>
                <a:off x="2616925" y="3918450"/>
                <a:ext cx="502350" cy="383725"/>
              </a:xfrm>
              <a:custGeom>
                <a:avLst/>
                <a:gdLst/>
                <a:ahLst/>
                <a:cxnLst/>
                <a:rect l="l" t="t" r="r" b="b"/>
                <a:pathLst>
                  <a:path w="20094" h="15349" extrusionOk="0">
                    <a:moveTo>
                      <a:pt x="13864" y="0"/>
                    </a:moveTo>
                    <a:lnTo>
                      <a:pt x="5970" y="7894"/>
                    </a:lnTo>
                    <a:cubicBezTo>
                      <a:pt x="5138" y="8726"/>
                      <a:pt x="4061" y="9142"/>
                      <a:pt x="2985" y="9142"/>
                    </a:cubicBezTo>
                    <a:cubicBezTo>
                      <a:pt x="1908" y="9142"/>
                      <a:pt x="832" y="8726"/>
                      <a:pt x="0" y="7895"/>
                    </a:cubicBezTo>
                    <a:lnTo>
                      <a:pt x="0" y="7895"/>
                    </a:lnTo>
                    <a:lnTo>
                      <a:pt x="6231" y="14125"/>
                    </a:lnTo>
                    <a:cubicBezTo>
                      <a:pt x="7046" y="14940"/>
                      <a:pt x="8122" y="15348"/>
                      <a:pt x="9199" y="15348"/>
                    </a:cubicBezTo>
                    <a:cubicBezTo>
                      <a:pt x="10275" y="15348"/>
                      <a:pt x="11352" y="14940"/>
                      <a:pt x="12167" y="14125"/>
                    </a:cubicBezTo>
                    <a:lnTo>
                      <a:pt x="20094" y="6198"/>
                    </a:lnTo>
                    <a:lnTo>
                      <a:pt x="1386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2161;p64">
                <a:extLst>
                  <a:ext uri="{FF2B5EF4-FFF2-40B4-BE49-F238E27FC236}">
                    <a16:creationId xmlns:a16="http://schemas.microsoft.com/office/drawing/2014/main" id="{D4D3C78A-3D90-3156-DAC9-B21BA9D78C13}"/>
                  </a:ext>
                </a:extLst>
              </p:cNvPr>
              <p:cNvSpPr/>
              <p:nvPr/>
            </p:nvSpPr>
            <p:spPr>
              <a:xfrm>
                <a:off x="2367375" y="1215075"/>
                <a:ext cx="30654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122619" h="122203" extrusionOk="0">
                    <a:moveTo>
                      <a:pt x="81615" y="1"/>
                    </a:moveTo>
                    <a:lnTo>
                      <a:pt x="1664" y="79985"/>
                    </a:lnTo>
                    <a:cubicBezTo>
                      <a:pt x="0" y="81615"/>
                      <a:pt x="0" y="84290"/>
                      <a:pt x="1664" y="85921"/>
                    </a:cubicBezTo>
                    <a:lnTo>
                      <a:pt x="36698" y="120955"/>
                    </a:lnTo>
                    <a:cubicBezTo>
                      <a:pt x="37513" y="121787"/>
                      <a:pt x="38590" y="122203"/>
                      <a:pt x="39666" y="122203"/>
                    </a:cubicBezTo>
                    <a:cubicBezTo>
                      <a:pt x="40743" y="122203"/>
                      <a:pt x="41819" y="121787"/>
                      <a:pt x="42635" y="120955"/>
                    </a:cubicBezTo>
                    <a:lnTo>
                      <a:pt x="122619" y="41004"/>
                    </a:lnTo>
                    <a:lnTo>
                      <a:pt x="8161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2162;p64">
                <a:extLst>
                  <a:ext uri="{FF2B5EF4-FFF2-40B4-BE49-F238E27FC236}">
                    <a16:creationId xmlns:a16="http://schemas.microsoft.com/office/drawing/2014/main" id="{FB781293-64D8-B9BD-7A64-41D1428B68B6}"/>
                  </a:ext>
                </a:extLst>
              </p:cNvPr>
              <p:cNvSpPr/>
              <p:nvPr/>
            </p:nvSpPr>
            <p:spPr>
              <a:xfrm>
                <a:off x="3204075" y="1215075"/>
                <a:ext cx="22287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89151" h="122203" extrusionOk="0">
                    <a:moveTo>
                      <a:pt x="48147" y="1"/>
                    </a:moveTo>
                    <a:lnTo>
                      <a:pt x="41950" y="6198"/>
                    </a:lnTo>
                    <a:cubicBezTo>
                      <a:pt x="61163" y="25411"/>
                      <a:pt x="61163" y="56563"/>
                      <a:pt x="41950" y="75777"/>
                    </a:cubicBezTo>
                    <a:lnTo>
                      <a:pt x="0" y="117726"/>
                    </a:lnTo>
                    <a:lnTo>
                      <a:pt x="3230" y="120955"/>
                    </a:lnTo>
                    <a:cubicBezTo>
                      <a:pt x="4045" y="121787"/>
                      <a:pt x="5122" y="122203"/>
                      <a:pt x="6198" y="122203"/>
                    </a:cubicBezTo>
                    <a:cubicBezTo>
                      <a:pt x="7275" y="122203"/>
                      <a:pt x="8351" y="121787"/>
                      <a:pt x="9167" y="120955"/>
                    </a:cubicBezTo>
                    <a:lnTo>
                      <a:pt x="89151" y="41004"/>
                    </a:lnTo>
                    <a:lnTo>
                      <a:pt x="481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2163;p64">
                <a:extLst>
                  <a:ext uri="{FF2B5EF4-FFF2-40B4-BE49-F238E27FC236}">
                    <a16:creationId xmlns:a16="http://schemas.microsoft.com/office/drawing/2014/main" id="{8568C292-2088-F728-7FC9-2FC8BAE69809}"/>
                  </a:ext>
                </a:extLst>
              </p:cNvPr>
              <p:cNvSpPr/>
              <p:nvPr/>
            </p:nvSpPr>
            <p:spPr>
              <a:xfrm>
                <a:off x="4855450" y="2406725"/>
                <a:ext cx="264250" cy="256700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68" extrusionOk="0">
                    <a:moveTo>
                      <a:pt x="3426" y="0"/>
                    </a:moveTo>
                    <a:cubicBezTo>
                      <a:pt x="2635" y="0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67"/>
                    </a:lnTo>
                    <a:lnTo>
                      <a:pt x="10570" y="5864"/>
                    </a:lnTo>
                    <a:lnTo>
                      <a:pt x="5611" y="906"/>
                    </a:lnTo>
                    <a:cubicBezTo>
                      <a:pt x="5008" y="302"/>
                      <a:pt x="4217" y="0"/>
                      <a:pt x="34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2164;p64">
                <a:extLst>
                  <a:ext uri="{FF2B5EF4-FFF2-40B4-BE49-F238E27FC236}">
                    <a16:creationId xmlns:a16="http://schemas.microsoft.com/office/drawing/2014/main" id="{A44AAC0D-E3C0-40D9-F5DF-5D81063895CE}"/>
                  </a:ext>
                </a:extLst>
              </p:cNvPr>
              <p:cNvSpPr/>
              <p:nvPr/>
            </p:nvSpPr>
            <p:spPr>
              <a:xfrm>
                <a:off x="4521100" y="2741075"/>
                <a:ext cx="264250" cy="255875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35" extrusionOk="0">
                    <a:moveTo>
                      <a:pt x="3426" y="1"/>
                    </a:moveTo>
                    <a:cubicBezTo>
                      <a:pt x="2635" y="1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35"/>
                    </a:lnTo>
                    <a:lnTo>
                      <a:pt x="10569" y="5864"/>
                    </a:lnTo>
                    <a:lnTo>
                      <a:pt x="5611" y="906"/>
                    </a:lnTo>
                    <a:cubicBezTo>
                      <a:pt x="5008" y="302"/>
                      <a:pt x="4217" y="1"/>
                      <a:pt x="3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2165;p64">
                <a:extLst>
                  <a:ext uri="{FF2B5EF4-FFF2-40B4-BE49-F238E27FC236}">
                    <a16:creationId xmlns:a16="http://schemas.microsoft.com/office/drawing/2014/main" id="{BFD8620B-57BD-990B-3A4D-41B36D8D974B}"/>
                  </a:ext>
                </a:extLst>
              </p:cNvPr>
              <p:cNvSpPr/>
              <p:nvPr/>
            </p:nvSpPr>
            <p:spPr>
              <a:xfrm>
                <a:off x="4187575" y="30754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2" y="1"/>
                    </a:moveTo>
                    <a:cubicBezTo>
                      <a:pt x="2601" y="1"/>
                      <a:pt x="1810" y="302"/>
                      <a:pt x="1207" y="906"/>
                    </a:cubicBezTo>
                    <a:cubicBezTo>
                      <a:pt x="0" y="2113"/>
                      <a:pt x="0" y="4103"/>
                      <a:pt x="1207" y="5310"/>
                    </a:cubicBezTo>
                    <a:lnTo>
                      <a:pt x="6133" y="10235"/>
                    </a:lnTo>
                    <a:lnTo>
                      <a:pt x="10536" y="5864"/>
                    </a:lnTo>
                    <a:lnTo>
                      <a:pt x="5578" y="906"/>
                    </a:lnTo>
                    <a:cubicBezTo>
                      <a:pt x="4975" y="302"/>
                      <a:pt x="4184" y="1"/>
                      <a:pt x="33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2166;p64">
                <a:extLst>
                  <a:ext uri="{FF2B5EF4-FFF2-40B4-BE49-F238E27FC236}">
                    <a16:creationId xmlns:a16="http://schemas.microsoft.com/office/drawing/2014/main" id="{3C732FDE-9DF5-0E8A-7AC7-42EADF4A13B1}"/>
                  </a:ext>
                </a:extLst>
              </p:cNvPr>
              <p:cNvSpPr/>
              <p:nvPr/>
            </p:nvSpPr>
            <p:spPr>
              <a:xfrm>
                <a:off x="3853200" y="3409775"/>
                <a:ext cx="263450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8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2167;p64">
                <a:extLst>
                  <a:ext uri="{FF2B5EF4-FFF2-40B4-BE49-F238E27FC236}">
                    <a16:creationId xmlns:a16="http://schemas.microsoft.com/office/drawing/2014/main" id="{00CA4E7F-4CF4-3F88-64F6-B9908FA5B028}"/>
                  </a:ext>
                </a:extLst>
              </p:cNvPr>
              <p:cNvSpPr/>
              <p:nvPr/>
            </p:nvSpPr>
            <p:spPr>
              <a:xfrm>
                <a:off x="3518850" y="37441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6" name="Google Shape;2168;p64">
              <a:extLst>
                <a:ext uri="{FF2B5EF4-FFF2-40B4-BE49-F238E27FC236}">
                  <a16:creationId xmlns:a16="http://schemas.microsoft.com/office/drawing/2014/main" id="{F583D267-7C06-BFBD-2A7C-039269C5AD14}"/>
                </a:ext>
              </a:extLst>
            </p:cNvPr>
            <p:cNvGrpSpPr/>
            <p:nvPr/>
          </p:nvGrpSpPr>
          <p:grpSpPr>
            <a:xfrm>
              <a:off x="6587151" y="1770704"/>
              <a:ext cx="817218" cy="813151"/>
              <a:chOff x="1183275" y="238125"/>
              <a:chExt cx="5245300" cy="5219200"/>
            </a:xfrm>
          </p:grpSpPr>
          <p:sp>
            <p:nvSpPr>
              <p:cNvPr id="1927" name="Google Shape;2169;p64">
                <a:extLst>
                  <a:ext uri="{FF2B5EF4-FFF2-40B4-BE49-F238E27FC236}">
                    <a16:creationId xmlns:a16="http://schemas.microsoft.com/office/drawing/2014/main" id="{B839B454-B40D-E452-296B-4782BA697796}"/>
                  </a:ext>
                </a:extLst>
              </p:cNvPr>
              <p:cNvSpPr/>
              <p:nvPr/>
            </p:nvSpPr>
            <p:spPr>
              <a:xfrm>
                <a:off x="4919875" y="671150"/>
                <a:ext cx="1056900" cy="1056900"/>
              </a:xfrm>
              <a:custGeom>
                <a:avLst/>
                <a:gdLst/>
                <a:ahLst/>
                <a:cxnLst/>
                <a:rect l="l" t="t" r="r" b="b"/>
                <a:pathLst>
                  <a:path w="42276" h="42276" extrusionOk="0">
                    <a:moveTo>
                      <a:pt x="20486" y="0"/>
                    </a:moveTo>
                    <a:lnTo>
                      <a:pt x="1" y="20485"/>
                    </a:lnTo>
                    <a:lnTo>
                      <a:pt x="21758" y="42275"/>
                    </a:lnTo>
                    <a:lnTo>
                      <a:pt x="42276" y="21790"/>
                    </a:lnTo>
                    <a:lnTo>
                      <a:pt x="2048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2170;p64">
                <a:extLst>
                  <a:ext uri="{FF2B5EF4-FFF2-40B4-BE49-F238E27FC236}">
                    <a16:creationId xmlns:a16="http://schemas.microsoft.com/office/drawing/2014/main" id="{860A7F9C-3C67-FD6E-B97F-BB530B661C6D}"/>
                  </a:ext>
                </a:extLst>
              </p:cNvPr>
              <p:cNvSpPr/>
              <p:nvPr/>
            </p:nvSpPr>
            <p:spPr>
              <a:xfrm>
                <a:off x="5246900" y="1011200"/>
                <a:ext cx="729875" cy="731525"/>
              </a:xfrm>
              <a:custGeom>
                <a:avLst/>
                <a:gdLst/>
                <a:ahLst/>
                <a:cxnLst/>
                <a:rect l="l" t="t" r="r" b="b"/>
                <a:pathLst>
                  <a:path w="29195" h="29261" extrusionOk="0">
                    <a:moveTo>
                      <a:pt x="21073" y="1"/>
                    </a:moveTo>
                    <a:lnTo>
                      <a:pt x="0" y="21040"/>
                    </a:lnTo>
                    <a:lnTo>
                      <a:pt x="8090" y="29261"/>
                    </a:lnTo>
                    <a:lnTo>
                      <a:pt x="29195" y="8156"/>
                    </a:lnTo>
                    <a:lnTo>
                      <a:pt x="210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2171;p64">
                <a:extLst>
                  <a:ext uri="{FF2B5EF4-FFF2-40B4-BE49-F238E27FC236}">
                    <a16:creationId xmlns:a16="http://schemas.microsoft.com/office/drawing/2014/main" id="{7FC6636E-7BFD-9BB7-DD72-1D88114A4C81}"/>
                  </a:ext>
                </a:extLst>
              </p:cNvPr>
              <p:cNvSpPr/>
              <p:nvPr/>
            </p:nvSpPr>
            <p:spPr>
              <a:xfrm>
                <a:off x="1183275" y="3996125"/>
                <a:ext cx="1476875" cy="1461200"/>
              </a:xfrm>
              <a:custGeom>
                <a:avLst/>
                <a:gdLst/>
                <a:ahLst/>
                <a:cxnLst/>
                <a:rect l="l" t="t" r="r" b="b"/>
                <a:pathLst>
                  <a:path w="59075" h="58448" extrusionOk="0">
                    <a:moveTo>
                      <a:pt x="55650" y="0"/>
                    </a:moveTo>
                    <a:cubicBezTo>
                      <a:pt x="54859" y="0"/>
                      <a:pt x="54068" y="302"/>
                      <a:pt x="53464" y="906"/>
                    </a:cubicBezTo>
                    <a:lnTo>
                      <a:pt x="1207" y="53163"/>
                    </a:lnTo>
                    <a:cubicBezTo>
                      <a:pt x="0" y="54370"/>
                      <a:pt x="0" y="56327"/>
                      <a:pt x="1207" y="57534"/>
                    </a:cubicBezTo>
                    <a:cubicBezTo>
                      <a:pt x="1795" y="58154"/>
                      <a:pt x="2610" y="58447"/>
                      <a:pt x="3393" y="58447"/>
                    </a:cubicBezTo>
                    <a:cubicBezTo>
                      <a:pt x="4176" y="58447"/>
                      <a:pt x="4991" y="58154"/>
                      <a:pt x="5578" y="57534"/>
                    </a:cubicBezTo>
                    <a:lnTo>
                      <a:pt x="57835" y="5277"/>
                    </a:lnTo>
                    <a:cubicBezTo>
                      <a:pt x="59075" y="4070"/>
                      <a:pt x="59075" y="2113"/>
                      <a:pt x="57835" y="906"/>
                    </a:cubicBezTo>
                    <a:cubicBezTo>
                      <a:pt x="57232" y="302"/>
                      <a:pt x="56441" y="0"/>
                      <a:pt x="556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2172;p64">
                <a:extLst>
                  <a:ext uri="{FF2B5EF4-FFF2-40B4-BE49-F238E27FC236}">
                    <a16:creationId xmlns:a16="http://schemas.microsoft.com/office/drawing/2014/main" id="{488922B2-A6CD-DF76-2B0C-48D1099295DC}"/>
                  </a:ext>
                </a:extLst>
              </p:cNvPr>
              <p:cNvSpPr/>
              <p:nvPr/>
            </p:nvSpPr>
            <p:spPr>
              <a:xfrm>
                <a:off x="5253425" y="238125"/>
                <a:ext cx="1175150" cy="1137625"/>
              </a:xfrm>
              <a:custGeom>
                <a:avLst/>
                <a:gdLst/>
                <a:ahLst/>
                <a:cxnLst/>
                <a:rect l="l" t="t" r="r" b="b"/>
                <a:pathLst>
                  <a:path w="47006" h="45505" extrusionOk="0">
                    <a:moveTo>
                      <a:pt x="8449" y="0"/>
                    </a:moveTo>
                    <a:cubicBezTo>
                      <a:pt x="6475" y="0"/>
                      <a:pt x="4502" y="750"/>
                      <a:pt x="3001" y="2251"/>
                    </a:cubicBezTo>
                    <a:cubicBezTo>
                      <a:pt x="0" y="5252"/>
                      <a:pt x="0" y="10145"/>
                      <a:pt x="3001" y="13146"/>
                    </a:cubicBezTo>
                    <a:lnTo>
                      <a:pt x="33109" y="43254"/>
                    </a:lnTo>
                    <a:cubicBezTo>
                      <a:pt x="34610" y="44754"/>
                      <a:pt x="36583" y="45505"/>
                      <a:pt x="38557" y="45505"/>
                    </a:cubicBezTo>
                    <a:cubicBezTo>
                      <a:pt x="40530" y="45505"/>
                      <a:pt x="42504" y="44754"/>
                      <a:pt x="44004" y="43254"/>
                    </a:cubicBezTo>
                    <a:cubicBezTo>
                      <a:pt x="47005" y="40253"/>
                      <a:pt x="47005" y="35360"/>
                      <a:pt x="44004" y="32359"/>
                    </a:cubicBezTo>
                    <a:lnTo>
                      <a:pt x="13896" y="2251"/>
                    </a:lnTo>
                    <a:cubicBezTo>
                      <a:pt x="12396" y="750"/>
                      <a:pt x="10422" y="0"/>
                      <a:pt x="8449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2173;p64">
                <a:extLst>
                  <a:ext uri="{FF2B5EF4-FFF2-40B4-BE49-F238E27FC236}">
                    <a16:creationId xmlns:a16="http://schemas.microsoft.com/office/drawing/2014/main" id="{898F0F24-D133-0C4E-F4D0-9D6DB6C572F4}"/>
                  </a:ext>
                </a:extLst>
              </p:cNvPr>
              <p:cNvSpPr/>
              <p:nvPr/>
            </p:nvSpPr>
            <p:spPr>
              <a:xfrm>
                <a:off x="5926200" y="892150"/>
                <a:ext cx="502375" cy="483600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44" extrusionOk="0">
                    <a:moveTo>
                      <a:pt x="1" y="10863"/>
                    </a:moveTo>
                    <a:cubicBezTo>
                      <a:pt x="11" y="10873"/>
                      <a:pt x="21" y="10883"/>
                      <a:pt x="32" y="10894"/>
                    </a:cubicBezTo>
                    <a:lnTo>
                      <a:pt x="32" y="10894"/>
                    </a:lnTo>
                    <a:lnTo>
                      <a:pt x="1" y="10863"/>
                    </a:lnTo>
                    <a:close/>
                    <a:moveTo>
                      <a:pt x="10896" y="1"/>
                    </a:moveTo>
                    <a:lnTo>
                      <a:pt x="10896" y="1"/>
                    </a:lnTo>
                    <a:cubicBezTo>
                      <a:pt x="13897" y="3002"/>
                      <a:pt x="13896" y="7862"/>
                      <a:pt x="10896" y="10863"/>
                    </a:cubicBezTo>
                    <a:cubicBezTo>
                      <a:pt x="9379" y="12379"/>
                      <a:pt x="7405" y="13138"/>
                      <a:pt x="5436" y="13138"/>
                    </a:cubicBezTo>
                    <a:cubicBezTo>
                      <a:pt x="3480" y="13138"/>
                      <a:pt x="1528" y="12390"/>
                      <a:pt x="32" y="10894"/>
                    </a:cubicBezTo>
                    <a:lnTo>
                      <a:pt x="32" y="10894"/>
                    </a:lnTo>
                    <a:lnTo>
                      <a:pt x="6198" y="17093"/>
                    </a:lnTo>
                    <a:cubicBezTo>
                      <a:pt x="7699" y="18593"/>
                      <a:pt x="9672" y="19344"/>
                      <a:pt x="11646" y="19344"/>
                    </a:cubicBezTo>
                    <a:cubicBezTo>
                      <a:pt x="13619" y="19344"/>
                      <a:pt x="15593" y="18593"/>
                      <a:pt x="17093" y="17093"/>
                    </a:cubicBezTo>
                    <a:cubicBezTo>
                      <a:pt x="20094" y="14092"/>
                      <a:pt x="20094" y="9199"/>
                      <a:pt x="17093" y="6198"/>
                    </a:cubicBezTo>
                    <a:lnTo>
                      <a:pt x="108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2174;p64">
                <a:extLst>
                  <a:ext uri="{FF2B5EF4-FFF2-40B4-BE49-F238E27FC236}">
                    <a16:creationId xmlns:a16="http://schemas.microsoft.com/office/drawing/2014/main" id="{2BAA93E7-D8C7-A4D9-39AC-1F37D15F151B}"/>
                  </a:ext>
                </a:extLst>
              </p:cNvPr>
              <p:cNvSpPr/>
              <p:nvPr/>
            </p:nvSpPr>
            <p:spPr>
              <a:xfrm>
                <a:off x="4228325" y="782875"/>
                <a:ext cx="1655500" cy="1617750"/>
              </a:xfrm>
              <a:custGeom>
                <a:avLst/>
                <a:gdLst/>
                <a:ahLst/>
                <a:cxnLst/>
                <a:rect l="l" t="t" r="r" b="b"/>
                <a:pathLst>
                  <a:path w="66220" h="64710" extrusionOk="0">
                    <a:moveTo>
                      <a:pt x="8466" y="0"/>
                    </a:moveTo>
                    <a:cubicBezTo>
                      <a:pt x="6501" y="0"/>
                      <a:pt x="4535" y="750"/>
                      <a:pt x="3035" y="2251"/>
                    </a:cubicBezTo>
                    <a:cubicBezTo>
                      <a:pt x="1" y="5252"/>
                      <a:pt x="1" y="10112"/>
                      <a:pt x="3035" y="13146"/>
                    </a:cubicBezTo>
                    <a:lnTo>
                      <a:pt x="52356" y="62434"/>
                    </a:lnTo>
                    <a:cubicBezTo>
                      <a:pt x="53856" y="63951"/>
                      <a:pt x="55822" y="64710"/>
                      <a:pt x="57787" y="64710"/>
                    </a:cubicBezTo>
                    <a:cubicBezTo>
                      <a:pt x="59752" y="64710"/>
                      <a:pt x="61718" y="63951"/>
                      <a:pt x="63218" y="62434"/>
                    </a:cubicBezTo>
                    <a:cubicBezTo>
                      <a:pt x="66219" y="59433"/>
                      <a:pt x="66219" y="54573"/>
                      <a:pt x="63218" y="51572"/>
                    </a:cubicBezTo>
                    <a:lnTo>
                      <a:pt x="13897" y="2251"/>
                    </a:lnTo>
                    <a:cubicBezTo>
                      <a:pt x="12397" y="750"/>
                      <a:pt x="10431" y="0"/>
                      <a:pt x="8466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2175;p64">
                <a:extLst>
                  <a:ext uri="{FF2B5EF4-FFF2-40B4-BE49-F238E27FC236}">
                    <a16:creationId xmlns:a16="http://schemas.microsoft.com/office/drawing/2014/main" id="{281232F8-3B85-B14A-0C8E-5B115AAE6431}"/>
                  </a:ext>
                </a:extLst>
              </p:cNvPr>
              <p:cNvSpPr/>
              <p:nvPr/>
            </p:nvSpPr>
            <p:spPr>
              <a:xfrm>
                <a:off x="5381450" y="1916400"/>
                <a:ext cx="502375" cy="484225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69" extrusionOk="0">
                    <a:moveTo>
                      <a:pt x="10896" y="1"/>
                    </a:moveTo>
                    <a:lnTo>
                      <a:pt x="10924" y="30"/>
                    </a:lnTo>
                    <a:lnTo>
                      <a:pt x="10924" y="30"/>
                    </a:lnTo>
                    <a:cubicBezTo>
                      <a:pt x="10915" y="20"/>
                      <a:pt x="10905" y="10"/>
                      <a:pt x="10896" y="1"/>
                    </a:cubicBezTo>
                    <a:close/>
                    <a:moveTo>
                      <a:pt x="0" y="10896"/>
                    </a:moveTo>
                    <a:cubicBezTo>
                      <a:pt x="10" y="10905"/>
                      <a:pt x="20" y="10915"/>
                      <a:pt x="30" y="10925"/>
                    </a:cubicBezTo>
                    <a:lnTo>
                      <a:pt x="30" y="10925"/>
                    </a:lnTo>
                    <a:lnTo>
                      <a:pt x="0" y="10896"/>
                    </a:lnTo>
                    <a:close/>
                    <a:moveTo>
                      <a:pt x="10924" y="30"/>
                    </a:moveTo>
                    <a:cubicBezTo>
                      <a:pt x="13897" y="3033"/>
                      <a:pt x="13887" y="7904"/>
                      <a:pt x="10896" y="10896"/>
                    </a:cubicBezTo>
                    <a:cubicBezTo>
                      <a:pt x="9395" y="12396"/>
                      <a:pt x="7422" y="13146"/>
                      <a:pt x="5448" y="13146"/>
                    </a:cubicBezTo>
                    <a:cubicBezTo>
                      <a:pt x="3487" y="13146"/>
                      <a:pt x="1526" y="12406"/>
                      <a:pt x="30" y="10925"/>
                    </a:cubicBezTo>
                    <a:lnTo>
                      <a:pt x="30" y="10925"/>
                    </a:lnTo>
                    <a:lnTo>
                      <a:pt x="6231" y="17093"/>
                    </a:lnTo>
                    <a:cubicBezTo>
                      <a:pt x="7731" y="18610"/>
                      <a:pt x="9697" y="19369"/>
                      <a:pt x="11662" y="19369"/>
                    </a:cubicBezTo>
                    <a:cubicBezTo>
                      <a:pt x="13627" y="19369"/>
                      <a:pt x="15593" y="18610"/>
                      <a:pt x="17093" y="17093"/>
                    </a:cubicBezTo>
                    <a:cubicBezTo>
                      <a:pt x="20094" y="14092"/>
                      <a:pt x="20094" y="9232"/>
                      <a:pt x="17093" y="6231"/>
                    </a:cubicBezTo>
                    <a:lnTo>
                      <a:pt x="10924" y="3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2176;p64">
                <a:extLst>
                  <a:ext uri="{FF2B5EF4-FFF2-40B4-BE49-F238E27FC236}">
                    <a16:creationId xmlns:a16="http://schemas.microsoft.com/office/drawing/2014/main" id="{963D5FC9-E9FD-1109-C4DA-887EF4E029AF}"/>
                  </a:ext>
                </a:extLst>
              </p:cNvPr>
              <p:cNvSpPr/>
              <p:nvPr/>
            </p:nvSpPr>
            <p:spPr>
              <a:xfrm>
                <a:off x="5773700" y="1011200"/>
                <a:ext cx="203075" cy="20390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156" extrusionOk="0">
                    <a:moveTo>
                      <a:pt x="8123" y="815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B0AA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2177;p64">
                <a:extLst>
                  <a:ext uri="{FF2B5EF4-FFF2-40B4-BE49-F238E27FC236}">
                    <a16:creationId xmlns:a16="http://schemas.microsoft.com/office/drawing/2014/main" id="{860D91AF-C764-EB52-9D69-3CB44E54BAB8}"/>
                  </a:ext>
                </a:extLst>
              </p:cNvPr>
              <p:cNvSpPr/>
              <p:nvPr/>
            </p:nvSpPr>
            <p:spPr>
              <a:xfrm>
                <a:off x="2335575" y="3528650"/>
                <a:ext cx="783700" cy="773525"/>
              </a:xfrm>
              <a:custGeom>
                <a:avLst/>
                <a:gdLst/>
                <a:ahLst/>
                <a:cxnLst/>
                <a:rect l="l" t="t" r="r" b="b"/>
                <a:pathLst>
                  <a:path w="31348" h="30941" extrusionOk="0">
                    <a:moveTo>
                      <a:pt x="9558" y="0"/>
                    </a:moveTo>
                    <a:lnTo>
                      <a:pt x="1631" y="7927"/>
                    </a:lnTo>
                    <a:cubicBezTo>
                      <a:pt x="0" y="9558"/>
                      <a:pt x="0" y="12233"/>
                      <a:pt x="1631" y="13864"/>
                    </a:cubicBezTo>
                    <a:lnTo>
                      <a:pt x="17485" y="29717"/>
                    </a:lnTo>
                    <a:cubicBezTo>
                      <a:pt x="18300" y="30532"/>
                      <a:pt x="19376" y="30940"/>
                      <a:pt x="20453" y="30940"/>
                    </a:cubicBezTo>
                    <a:cubicBezTo>
                      <a:pt x="21529" y="30940"/>
                      <a:pt x="22606" y="30532"/>
                      <a:pt x="23421" y="29717"/>
                    </a:cubicBezTo>
                    <a:lnTo>
                      <a:pt x="31348" y="21790"/>
                    </a:lnTo>
                    <a:lnTo>
                      <a:pt x="9558" y="0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2178;p64">
                <a:extLst>
                  <a:ext uri="{FF2B5EF4-FFF2-40B4-BE49-F238E27FC236}">
                    <a16:creationId xmlns:a16="http://schemas.microsoft.com/office/drawing/2014/main" id="{F43E52CA-11F1-1067-D1A6-196AF094884F}"/>
                  </a:ext>
                </a:extLst>
              </p:cNvPr>
              <p:cNvSpPr/>
              <p:nvPr/>
            </p:nvSpPr>
            <p:spPr>
              <a:xfrm>
                <a:off x="2616925" y="3918450"/>
                <a:ext cx="502350" cy="383725"/>
              </a:xfrm>
              <a:custGeom>
                <a:avLst/>
                <a:gdLst/>
                <a:ahLst/>
                <a:cxnLst/>
                <a:rect l="l" t="t" r="r" b="b"/>
                <a:pathLst>
                  <a:path w="20094" h="15349" extrusionOk="0">
                    <a:moveTo>
                      <a:pt x="13864" y="0"/>
                    </a:moveTo>
                    <a:lnTo>
                      <a:pt x="5970" y="7894"/>
                    </a:lnTo>
                    <a:cubicBezTo>
                      <a:pt x="5138" y="8726"/>
                      <a:pt x="4061" y="9142"/>
                      <a:pt x="2985" y="9142"/>
                    </a:cubicBezTo>
                    <a:cubicBezTo>
                      <a:pt x="1908" y="9142"/>
                      <a:pt x="832" y="8726"/>
                      <a:pt x="0" y="7895"/>
                    </a:cubicBezTo>
                    <a:lnTo>
                      <a:pt x="0" y="7895"/>
                    </a:lnTo>
                    <a:lnTo>
                      <a:pt x="6231" y="14125"/>
                    </a:lnTo>
                    <a:cubicBezTo>
                      <a:pt x="7046" y="14940"/>
                      <a:pt x="8122" y="15348"/>
                      <a:pt x="9199" y="15348"/>
                    </a:cubicBezTo>
                    <a:cubicBezTo>
                      <a:pt x="10275" y="15348"/>
                      <a:pt x="11352" y="14940"/>
                      <a:pt x="12167" y="14125"/>
                    </a:cubicBezTo>
                    <a:lnTo>
                      <a:pt x="20094" y="6198"/>
                    </a:lnTo>
                    <a:lnTo>
                      <a:pt x="138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2179;p64">
                <a:extLst>
                  <a:ext uri="{FF2B5EF4-FFF2-40B4-BE49-F238E27FC236}">
                    <a16:creationId xmlns:a16="http://schemas.microsoft.com/office/drawing/2014/main" id="{4904BE41-FE61-61E9-9AB1-F0BCFE996FF6}"/>
                  </a:ext>
                </a:extLst>
              </p:cNvPr>
              <p:cNvSpPr/>
              <p:nvPr/>
            </p:nvSpPr>
            <p:spPr>
              <a:xfrm>
                <a:off x="2367375" y="1215075"/>
                <a:ext cx="30654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122619" h="122203" extrusionOk="0">
                    <a:moveTo>
                      <a:pt x="81615" y="1"/>
                    </a:moveTo>
                    <a:lnTo>
                      <a:pt x="1664" y="79985"/>
                    </a:lnTo>
                    <a:cubicBezTo>
                      <a:pt x="0" y="81615"/>
                      <a:pt x="0" y="84290"/>
                      <a:pt x="1664" y="85921"/>
                    </a:cubicBezTo>
                    <a:lnTo>
                      <a:pt x="36698" y="120955"/>
                    </a:lnTo>
                    <a:cubicBezTo>
                      <a:pt x="37513" y="121787"/>
                      <a:pt x="38590" y="122203"/>
                      <a:pt x="39666" y="122203"/>
                    </a:cubicBezTo>
                    <a:cubicBezTo>
                      <a:pt x="40743" y="122203"/>
                      <a:pt x="41819" y="121787"/>
                      <a:pt x="42635" y="120955"/>
                    </a:cubicBezTo>
                    <a:lnTo>
                      <a:pt x="122619" y="41004"/>
                    </a:lnTo>
                    <a:lnTo>
                      <a:pt x="816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2180;p64">
                <a:extLst>
                  <a:ext uri="{FF2B5EF4-FFF2-40B4-BE49-F238E27FC236}">
                    <a16:creationId xmlns:a16="http://schemas.microsoft.com/office/drawing/2014/main" id="{4A8D2987-580E-2223-C99B-A3A9084A2B46}"/>
                  </a:ext>
                </a:extLst>
              </p:cNvPr>
              <p:cNvSpPr/>
              <p:nvPr/>
            </p:nvSpPr>
            <p:spPr>
              <a:xfrm>
                <a:off x="3204075" y="1215075"/>
                <a:ext cx="22287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89151" h="122203" extrusionOk="0">
                    <a:moveTo>
                      <a:pt x="48147" y="1"/>
                    </a:moveTo>
                    <a:lnTo>
                      <a:pt x="41950" y="6198"/>
                    </a:lnTo>
                    <a:cubicBezTo>
                      <a:pt x="61163" y="25411"/>
                      <a:pt x="61163" y="56563"/>
                      <a:pt x="41950" y="75777"/>
                    </a:cubicBezTo>
                    <a:lnTo>
                      <a:pt x="0" y="117726"/>
                    </a:lnTo>
                    <a:lnTo>
                      <a:pt x="3230" y="120955"/>
                    </a:lnTo>
                    <a:cubicBezTo>
                      <a:pt x="4045" y="121787"/>
                      <a:pt x="5122" y="122203"/>
                      <a:pt x="6198" y="122203"/>
                    </a:cubicBezTo>
                    <a:cubicBezTo>
                      <a:pt x="7275" y="122203"/>
                      <a:pt x="8351" y="121787"/>
                      <a:pt x="9167" y="120955"/>
                    </a:cubicBezTo>
                    <a:lnTo>
                      <a:pt x="89151" y="41004"/>
                    </a:lnTo>
                    <a:lnTo>
                      <a:pt x="481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2181;p64">
                <a:extLst>
                  <a:ext uri="{FF2B5EF4-FFF2-40B4-BE49-F238E27FC236}">
                    <a16:creationId xmlns:a16="http://schemas.microsoft.com/office/drawing/2014/main" id="{0BE7817E-0038-1F18-2C0E-F304701DC826}"/>
                  </a:ext>
                </a:extLst>
              </p:cNvPr>
              <p:cNvSpPr/>
              <p:nvPr/>
            </p:nvSpPr>
            <p:spPr>
              <a:xfrm>
                <a:off x="4855450" y="2406725"/>
                <a:ext cx="264250" cy="256700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68" extrusionOk="0">
                    <a:moveTo>
                      <a:pt x="3426" y="0"/>
                    </a:moveTo>
                    <a:cubicBezTo>
                      <a:pt x="2635" y="0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67"/>
                    </a:lnTo>
                    <a:lnTo>
                      <a:pt x="10570" y="5864"/>
                    </a:lnTo>
                    <a:lnTo>
                      <a:pt x="5611" y="906"/>
                    </a:lnTo>
                    <a:cubicBezTo>
                      <a:pt x="5008" y="302"/>
                      <a:pt x="4217" y="0"/>
                      <a:pt x="34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2182;p64">
                <a:extLst>
                  <a:ext uri="{FF2B5EF4-FFF2-40B4-BE49-F238E27FC236}">
                    <a16:creationId xmlns:a16="http://schemas.microsoft.com/office/drawing/2014/main" id="{ECB611AF-7F07-BC45-3E2F-F25F4A844C58}"/>
                  </a:ext>
                </a:extLst>
              </p:cNvPr>
              <p:cNvSpPr/>
              <p:nvPr/>
            </p:nvSpPr>
            <p:spPr>
              <a:xfrm>
                <a:off x="4521100" y="2741075"/>
                <a:ext cx="264250" cy="255875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35" extrusionOk="0">
                    <a:moveTo>
                      <a:pt x="3426" y="1"/>
                    </a:moveTo>
                    <a:cubicBezTo>
                      <a:pt x="2635" y="1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35"/>
                    </a:lnTo>
                    <a:lnTo>
                      <a:pt x="10569" y="5864"/>
                    </a:lnTo>
                    <a:lnTo>
                      <a:pt x="5611" y="906"/>
                    </a:lnTo>
                    <a:cubicBezTo>
                      <a:pt x="5008" y="302"/>
                      <a:pt x="4217" y="1"/>
                      <a:pt x="3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2183;p64">
                <a:extLst>
                  <a:ext uri="{FF2B5EF4-FFF2-40B4-BE49-F238E27FC236}">
                    <a16:creationId xmlns:a16="http://schemas.microsoft.com/office/drawing/2014/main" id="{668D1B8C-4462-2C31-702D-9AC6D17B31DB}"/>
                  </a:ext>
                </a:extLst>
              </p:cNvPr>
              <p:cNvSpPr/>
              <p:nvPr/>
            </p:nvSpPr>
            <p:spPr>
              <a:xfrm>
                <a:off x="4187575" y="30754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2" y="1"/>
                    </a:moveTo>
                    <a:cubicBezTo>
                      <a:pt x="2601" y="1"/>
                      <a:pt x="1810" y="302"/>
                      <a:pt x="1207" y="906"/>
                    </a:cubicBezTo>
                    <a:cubicBezTo>
                      <a:pt x="0" y="2113"/>
                      <a:pt x="0" y="4103"/>
                      <a:pt x="1207" y="5310"/>
                    </a:cubicBezTo>
                    <a:lnTo>
                      <a:pt x="6133" y="10235"/>
                    </a:lnTo>
                    <a:lnTo>
                      <a:pt x="10536" y="5864"/>
                    </a:lnTo>
                    <a:lnTo>
                      <a:pt x="5578" y="906"/>
                    </a:lnTo>
                    <a:cubicBezTo>
                      <a:pt x="4975" y="302"/>
                      <a:pt x="4184" y="1"/>
                      <a:pt x="33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2184;p64">
                <a:extLst>
                  <a:ext uri="{FF2B5EF4-FFF2-40B4-BE49-F238E27FC236}">
                    <a16:creationId xmlns:a16="http://schemas.microsoft.com/office/drawing/2014/main" id="{F8609043-2726-3721-6B2C-37E5A2622E68}"/>
                  </a:ext>
                </a:extLst>
              </p:cNvPr>
              <p:cNvSpPr/>
              <p:nvPr/>
            </p:nvSpPr>
            <p:spPr>
              <a:xfrm>
                <a:off x="3853200" y="3409775"/>
                <a:ext cx="263450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8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2185;p64">
                <a:extLst>
                  <a:ext uri="{FF2B5EF4-FFF2-40B4-BE49-F238E27FC236}">
                    <a16:creationId xmlns:a16="http://schemas.microsoft.com/office/drawing/2014/main" id="{35A3A9E9-3E0B-FB91-A50F-9E060156A0EA}"/>
                  </a:ext>
                </a:extLst>
              </p:cNvPr>
              <p:cNvSpPr/>
              <p:nvPr/>
            </p:nvSpPr>
            <p:spPr>
              <a:xfrm>
                <a:off x="3518850" y="37441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61" name="Flowchart: Alternate Process 1960">
            <a:extLst>
              <a:ext uri="{FF2B5EF4-FFF2-40B4-BE49-F238E27FC236}">
                <a16:creationId xmlns:a16="http://schemas.microsoft.com/office/drawing/2014/main" id="{ADEAAD0B-B45A-CF6D-491B-012DE1684111}"/>
              </a:ext>
            </a:extLst>
          </p:cNvPr>
          <p:cNvSpPr/>
          <p:nvPr/>
        </p:nvSpPr>
        <p:spPr>
          <a:xfrm>
            <a:off x="9460581" y="964784"/>
            <a:ext cx="6604000" cy="915712"/>
          </a:xfrm>
          <a:prstGeom prst="flowChartAlternateProcess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2" name="Rectangle 1">
            <a:extLst>
              <a:ext uri="{FF2B5EF4-FFF2-40B4-BE49-F238E27FC236}">
                <a16:creationId xmlns:a16="http://schemas.microsoft.com/office/drawing/2014/main" id="{455363A8-3F31-B839-83DF-C8613270E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581" y="1234165"/>
            <a:ext cx="6604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rgbClr val="000000"/>
                </a:solidFill>
                <a:latin typeface="Atkinson Hyperlegible"/>
              </a:rPr>
              <a:t>Rule: Strictly adhere to the Insert Order (Execution Order)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64"/>
          <p:cNvSpPr txBox="1">
            <a:spLocks noGrp="1"/>
          </p:cNvSpPr>
          <p:nvPr>
            <p:ph type="title"/>
          </p:nvPr>
        </p:nvSpPr>
        <p:spPr>
          <a:xfrm>
            <a:off x="255900" y="183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REFERENTIAL INTEGRITY</a:t>
            </a:r>
            <a:endParaRPr dirty="0"/>
          </a:p>
        </p:txBody>
      </p:sp>
      <p:graphicFrame>
        <p:nvGraphicFramePr>
          <p:cNvPr id="2012" name="Google Shape;2012;p64"/>
          <p:cNvGraphicFramePr/>
          <p:nvPr>
            <p:extLst>
              <p:ext uri="{D42A27DB-BD31-4B8C-83A1-F6EECF244321}">
                <p14:modId xmlns:p14="http://schemas.microsoft.com/office/powerpoint/2010/main" val="2266133608"/>
              </p:ext>
            </p:extLst>
          </p:nvPr>
        </p:nvGraphicFramePr>
        <p:xfrm>
          <a:off x="952500" y="2800350"/>
          <a:ext cx="7239000" cy="1974850"/>
        </p:xfrm>
        <a:graphic>
          <a:graphicData uri="http://schemas.openxmlformats.org/drawingml/2006/table">
            <a:tbl>
              <a:tblPr>
                <a:noFill/>
                <a:tableStyleId>{57B34217-3FFD-410F-8E3E-219FF1D09211}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04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600" dirty="0">
                          <a:solidFill>
                            <a:srgbClr val="000000"/>
                          </a:solidFill>
                          <a:latin typeface="Atkinson Hyperlegible"/>
                        </a:rPr>
                        <a:t>Insert data into Independent tables first: (Example: Doctor, Patient)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600" dirty="0">
                          <a:solidFill>
                            <a:srgbClr val="000000"/>
                          </a:solidFill>
                          <a:latin typeface="Atkinson Hyperlegible"/>
                        </a:rPr>
                        <a:t>Then, insert into Dependent tables (Example: Account, Request)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600" dirty="0">
                          <a:solidFill>
                            <a:srgbClr val="000000"/>
                          </a:solidFill>
                          <a:latin typeface="Atkinson Hyperlegible"/>
                        </a:rPr>
                        <a:t>Satisfy Foreign Keys (FKs)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S</a:t>
                      </a: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tep 1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S</a:t>
                      </a: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tep 2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G</a:t>
                      </a:r>
                      <a:r>
                        <a:rPr lang="en" sz="2200" b="1" dirty="0">
                          <a:solidFill>
                            <a:schemeClr val="accent3"/>
                          </a:solidFill>
                          <a:latin typeface="Atkinson Hyperlegible"/>
                          <a:ea typeface="Atkinson Hyperlegible"/>
                          <a:cs typeface="Atkinson Hyperlegible"/>
                          <a:sym typeface="Atkinson Hyperlegible"/>
                        </a:rPr>
                        <a:t>oal</a:t>
                      </a:r>
                      <a:endParaRPr sz="2200" b="1" dirty="0">
                        <a:solidFill>
                          <a:schemeClr val="accent3"/>
                        </a:solidFill>
                        <a:latin typeface="Atkinson Hyperlegible"/>
                        <a:ea typeface="Atkinson Hyperlegible"/>
                        <a:cs typeface="Atkinson Hyperlegible"/>
                        <a:sym typeface="Atkinson Hyperlegibl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013" name="Google Shape;2013;p64"/>
          <p:cNvGrpSpPr/>
          <p:nvPr/>
        </p:nvGrpSpPr>
        <p:grpSpPr>
          <a:xfrm rot="6209156">
            <a:off x="7532866" y="608565"/>
            <a:ext cx="299349" cy="295869"/>
            <a:chOff x="7596431" y="805081"/>
            <a:chExt cx="299357" cy="295877"/>
          </a:xfrm>
        </p:grpSpPr>
        <p:grpSp>
          <p:nvGrpSpPr>
            <p:cNvPr id="2014" name="Google Shape;2014;p64"/>
            <p:cNvGrpSpPr/>
            <p:nvPr/>
          </p:nvGrpSpPr>
          <p:grpSpPr>
            <a:xfrm>
              <a:off x="7596431" y="805081"/>
              <a:ext cx="299357" cy="295877"/>
              <a:chOff x="3988650" y="3211375"/>
              <a:chExt cx="221500" cy="218925"/>
            </a:xfrm>
          </p:grpSpPr>
          <p:sp>
            <p:nvSpPr>
              <p:cNvPr id="2015" name="Google Shape;2015;p64"/>
              <p:cNvSpPr/>
              <p:nvPr/>
            </p:nvSpPr>
            <p:spPr>
              <a:xfrm>
                <a:off x="3988650" y="3222100"/>
                <a:ext cx="211475" cy="208200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8" extrusionOk="0">
                    <a:moveTo>
                      <a:pt x="4242" y="0"/>
                    </a:moveTo>
                    <a:cubicBezTo>
                      <a:pt x="4193" y="0"/>
                      <a:pt x="4145" y="1"/>
                      <a:pt x="4096" y="3"/>
                    </a:cubicBezTo>
                    <a:cubicBezTo>
                      <a:pt x="1794" y="56"/>
                      <a:pt x="0" y="1983"/>
                      <a:pt x="54" y="4285"/>
                    </a:cubicBezTo>
                    <a:cubicBezTo>
                      <a:pt x="107" y="6553"/>
                      <a:pt x="1979" y="8328"/>
                      <a:pt x="4236" y="8328"/>
                    </a:cubicBezTo>
                    <a:cubicBezTo>
                      <a:pt x="4269" y="8328"/>
                      <a:pt x="4303" y="8328"/>
                      <a:pt x="4336" y="8327"/>
                    </a:cubicBezTo>
                    <a:cubicBezTo>
                      <a:pt x="6638" y="8273"/>
                      <a:pt x="8458" y="6346"/>
                      <a:pt x="8378" y="4044"/>
                    </a:cubicBezTo>
                    <a:cubicBezTo>
                      <a:pt x="8326" y="1791"/>
                      <a:pt x="6479" y="0"/>
                      <a:pt x="42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64"/>
              <p:cNvSpPr/>
              <p:nvPr/>
            </p:nvSpPr>
            <p:spPr>
              <a:xfrm>
                <a:off x="3998675" y="3211375"/>
                <a:ext cx="211475" cy="208225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9" extrusionOk="0">
                    <a:moveTo>
                      <a:pt x="4269" y="1"/>
                    </a:moveTo>
                    <a:cubicBezTo>
                      <a:pt x="4221" y="1"/>
                      <a:pt x="4172" y="2"/>
                      <a:pt x="4123" y="3"/>
                    </a:cubicBezTo>
                    <a:cubicBezTo>
                      <a:pt x="1821" y="57"/>
                      <a:pt x="1" y="1984"/>
                      <a:pt x="54" y="4259"/>
                    </a:cubicBezTo>
                    <a:cubicBezTo>
                      <a:pt x="134" y="6528"/>
                      <a:pt x="1981" y="8329"/>
                      <a:pt x="4238" y="8329"/>
                    </a:cubicBezTo>
                    <a:cubicBezTo>
                      <a:pt x="4271" y="8329"/>
                      <a:pt x="4304" y="8328"/>
                      <a:pt x="4337" y="8328"/>
                    </a:cubicBezTo>
                    <a:cubicBezTo>
                      <a:pt x="6639" y="8274"/>
                      <a:pt x="8459" y="6347"/>
                      <a:pt x="8379" y="4045"/>
                    </a:cubicBezTo>
                    <a:cubicBezTo>
                      <a:pt x="8326" y="1792"/>
                      <a:pt x="6505" y="1"/>
                      <a:pt x="4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64"/>
              <p:cNvSpPr/>
              <p:nvPr/>
            </p:nvSpPr>
            <p:spPr>
              <a:xfrm>
                <a:off x="4024125" y="3254500"/>
                <a:ext cx="166625" cy="13230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292" extrusionOk="0">
                    <a:moveTo>
                      <a:pt x="6569" y="1"/>
                    </a:moveTo>
                    <a:cubicBezTo>
                      <a:pt x="6548" y="1"/>
                      <a:pt x="6526" y="7"/>
                      <a:pt x="6504" y="18"/>
                    </a:cubicBezTo>
                    <a:lnTo>
                      <a:pt x="54" y="5104"/>
                    </a:lnTo>
                    <a:cubicBezTo>
                      <a:pt x="0" y="5157"/>
                      <a:pt x="0" y="5211"/>
                      <a:pt x="27" y="5238"/>
                    </a:cubicBezTo>
                    <a:cubicBezTo>
                      <a:pt x="54" y="5264"/>
                      <a:pt x="80" y="5291"/>
                      <a:pt x="107" y="5291"/>
                    </a:cubicBezTo>
                    <a:cubicBezTo>
                      <a:pt x="107" y="5291"/>
                      <a:pt x="134" y="5264"/>
                      <a:pt x="161" y="5264"/>
                    </a:cubicBezTo>
                    <a:lnTo>
                      <a:pt x="6611" y="179"/>
                    </a:lnTo>
                    <a:cubicBezTo>
                      <a:pt x="6665" y="125"/>
                      <a:pt x="6665" y="72"/>
                      <a:pt x="6638" y="45"/>
                    </a:cubicBezTo>
                    <a:cubicBezTo>
                      <a:pt x="6622" y="14"/>
                      <a:pt x="6597" y="1"/>
                      <a:pt x="65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18" name="Google Shape;2018;p64"/>
            <p:cNvGrpSpPr/>
            <p:nvPr/>
          </p:nvGrpSpPr>
          <p:grpSpPr>
            <a:xfrm>
              <a:off x="7596431" y="805081"/>
              <a:ext cx="299357" cy="295877"/>
              <a:chOff x="3988650" y="3211375"/>
              <a:chExt cx="221500" cy="218925"/>
            </a:xfrm>
          </p:grpSpPr>
          <p:sp>
            <p:nvSpPr>
              <p:cNvPr id="2019" name="Google Shape;2019;p64"/>
              <p:cNvSpPr/>
              <p:nvPr/>
            </p:nvSpPr>
            <p:spPr>
              <a:xfrm>
                <a:off x="3988650" y="3222100"/>
                <a:ext cx="211475" cy="208200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8" extrusionOk="0">
                    <a:moveTo>
                      <a:pt x="4242" y="0"/>
                    </a:moveTo>
                    <a:cubicBezTo>
                      <a:pt x="4193" y="0"/>
                      <a:pt x="4145" y="1"/>
                      <a:pt x="4096" y="3"/>
                    </a:cubicBezTo>
                    <a:cubicBezTo>
                      <a:pt x="1794" y="56"/>
                      <a:pt x="0" y="1983"/>
                      <a:pt x="54" y="4285"/>
                    </a:cubicBezTo>
                    <a:cubicBezTo>
                      <a:pt x="107" y="6553"/>
                      <a:pt x="1979" y="8328"/>
                      <a:pt x="4236" y="8328"/>
                    </a:cubicBezTo>
                    <a:cubicBezTo>
                      <a:pt x="4269" y="8328"/>
                      <a:pt x="4303" y="8328"/>
                      <a:pt x="4336" y="8327"/>
                    </a:cubicBezTo>
                    <a:cubicBezTo>
                      <a:pt x="6638" y="8273"/>
                      <a:pt x="8458" y="6346"/>
                      <a:pt x="8378" y="4044"/>
                    </a:cubicBezTo>
                    <a:cubicBezTo>
                      <a:pt x="8326" y="1791"/>
                      <a:pt x="6479" y="0"/>
                      <a:pt x="4242" y="0"/>
                    </a:cubicBezTo>
                    <a:close/>
                  </a:path>
                </a:pathLst>
              </a:custGeom>
              <a:solidFill>
                <a:srgbClr val="AD8B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64"/>
              <p:cNvSpPr/>
              <p:nvPr/>
            </p:nvSpPr>
            <p:spPr>
              <a:xfrm>
                <a:off x="3998675" y="3211375"/>
                <a:ext cx="211475" cy="208225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8329" extrusionOk="0">
                    <a:moveTo>
                      <a:pt x="4269" y="1"/>
                    </a:moveTo>
                    <a:cubicBezTo>
                      <a:pt x="4221" y="1"/>
                      <a:pt x="4172" y="2"/>
                      <a:pt x="4123" y="3"/>
                    </a:cubicBezTo>
                    <a:cubicBezTo>
                      <a:pt x="1821" y="57"/>
                      <a:pt x="1" y="1984"/>
                      <a:pt x="54" y="4259"/>
                    </a:cubicBezTo>
                    <a:cubicBezTo>
                      <a:pt x="134" y="6528"/>
                      <a:pt x="1981" y="8329"/>
                      <a:pt x="4238" y="8329"/>
                    </a:cubicBezTo>
                    <a:cubicBezTo>
                      <a:pt x="4271" y="8329"/>
                      <a:pt x="4304" y="8328"/>
                      <a:pt x="4337" y="8328"/>
                    </a:cubicBezTo>
                    <a:cubicBezTo>
                      <a:pt x="6639" y="8274"/>
                      <a:pt x="8459" y="6347"/>
                      <a:pt x="8379" y="4045"/>
                    </a:cubicBezTo>
                    <a:cubicBezTo>
                      <a:pt x="8326" y="1792"/>
                      <a:pt x="6505" y="1"/>
                      <a:pt x="4269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64"/>
              <p:cNvSpPr/>
              <p:nvPr/>
            </p:nvSpPr>
            <p:spPr>
              <a:xfrm>
                <a:off x="4024125" y="3254500"/>
                <a:ext cx="166625" cy="132300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5292" extrusionOk="0">
                    <a:moveTo>
                      <a:pt x="6569" y="1"/>
                    </a:moveTo>
                    <a:cubicBezTo>
                      <a:pt x="6548" y="1"/>
                      <a:pt x="6526" y="7"/>
                      <a:pt x="6504" y="18"/>
                    </a:cubicBezTo>
                    <a:lnTo>
                      <a:pt x="54" y="5104"/>
                    </a:lnTo>
                    <a:cubicBezTo>
                      <a:pt x="0" y="5157"/>
                      <a:pt x="0" y="5211"/>
                      <a:pt x="27" y="5238"/>
                    </a:cubicBezTo>
                    <a:cubicBezTo>
                      <a:pt x="54" y="5264"/>
                      <a:pt x="80" y="5291"/>
                      <a:pt x="107" y="5291"/>
                    </a:cubicBezTo>
                    <a:cubicBezTo>
                      <a:pt x="107" y="5291"/>
                      <a:pt x="134" y="5264"/>
                      <a:pt x="161" y="5264"/>
                    </a:cubicBezTo>
                    <a:lnTo>
                      <a:pt x="6611" y="179"/>
                    </a:lnTo>
                    <a:cubicBezTo>
                      <a:pt x="6665" y="125"/>
                      <a:pt x="6665" y="72"/>
                      <a:pt x="6638" y="45"/>
                    </a:cubicBezTo>
                    <a:cubicBezTo>
                      <a:pt x="6622" y="14"/>
                      <a:pt x="6597" y="1"/>
                      <a:pt x="65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22" name="Google Shape;2022;p64"/>
          <p:cNvGrpSpPr/>
          <p:nvPr/>
        </p:nvGrpSpPr>
        <p:grpSpPr>
          <a:xfrm>
            <a:off x="7998986" y="1191207"/>
            <a:ext cx="278423" cy="326536"/>
            <a:chOff x="6752686" y="751857"/>
            <a:chExt cx="278423" cy="326536"/>
          </a:xfrm>
        </p:grpSpPr>
        <p:grpSp>
          <p:nvGrpSpPr>
            <p:cNvPr id="2023" name="Google Shape;2023;p64"/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2024" name="Google Shape;2024;p64"/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64"/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64"/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7" name="Google Shape;2027;p64"/>
            <p:cNvGrpSpPr/>
            <p:nvPr/>
          </p:nvGrpSpPr>
          <p:grpSpPr>
            <a:xfrm>
              <a:off x="6752686" y="751857"/>
              <a:ext cx="278423" cy="326536"/>
              <a:chOff x="3102025" y="3097175"/>
              <a:chExt cx="234225" cy="274700"/>
            </a:xfrm>
          </p:grpSpPr>
          <p:sp>
            <p:nvSpPr>
              <p:cNvPr id="2028" name="Google Shape;2028;p64"/>
              <p:cNvSpPr/>
              <p:nvPr/>
            </p:nvSpPr>
            <p:spPr>
              <a:xfrm>
                <a:off x="3120100" y="3105025"/>
                <a:ext cx="21615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646" h="10674" extrusionOk="0">
                    <a:moveTo>
                      <a:pt x="5439" y="1"/>
                    </a:moveTo>
                    <a:cubicBezTo>
                      <a:pt x="3789" y="1"/>
                      <a:pt x="1960" y="1605"/>
                      <a:pt x="1018" y="4017"/>
                    </a:cubicBezTo>
                    <a:cubicBezTo>
                      <a:pt x="991" y="4017"/>
                      <a:pt x="991" y="4043"/>
                      <a:pt x="991" y="4043"/>
                    </a:cubicBezTo>
                    <a:cubicBezTo>
                      <a:pt x="1" y="6613"/>
                      <a:pt x="349" y="9209"/>
                      <a:pt x="1767" y="10226"/>
                    </a:cubicBezTo>
                    <a:cubicBezTo>
                      <a:pt x="1928" y="10360"/>
                      <a:pt x="2088" y="10440"/>
                      <a:pt x="2276" y="10521"/>
                    </a:cubicBezTo>
                    <a:cubicBezTo>
                      <a:pt x="2551" y="10624"/>
                      <a:pt x="2837" y="10674"/>
                      <a:pt x="3130" y="10674"/>
                    </a:cubicBezTo>
                    <a:cubicBezTo>
                      <a:pt x="4803" y="10674"/>
                      <a:pt x="6668" y="9051"/>
                      <a:pt x="7602" y="6613"/>
                    </a:cubicBezTo>
                    <a:cubicBezTo>
                      <a:pt x="7682" y="6425"/>
                      <a:pt x="7763" y="6238"/>
                      <a:pt x="7816" y="6024"/>
                    </a:cubicBezTo>
                    <a:cubicBezTo>
                      <a:pt x="8646" y="3374"/>
                      <a:pt x="8004" y="805"/>
                      <a:pt x="6317" y="162"/>
                    </a:cubicBezTo>
                    <a:cubicBezTo>
                      <a:pt x="6291" y="136"/>
                      <a:pt x="6264" y="136"/>
                      <a:pt x="6237" y="136"/>
                    </a:cubicBezTo>
                    <a:cubicBezTo>
                      <a:pt x="5979" y="45"/>
                      <a:pt x="5711" y="1"/>
                      <a:pt x="5439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64"/>
              <p:cNvSpPr/>
              <p:nvPr/>
            </p:nvSpPr>
            <p:spPr>
              <a:xfrm>
                <a:off x="3102025" y="3097175"/>
                <a:ext cx="217500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10674" extrusionOk="0">
                    <a:moveTo>
                      <a:pt x="5572" y="0"/>
                    </a:moveTo>
                    <a:cubicBezTo>
                      <a:pt x="3923" y="0"/>
                      <a:pt x="2080" y="1596"/>
                      <a:pt x="1125" y="3983"/>
                    </a:cubicBezTo>
                    <a:cubicBezTo>
                      <a:pt x="1125" y="4009"/>
                      <a:pt x="1098" y="4036"/>
                      <a:pt x="1098" y="4036"/>
                    </a:cubicBezTo>
                    <a:cubicBezTo>
                      <a:pt x="1" y="6900"/>
                      <a:pt x="563" y="9818"/>
                      <a:pt x="2410" y="10513"/>
                    </a:cubicBezTo>
                    <a:cubicBezTo>
                      <a:pt x="2437" y="10513"/>
                      <a:pt x="2463" y="10540"/>
                      <a:pt x="2490" y="10540"/>
                    </a:cubicBezTo>
                    <a:cubicBezTo>
                      <a:pt x="2745" y="10630"/>
                      <a:pt x="3011" y="10674"/>
                      <a:pt x="3281" y="10674"/>
                    </a:cubicBezTo>
                    <a:cubicBezTo>
                      <a:pt x="4939" y="10674"/>
                      <a:pt x="6793" y="9049"/>
                      <a:pt x="7736" y="6632"/>
                    </a:cubicBezTo>
                    <a:cubicBezTo>
                      <a:pt x="7763" y="6525"/>
                      <a:pt x="7817" y="6418"/>
                      <a:pt x="7843" y="6311"/>
                    </a:cubicBezTo>
                    <a:cubicBezTo>
                      <a:pt x="8700" y="3849"/>
                      <a:pt x="8298" y="1413"/>
                      <a:pt x="6960" y="450"/>
                    </a:cubicBezTo>
                    <a:cubicBezTo>
                      <a:pt x="6799" y="316"/>
                      <a:pt x="6612" y="235"/>
                      <a:pt x="6425" y="155"/>
                    </a:cubicBezTo>
                    <a:cubicBezTo>
                      <a:pt x="6151" y="50"/>
                      <a:pt x="5864" y="0"/>
                      <a:pt x="5572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64"/>
              <p:cNvSpPr/>
              <p:nvPr/>
            </p:nvSpPr>
            <p:spPr>
              <a:xfrm>
                <a:off x="3130150" y="3097175"/>
                <a:ext cx="189375" cy="157800"/>
              </a:xfrm>
              <a:custGeom>
                <a:avLst/>
                <a:gdLst/>
                <a:ahLst/>
                <a:cxnLst/>
                <a:rect l="l" t="t" r="r" b="b"/>
                <a:pathLst>
                  <a:path w="7575" h="6312" extrusionOk="0">
                    <a:moveTo>
                      <a:pt x="4447" y="0"/>
                    </a:moveTo>
                    <a:cubicBezTo>
                      <a:pt x="2798" y="0"/>
                      <a:pt x="955" y="1596"/>
                      <a:pt x="0" y="3983"/>
                    </a:cubicBezTo>
                    <a:cubicBezTo>
                      <a:pt x="214" y="4116"/>
                      <a:pt x="402" y="4224"/>
                      <a:pt x="616" y="4331"/>
                    </a:cubicBezTo>
                    <a:cubicBezTo>
                      <a:pt x="1954" y="5026"/>
                      <a:pt x="3399" y="5508"/>
                      <a:pt x="4871" y="5910"/>
                    </a:cubicBezTo>
                    <a:cubicBezTo>
                      <a:pt x="5460" y="6070"/>
                      <a:pt x="6103" y="6231"/>
                      <a:pt x="6718" y="6311"/>
                    </a:cubicBezTo>
                    <a:cubicBezTo>
                      <a:pt x="7575" y="3849"/>
                      <a:pt x="7173" y="1413"/>
                      <a:pt x="5835" y="450"/>
                    </a:cubicBezTo>
                    <a:cubicBezTo>
                      <a:pt x="5674" y="316"/>
                      <a:pt x="5487" y="235"/>
                      <a:pt x="5300" y="155"/>
                    </a:cubicBezTo>
                    <a:cubicBezTo>
                      <a:pt x="5026" y="50"/>
                      <a:pt x="4739" y="0"/>
                      <a:pt x="4447" y="0"/>
                    </a:cubicBezTo>
                    <a:close/>
                  </a:path>
                </a:pathLst>
              </a:custGeom>
              <a:solidFill>
                <a:srgbClr val="4EBC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31" name="Google Shape;2031;p64"/>
          <p:cNvGrpSpPr/>
          <p:nvPr/>
        </p:nvGrpSpPr>
        <p:grpSpPr>
          <a:xfrm>
            <a:off x="1886659" y="2064274"/>
            <a:ext cx="548928" cy="530975"/>
            <a:chOff x="1750976" y="1780616"/>
            <a:chExt cx="820152" cy="793329"/>
          </a:xfrm>
        </p:grpSpPr>
        <p:grpSp>
          <p:nvGrpSpPr>
            <p:cNvPr id="2032" name="Google Shape;2032;p64"/>
            <p:cNvGrpSpPr/>
            <p:nvPr/>
          </p:nvGrpSpPr>
          <p:grpSpPr>
            <a:xfrm>
              <a:off x="1750976" y="1780616"/>
              <a:ext cx="817327" cy="793316"/>
              <a:chOff x="1190625" y="314775"/>
              <a:chExt cx="5219200" cy="5065875"/>
            </a:xfrm>
          </p:grpSpPr>
          <p:sp>
            <p:nvSpPr>
              <p:cNvPr id="2033" name="Google Shape;2033;p64"/>
              <p:cNvSpPr/>
              <p:nvPr/>
            </p:nvSpPr>
            <p:spPr>
              <a:xfrm>
                <a:off x="2337200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1" y="1"/>
                    </a:moveTo>
                    <a:lnTo>
                      <a:pt x="1" y="128653"/>
                    </a:lnTo>
                    <a:cubicBezTo>
                      <a:pt x="1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64"/>
              <p:cNvSpPr/>
              <p:nvPr/>
            </p:nvSpPr>
            <p:spPr>
              <a:xfrm>
                <a:off x="2730275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9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64"/>
              <p:cNvSpPr/>
              <p:nvPr/>
            </p:nvSpPr>
            <p:spPr>
              <a:xfrm>
                <a:off x="2337200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1" y="1"/>
                    </a:moveTo>
                    <a:lnTo>
                      <a:pt x="1" y="68502"/>
                    </a:lnTo>
                    <a:cubicBezTo>
                      <a:pt x="1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64"/>
              <p:cNvSpPr/>
              <p:nvPr/>
            </p:nvSpPr>
            <p:spPr>
              <a:xfrm>
                <a:off x="2730275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9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4" y="89998"/>
                      <a:pt x="2382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30" y="90129"/>
                      <a:pt x="3491" y="90194"/>
                      <a:pt x="3784" y="90194"/>
                    </a:cubicBezTo>
                    <a:cubicBezTo>
                      <a:pt x="3882" y="90227"/>
                      <a:pt x="4013" y="90227"/>
                      <a:pt x="4110" y="90227"/>
                    </a:cubicBezTo>
                    <a:cubicBezTo>
                      <a:pt x="4339" y="90259"/>
                      <a:pt x="4567" y="90292"/>
                      <a:pt x="4795" y="90292"/>
                    </a:cubicBezTo>
                    <a:lnTo>
                      <a:pt x="5122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64"/>
              <p:cNvSpPr/>
              <p:nvPr/>
            </p:nvSpPr>
            <p:spPr>
              <a:xfrm>
                <a:off x="2184700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1" y="0"/>
                    </a:moveTo>
                    <a:cubicBezTo>
                      <a:pt x="2741" y="0"/>
                      <a:pt x="1" y="2740"/>
                      <a:pt x="1" y="6100"/>
                    </a:cubicBezTo>
                    <a:cubicBezTo>
                      <a:pt x="1" y="9493"/>
                      <a:pt x="2741" y="12233"/>
                      <a:pt x="6101" y="12233"/>
                    </a:cubicBezTo>
                    <a:lnTo>
                      <a:pt x="49746" y="12233"/>
                    </a:lnTo>
                    <a:cubicBezTo>
                      <a:pt x="53106" y="12233"/>
                      <a:pt x="55846" y="9493"/>
                      <a:pt x="55846" y="6100"/>
                    </a:cubicBezTo>
                    <a:cubicBezTo>
                      <a:pt x="55846" y="2740"/>
                      <a:pt x="53106" y="0"/>
                      <a:pt x="49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64"/>
              <p:cNvSpPr/>
              <p:nvPr/>
            </p:nvSpPr>
            <p:spPr>
              <a:xfrm>
                <a:off x="3122525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3" y="12233"/>
                      <a:pt x="18333" y="9493"/>
                      <a:pt x="18333" y="6100"/>
                    </a:cubicBezTo>
                    <a:cubicBezTo>
                      <a:pt x="18333" y="2740"/>
                      <a:pt x="15593" y="0"/>
                      <a:pt x="12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64"/>
              <p:cNvSpPr/>
              <p:nvPr/>
            </p:nvSpPr>
            <p:spPr>
              <a:xfrm>
                <a:off x="4172075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0" y="1"/>
                    </a:moveTo>
                    <a:lnTo>
                      <a:pt x="0" y="128653"/>
                    </a:lnTo>
                    <a:cubicBezTo>
                      <a:pt x="0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64"/>
              <p:cNvSpPr/>
              <p:nvPr/>
            </p:nvSpPr>
            <p:spPr>
              <a:xfrm>
                <a:off x="4565150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8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64"/>
              <p:cNvSpPr/>
              <p:nvPr/>
            </p:nvSpPr>
            <p:spPr>
              <a:xfrm>
                <a:off x="4172075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0" y="1"/>
                    </a:moveTo>
                    <a:lnTo>
                      <a:pt x="0" y="68502"/>
                    </a:lnTo>
                    <a:cubicBezTo>
                      <a:pt x="0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64"/>
              <p:cNvSpPr/>
              <p:nvPr/>
            </p:nvSpPr>
            <p:spPr>
              <a:xfrm>
                <a:off x="4565150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8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3" y="89998"/>
                      <a:pt x="2381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29" y="90129"/>
                      <a:pt x="3490" y="90194"/>
                      <a:pt x="3784" y="90194"/>
                    </a:cubicBezTo>
                    <a:cubicBezTo>
                      <a:pt x="3882" y="90227"/>
                      <a:pt x="4012" y="90227"/>
                      <a:pt x="4110" y="90227"/>
                    </a:cubicBezTo>
                    <a:cubicBezTo>
                      <a:pt x="4338" y="90259"/>
                      <a:pt x="4567" y="90292"/>
                      <a:pt x="4795" y="90292"/>
                    </a:cubicBezTo>
                    <a:lnTo>
                      <a:pt x="5121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64"/>
              <p:cNvSpPr/>
              <p:nvPr/>
            </p:nvSpPr>
            <p:spPr>
              <a:xfrm>
                <a:off x="4019575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0" y="0"/>
                    </a:moveTo>
                    <a:cubicBezTo>
                      <a:pt x="2740" y="0"/>
                      <a:pt x="0" y="2740"/>
                      <a:pt x="0" y="6100"/>
                    </a:cubicBezTo>
                    <a:cubicBezTo>
                      <a:pt x="0" y="9493"/>
                      <a:pt x="2740" y="12233"/>
                      <a:pt x="6100" y="12233"/>
                    </a:cubicBezTo>
                    <a:lnTo>
                      <a:pt x="49746" y="12233"/>
                    </a:lnTo>
                    <a:cubicBezTo>
                      <a:pt x="53105" y="12233"/>
                      <a:pt x="55846" y="9493"/>
                      <a:pt x="55846" y="6100"/>
                    </a:cubicBezTo>
                    <a:cubicBezTo>
                      <a:pt x="55846" y="2740"/>
                      <a:pt x="53105" y="0"/>
                      <a:pt x="49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64"/>
              <p:cNvSpPr/>
              <p:nvPr/>
            </p:nvSpPr>
            <p:spPr>
              <a:xfrm>
                <a:off x="4957400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2" y="12233"/>
                      <a:pt x="18333" y="9493"/>
                      <a:pt x="18333" y="6100"/>
                    </a:cubicBezTo>
                    <a:cubicBezTo>
                      <a:pt x="18333" y="2740"/>
                      <a:pt x="15592" y="0"/>
                      <a:pt x="12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64"/>
              <p:cNvSpPr/>
              <p:nvPr/>
            </p:nvSpPr>
            <p:spPr>
              <a:xfrm>
                <a:off x="1190625" y="2047700"/>
                <a:ext cx="5219200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6101" extrusionOk="0">
                    <a:moveTo>
                      <a:pt x="3066" y="0"/>
                    </a:moveTo>
                    <a:cubicBezTo>
                      <a:pt x="1370" y="0"/>
                      <a:pt x="0" y="1371"/>
                      <a:pt x="0" y="3067"/>
                    </a:cubicBezTo>
                    <a:cubicBezTo>
                      <a:pt x="0" y="4730"/>
                      <a:pt x="1370" y="6100"/>
                      <a:pt x="3066" y="6100"/>
                    </a:cubicBezTo>
                    <a:lnTo>
                      <a:pt x="205701" y="6100"/>
                    </a:lnTo>
                    <a:cubicBezTo>
                      <a:pt x="207397" y="6100"/>
                      <a:pt x="208767" y="4730"/>
                      <a:pt x="208767" y="3067"/>
                    </a:cubicBezTo>
                    <a:cubicBezTo>
                      <a:pt x="208767" y="1371"/>
                      <a:pt x="207397" y="0"/>
                      <a:pt x="2057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64"/>
              <p:cNvSpPr/>
              <p:nvPr/>
            </p:nvSpPr>
            <p:spPr>
              <a:xfrm>
                <a:off x="5721500" y="1690500"/>
                <a:ext cx="305850" cy="3527050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1082" extrusionOk="0">
                    <a:moveTo>
                      <a:pt x="3263" y="1"/>
                    </a:moveTo>
                    <a:cubicBezTo>
                      <a:pt x="1469" y="1"/>
                      <a:pt x="1" y="1469"/>
                      <a:pt x="1" y="3263"/>
                    </a:cubicBezTo>
                    <a:lnTo>
                      <a:pt x="1" y="141082"/>
                    </a:lnTo>
                    <a:lnTo>
                      <a:pt x="12233" y="141082"/>
                    </a:lnTo>
                    <a:lnTo>
                      <a:pt x="12233" y="3263"/>
                    </a:lnTo>
                    <a:cubicBezTo>
                      <a:pt x="12233" y="1469"/>
                      <a:pt x="10766" y="1"/>
                      <a:pt x="89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64"/>
              <p:cNvSpPr/>
              <p:nvPr/>
            </p:nvSpPr>
            <p:spPr>
              <a:xfrm>
                <a:off x="1573075" y="1538025"/>
                <a:ext cx="305850" cy="3679525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7181" extrusionOk="0">
                    <a:moveTo>
                      <a:pt x="3263" y="0"/>
                    </a:moveTo>
                    <a:cubicBezTo>
                      <a:pt x="1469" y="0"/>
                      <a:pt x="1" y="1468"/>
                      <a:pt x="1" y="3262"/>
                    </a:cubicBezTo>
                    <a:lnTo>
                      <a:pt x="1" y="147181"/>
                    </a:lnTo>
                    <a:lnTo>
                      <a:pt x="12233" y="147181"/>
                    </a:lnTo>
                    <a:lnTo>
                      <a:pt x="12233" y="3262"/>
                    </a:lnTo>
                    <a:cubicBezTo>
                      <a:pt x="12233" y="1468"/>
                      <a:pt x="10765" y="0"/>
                      <a:pt x="89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64"/>
              <p:cNvSpPr/>
              <p:nvPr/>
            </p:nvSpPr>
            <p:spPr>
              <a:xfrm>
                <a:off x="1267275" y="5074825"/>
                <a:ext cx="5065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233" extrusionOk="0">
                    <a:moveTo>
                      <a:pt x="3262" y="0"/>
                    </a:moveTo>
                    <a:cubicBezTo>
                      <a:pt x="1468" y="0"/>
                      <a:pt x="0" y="1468"/>
                      <a:pt x="0" y="3262"/>
                    </a:cubicBezTo>
                    <a:lnTo>
                      <a:pt x="0" y="8971"/>
                    </a:lnTo>
                    <a:cubicBezTo>
                      <a:pt x="0" y="10765"/>
                      <a:pt x="1468" y="12233"/>
                      <a:pt x="3262" y="12233"/>
                    </a:cubicBezTo>
                    <a:lnTo>
                      <a:pt x="199373" y="12233"/>
                    </a:lnTo>
                    <a:cubicBezTo>
                      <a:pt x="201167" y="12233"/>
                      <a:pt x="202635" y="10765"/>
                      <a:pt x="202635" y="8971"/>
                    </a:cubicBezTo>
                    <a:lnTo>
                      <a:pt x="202635" y="3262"/>
                    </a:lnTo>
                    <a:cubicBezTo>
                      <a:pt x="202635" y="1468"/>
                      <a:pt x="201167" y="0"/>
                      <a:pt x="199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64"/>
              <p:cNvSpPr/>
              <p:nvPr/>
            </p:nvSpPr>
            <p:spPr>
              <a:xfrm>
                <a:off x="5945775" y="5074825"/>
                <a:ext cx="3873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5495" h="12233" extrusionOk="0">
                    <a:moveTo>
                      <a:pt x="0" y="0"/>
                    </a:moveTo>
                    <a:cubicBezTo>
                      <a:pt x="1795" y="0"/>
                      <a:pt x="3262" y="1468"/>
                      <a:pt x="3262" y="3262"/>
                    </a:cubicBezTo>
                    <a:lnTo>
                      <a:pt x="3262" y="8971"/>
                    </a:lnTo>
                    <a:cubicBezTo>
                      <a:pt x="3262" y="10765"/>
                      <a:pt x="1795" y="12233"/>
                      <a:pt x="0" y="12233"/>
                    </a:cubicBezTo>
                    <a:lnTo>
                      <a:pt x="12233" y="12233"/>
                    </a:lnTo>
                    <a:cubicBezTo>
                      <a:pt x="14027" y="12233"/>
                      <a:pt x="15495" y="10765"/>
                      <a:pt x="15495" y="8971"/>
                    </a:cubicBezTo>
                    <a:lnTo>
                      <a:pt x="15495" y="3262"/>
                    </a:lnTo>
                    <a:cubicBezTo>
                      <a:pt x="15495" y="1468"/>
                      <a:pt x="14027" y="0"/>
                      <a:pt x="1223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64"/>
              <p:cNvSpPr/>
              <p:nvPr/>
            </p:nvSpPr>
            <p:spPr>
              <a:xfrm>
                <a:off x="2584300" y="2907225"/>
                <a:ext cx="1533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34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64"/>
              <p:cNvSpPr/>
              <p:nvPr/>
            </p:nvSpPr>
            <p:spPr>
              <a:xfrm>
                <a:off x="3043425" y="2907225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38" y="1"/>
                      <a:pt x="0" y="1371"/>
                      <a:pt x="0" y="3067"/>
                    </a:cubicBezTo>
                    <a:cubicBezTo>
                      <a:pt x="0" y="4763"/>
                      <a:pt x="1338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64"/>
              <p:cNvSpPr/>
              <p:nvPr/>
            </p:nvSpPr>
            <p:spPr>
              <a:xfrm>
                <a:off x="2806100" y="33777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1"/>
                      <a:pt x="1" y="3067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64"/>
              <p:cNvSpPr/>
              <p:nvPr/>
            </p:nvSpPr>
            <p:spPr>
              <a:xfrm>
                <a:off x="2931700" y="3902950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64"/>
              <p:cNvSpPr/>
              <p:nvPr/>
            </p:nvSpPr>
            <p:spPr>
              <a:xfrm>
                <a:off x="2584300" y="3735775"/>
                <a:ext cx="1533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01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34"/>
                    </a:cubicBezTo>
                    <a:cubicBezTo>
                      <a:pt x="0" y="4730"/>
                      <a:pt x="1370" y="6101"/>
                      <a:pt x="3067" y="6101"/>
                    </a:cubicBezTo>
                    <a:cubicBezTo>
                      <a:pt x="4763" y="6101"/>
                      <a:pt x="6133" y="4730"/>
                      <a:pt x="6133" y="3034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64"/>
              <p:cNvSpPr/>
              <p:nvPr/>
            </p:nvSpPr>
            <p:spPr>
              <a:xfrm>
                <a:off x="4857075" y="29088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6"/>
                    </a:cubicBezTo>
                    <a:cubicBezTo>
                      <a:pt x="6133" y="1370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64"/>
              <p:cNvSpPr/>
              <p:nvPr/>
            </p:nvSpPr>
            <p:spPr>
              <a:xfrm>
                <a:off x="4781250" y="3826300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34" y="0"/>
                    </a:moveTo>
                    <a:cubicBezTo>
                      <a:pt x="1370" y="0"/>
                      <a:pt x="0" y="1370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64"/>
              <p:cNvSpPr/>
              <p:nvPr/>
            </p:nvSpPr>
            <p:spPr>
              <a:xfrm>
                <a:off x="4433850" y="35523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34"/>
                    </a:cubicBezTo>
                    <a:cubicBezTo>
                      <a:pt x="0" y="4730"/>
                      <a:pt x="1370" y="6100"/>
                      <a:pt x="3066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64"/>
              <p:cNvSpPr/>
              <p:nvPr/>
            </p:nvSpPr>
            <p:spPr>
              <a:xfrm>
                <a:off x="4704575" y="3301125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31" y="6133"/>
                      <a:pt x="6101" y="4763"/>
                      <a:pt x="6101" y="3066"/>
                    </a:cubicBezTo>
                    <a:cubicBezTo>
                      <a:pt x="6101" y="1370"/>
                      <a:pt x="4731" y="0"/>
                      <a:pt x="3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64"/>
              <p:cNvSpPr/>
              <p:nvPr/>
            </p:nvSpPr>
            <p:spPr>
              <a:xfrm>
                <a:off x="4510500" y="28314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34" y="0"/>
                    </a:moveTo>
                    <a:cubicBezTo>
                      <a:pt x="1371" y="0"/>
                      <a:pt x="0" y="1370"/>
                      <a:pt x="0" y="3034"/>
                    </a:cubicBezTo>
                    <a:cubicBezTo>
                      <a:pt x="0" y="4730"/>
                      <a:pt x="1371" y="6100"/>
                      <a:pt x="3034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0" name="Google Shape;2060;p64"/>
            <p:cNvGrpSpPr/>
            <p:nvPr/>
          </p:nvGrpSpPr>
          <p:grpSpPr>
            <a:xfrm>
              <a:off x="1753801" y="1780628"/>
              <a:ext cx="817327" cy="793316"/>
              <a:chOff x="1190625" y="314775"/>
              <a:chExt cx="5219200" cy="5065875"/>
            </a:xfrm>
          </p:grpSpPr>
          <p:sp>
            <p:nvSpPr>
              <p:cNvPr id="2061" name="Google Shape;2061;p64"/>
              <p:cNvSpPr/>
              <p:nvPr/>
            </p:nvSpPr>
            <p:spPr>
              <a:xfrm>
                <a:off x="2337200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1" y="1"/>
                    </a:moveTo>
                    <a:lnTo>
                      <a:pt x="1" y="128653"/>
                    </a:lnTo>
                    <a:cubicBezTo>
                      <a:pt x="1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64"/>
              <p:cNvSpPr/>
              <p:nvPr/>
            </p:nvSpPr>
            <p:spPr>
              <a:xfrm>
                <a:off x="2730275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9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64"/>
              <p:cNvSpPr/>
              <p:nvPr/>
            </p:nvSpPr>
            <p:spPr>
              <a:xfrm>
                <a:off x="2337200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1" y="1"/>
                    </a:moveTo>
                    <a:lnTo>
                      <a:pt x="1" y="68502"/>
                    </a:lnTo>
                    <a:cubicBezTo>
                      <a:pt x="1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64"/>
              <p:cNvSpPr/>
              <p:nvPr/>
            </p:nvSpPr>
            <p:spPr>
              <a:xfrm>
                <a:off x="2730275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9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4" y="89998"/>
                      <a:pt x="2382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30" y="90129"/>
                      <a:pt x="3491" y="90194"/>
                      <a:pt x="3784" y="90194"/>
                    </a:cubicBezTo>
                    <a:cubicBezTo>
                      <a:pt x="3882" y="90227"/>
                      <a:pt x="4013" y="90227"/>
                      <a:pt x="4110" y="90227"/>
                    </a:cubicBezTo>
                    <a:cubicBezTo>
                      <a:pt x="4339" y="90259"/>
                      <a:pt x="4567" y="90292"/>
                      <a:pt x="4795" y="90292"/>
                    </a:cubicBezTo>
                    <a:lnTo>
                      <a:pt x="5122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64"/>
              <p:cNvSpPr/>
              <p:nvPr/>
            </p:nvSpPr>
            <p:spPr>
              <a:xfrm>
                <a:off x="2184700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1" y="0"/>
                    </a:moveTo>
                    <a:cubicBezTo>
                      <a:pt x="2741" y="0"/>
                      <a:pt x="1" y="2740"/>
                      <a:pt x="1" y="6100"/>
                    </a:cubicBezTo>
                    <a:cubicBezTo>
                      <a:pt x="1" y="9493"/>
                      <a:pt x="2741" y="12233"/>
                      <a:pt x="6101" y="12233"/>
                    </a:cubicBezTo>
                    <a:lnTo>
                      <a:pt x="49746" y="12233"/>
                    </a:lnTo>
                    <a:cubicBezTo>
                      <a:pt x="53106" y="12233"/>
                      <a:pt x="55846" y="9493"/>
                      <a:pt x="55846" y="6100"/>
                    </a:cubicBezTo>
                    <a:cubicBezTo>
                      <a:pt x="55846" y="2740"/>
                      <a:pt x="53106" y="0"/>
                      <a:pt x="497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64"/>
              <p:cNvSpPr/>
              <p:nvPr/>
            </p:nvSpPr>
            <p:spPr>
              <a:xfrm>
                <a:off x="3122525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3" y="12233"/>
                      <a:pt x="18333" y="9493"/>
                      <a:pt x="18333" y="6100"/>
                    </a:cubicBezTo>
                    <a:cubicBezTo>
                      <a:pt x="18333" y="2740"/>
                      <a:pt x="15593" y="0"/>
                      <a:pt x="12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64"/>
              <p:cNvSpPr/>
              <p:nvPr/>
            </p:nvSpPr>
            <p:spPr>
              <a:xfrm>
                <a:off x="4172075" y="620575"/>
                <a:ext cx="1091150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150444" extrusionOk="0">
                    <a:moveTo>
                      <a:pt x="0" y="1"/>
                    </a:moveTo>
                    <a:lnTo>
                      <a:pt x="0" y="128653"/>
                    </a:lnTo>
                    <a:cubicBezTo>
                      <a:pt x="0" y="140690"/>
                      <a:pt x="9786" y="150444"/>
                      <a:pt x="21823" y="150444"/>
                    </a:cubicBezTo>
                    <a:cubicBezTo>
                      <a:pt x="33860" y="150444"/>
                      <a:pt x="43646" y="140690"/>
                      <a:pt x="43646" y="128653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64"/>
              <p:cNvSpPr/>
              <p:nvPr/>
            </p:nvSpPr>
            <p:spPr>
              <a:xfrm>
                <a:off x="4565150" y="620575"/>
                <a:ext cx="698075" cy="3761100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150444" extrusionOk="0">
                    <a:moveTo>
                      <a:pt x="15690" y="1"/>
                    </a:moveTo>
                    <a:lnTo>
                      <a:pt x="15690" y="128653"/>
                    </a:lnTo>
                    <a:cubicBezTo>
                      <a:pt x="15690" y="138570"/>
                      <a:pt x="9068" y="146921"/>
                      <a:pt x="0" y="149563"/>
                    </a:cubicBezTo>
                    <a:cubicBezTo>
                      <a:pt x="1925" y="150150"/>
                      <a:pt x="3980" y="150444"/>
                      <a:pt x="6100" y="150444"/>
                    </a:cubicBezTo>
                    <a:cubicBezTo>
                      <a:pt x="18137" y="150444"/>
                      <a:pt x="27923" y="140690"/>
                      <a:pt x="27923" y="128653"/>
                    </a:cubicBezTo>
                    <a:lnTo>
                      <a:pt x="279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64"/>
              <p:cNvSpPr/>
              <p:nvPr/>
            </p:nvSpPr>
            <p:spPr>
              <a:xfrm>
                <a:off x="4172075" y="2124350"/>
                <a:ext cx="1091150" cy="2257325"/>
              </a:xfrm>
              <a:custGeom>
                <a:avLst/>
                <a:gdLst/>
                <a:ahLst/>
                <a:cxnLst/>
                <a:rect l="l" t="t" r="r" b="b"/>
                <a:pathLst>
                  <a:path w="43646" h="90293" extrusionOk="0">
                    <a:moveTo>
                      <a:pt x="0" y="1"/>
                    </a:moveTo>
                    <a:lnTo>
                      <a:pt x="0" y="68502"/>
                    </a:lnTo>
                    <a:cubicBezTo>
                      <a:pt x="0" y="80539"/>
                      <a:pt x="9786" y="90293"/>
                      <a:pt x="21823" y="90293"/>
                    </a:cubicBezTo>
                    <a:cubicBezTo>
                      <a:pt x="33860" y="90293"/>
                      <a:pt x="43646" y="80539"/>
                      <a:pt x="43646" y="68502"/>
                    </a:cubicBezTo>
                    <a:lnTo>
                      <a:pt x="436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64"/>
              <p:cNvSpPr/>
              <p:nvPr/>
            </p:nvSpPr>
            <p:spPr>
              <a:xfrm>
                <a:off x="4565150" y="2123550"/>
                <a:ext cx="698075" cy="2258125"/>
              </a:xfrm>
              <a:custGeom>
                <a:avLst/>
                <a:gdLst/>
                <a:ahLst/>
                <a:cxnLst/>
                <a:rect l="l" t="t" r="r" b="b"/>
                <a:pathLst>
                  <a:path w="27923" h="90325" extrusionOk="0">
                    <a:moveTo>
                      <a:pt x="15690" y="0"/>
                    </a:moveTo>
                    <a:lnTo>
                      <a:pt x="15690" y="68534"/>
                    </a:lnTo>
                    <a:cubicBezTo>
                      <a:pt x="15690" y="78451"/>
                      <a:pt x="9068" y="86802"/>
                      <a:pt x="0" y="89444"/>
                    </a:cubicBezTo>
                    <a:cubicBezTo>
                      <a:pt x="685" y="89672"/>
                      <a:pt x="1370" y="89835"/>
                      <a:pt x="2088" y="89966"/>
                    </a:cubicBezTo>
                    <a:cubicBezTo>
                      <a:pt x="2186" y="89966"/>
                      <a:pt x="2283" y="89998"/>
                      <a:pt x="2381" y="89998"/>
                    </a:cubicBezTo>
                    <a:cubicBezTo>
                      <a:pt x="2577" y="90031"/>
                      <a:pt x="2773" y="90064"/>
                      <a:pt x="2936" y="90096"/>
                    </a:cubicBezTo>
                    <a:cubicBezTo>
                      <a:pt x="3229" y="90129"/>
                      <a:pt x="3490" y="90194"/>
                      <a:pt x="3784" y="90194"/>
                    </a:cubicBezTo>
                    <a:cubicBezTo>
                      <a:pt x="3882" y="90227"/>
                      <a:pt x="4012" y="90227"/>
                      <a:pt x="4110" y="90227"/>
                    </a:cubicBezTo>
                    <a:cubicBezTo>
                      <a:pt x="4338" y="90259"/>
                      <a:pt x="4567" y="90292"/>
                      <a:pt x="4795" y="90292"/>
                    </a:cubicBezTo>
                    <a:lnTo>
                      <a:pt x="5121" y="90292"/>
                    </a:lnTo>
                    <a:cubicBezTo>
                      <a:pt x="5448" y="90325"/>
                      <a:pt x="5774" y="90325"/>
                      <a:pt x="6100" y="90325"/>
                    </a:cubicBezTo>
                    <a:cubicBezTo>
                      <a:pt x="18137" y="90325"/>
                      <a:pt x="27923" y="80571"/>
                      <a:pt x="27923" y="68502"/>
                    </a:cubicBezTo>
                    <a:lnTo>
                      <a:pt x="279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64"/>
              <p:cNvSpPr/>
              <p:nvPr/>
            </p:nvSpPr>
            <p:spPr>
              <a:xfrm>
                <a:off x="4019575" y="314775"/>
                <a:ext cx="13961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55846" h="12233" extrusionOk="0">
                    <a:moveTo>
                      <a:pt x="6100" y="0"/>
                    </a:moveTo>
                    <a:cubicBezTo>
                      <a:pt x="2740" y="0"/>
                      <a:pt x="0" y="2740"/>
                      <a:pt x="0" y="6100"/>
                    </a:cubicBezTo>
                    <a:cubicBezTo>
                      <a:pt x="0" y="9493"/>
                      <a:pt x="2740" y="12233"/>
                      <a:pt x="6100" y="12233"/>
                    </a:cubicBezTo>
                    <a:lnTo>
                      <a:pt x="49746" y="12233"/>
                    </a:lnTo>
                    <a:cubicBezTo>
                      <a:pt x="53105" y="12233"/>
                      <a:pt x="55846" y="9493"/>
                      <a:pt x="55846" y="6100"/>
                    </a:cubicBezTo>
                    <a:cubicBezTo>
                      <a:pt x="55846" y="2740"/>
                      <a:pt x="53105" y="0"/>
                      <a:pt x="497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64"/>
              <p:cNvSpPr/>
              <p:nvPr/>
            </p:nvSpPr>
            <p:spPr>
              <a:xfrm>
                <a:off x="4957400" y="314775"/>
                <a:ext cx="4583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8333" h="12233" extrusionOk="0">
                    <a:moveTo>
                      <a:pt x="0" y="0"/>
                    </a:moveTo>
                    <a:cubicBezTo>
                      <a:pt x="3360" y="0"/>
                      <a:pt x="6100" y="2740"/>
                      <a:pt x="6100" y="6100"/>
                    </a:cubicBezTo>
                    <a:cubicBezTo>
                      <a:pt x="6100" y="9493"/>
                      <a:pt x="3360" y="12233"/>
                      <a:pt x="0" y="12233"/>
                    </a:cubicBezTo>
                    <a:lnTo>
                      <a:pt x="12233" y="12233"/>
                    </a:lnTo>
                    <a:cubicBezTo>
                      <a:pt x="15592" y="12233"/>
                      <a:pt x="18333" y="9493"/>
                      <a:pt x="18333" y="6100"/>
                    </a:cubicBezTo>
                    <a:cubicBezTo>
                      <a:pt x="18333" y="2740"/>
                      <a:pt x="15592" y="0"/>
                      <a:pt x="122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64"/>
              <p:cNvSpPr/>
              <p:nvPr/>
            </p:nvSpPr>
            <p:spPr>
              <a:xfrm>
                <a:off x="1190625" y="2047700"/>
                <a:ext cx="5219200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6101" extrusionOk="0">
                    <a:moveTo>
                      <a:pt x="3066" y="0"/>
                    </a:moveTo>
                    <a:cubicBezTo>
                      <a:pt x="1370" y="0"/>
                      <a:pt x="0" y="1371"/>
                      <a:pt x="0" y="3067"/>
                    </a:cubicBezTo>
                    <a:cubicBezTo>
                      <a:pt x="0" y="4730"/>
                      <a:pt x="1370" y="6100"/>
                      <a:pt x="3066" y="6100"/>
                    </a:cubicBezTo>
                    <a:lnTo>
                      <a:pt x="205701" y="6100"/>
                    </a:lnTo>
                    <a:cubicBezTo>
                      <a:pt x="207397" y="6100"/>
                      <a:pt x="208767" y="4730"/>
                      <a:pt x="208767" y="3067"/>
                    </a:cubicBezTo>
                    <a:cubicBezTo>
                      <a:pt x="208767" y="1371"/>
                      <a:pt x="207397" y="0"/>
                      <a:pt x="205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64"/>
              <p:cNvSpPr/>
              <p:nvPr/>
            </p:nvSpPr>
            <p:spPr>
              <a:xfrm>
                <a:off x="5721500" y="1690500"/>
                <a:ext cx="305850" cy="3527050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1082" extrusionOk="0">
                    <a:moveTo>
                      <a:pt x="3263" y="1"/>
                    </a:moveTo>
                    <a:cubicBezTo>
                      <a:pt x="1469" y="1"/>
                      <a:pt x="1" y="1469"/>
                      <a:pt x="1" y="3263"/>
                    </a:cubicBezTo>
                    <a:lnTo>
                      <a:pt x="1" y="141082"/>
                    </a:lnTo>
                    <a:lnTo>
                      <a:pt x="12233" y="141082"/>
                    </a:lnTo>
                    <a:lnTo>
                      <a:pt x="12233" y="3263"/>
                    </a:lnTo>
                    <a:cubicBezTo>
                      <a:pt x="12233" y="1469"/>
                      <a:pt x="10766" y="1"/>
                      <a:pt x="8971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64"/>
              <p:cNvSpPr/>
              <p:nvPr/>
            </p:nvSpPr>
            <p:spPr>
              <a:xfrm>
                <a:off x="1573075" y="1538025"/>
                <a:ext cx="305850" cy="3679525"/>
              </a:xfrm>
              <a:custGeom>
                <a:avLst/>
                <a:gdLst/>
                <a:ahLst/>
                <a:cxnLst/>
                <a:rect l="l" t="t" r="r" b="b"/>
                <a:pathLst>
                  <a:path w="12234" h="147181" extrusionOk="0">
                    <a:moveTo>
                      <a:pt x="3263" y="0"/>
                    </a:moveTo>
                    <a:cubicBezTo>
                      <a:pt x="1469" y="0"/>
                      <a:pt x="1" y="1468"/>
                      <a:pt x="1" y="3262"/>
                    </a:cubicBezTo>
                    <a:lnTo>
                      <a:pt x="1" y="147181"/>
                    </a:lnTo>
                    <a:lnTo>
                      <a:pt x="12233" y="147181"/>
                    </a:lnTo>
                    <a:lnTo>
                      <a:pt x="12233" y="3262"/>
                    </a:lnTo>
                    <a:cubicBezTo>
                      <a:pt x="12233" y="1468"/>
                      <a:pt x="10765" y="0"/>
                      <a:pt x="8971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64"/>
              <p:cNvSpPr/>
              <p:nvPr/>
            </p:nvSpPr>
            <p:spPr>
              <a:xfrm>
                <a:off x="1267275" y="5074825"/>
                <a:ext cx="5065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233" extrusionOk="0">
                    <a:moveTo>
                      <a:pt x="3262" y="0"/>
                    </a:moveTo>
                    <a:cubicBezTo>
                      <a:pt x="1468" y="0"/>
                      <a:pt x="0" y="1468"/>
                      <a:pt x="0" y="3262"/>
                    </a:cubicBezTo>
                    <a:lnTo>
                      <a:pt x="0" y="8971"/>
                    </a:lnTo>
                    <a:cubicBezTo>
                      <a:pt x="0" y="10765"/>
                      <a:pt x="1468" y="12233"/>
                      <a:pt x="3262" y="12233"/>
                    </a:cubicBezTo>
                    <a:lnTo>
                      <a:pt x="199373" y="12233"/>
                    </a:lnTo>
                    <a:cubicBezTo>
                      <a:pt x="201167" y="12233"/>
                      <a:pt x="202635" y="10765"/>
                      <a:pt x="202635" y="8971"/>
                    </a:cubicBezTo>
                    <a:lnTo>
                      <a:pt x="202635" y="3262"/>
                    </a:lnTo>
                    <a:cubicBezTo>
                      <a:pt x="202635" y="1468"/>
                      <a:pt x="201167" y="0"/>
                      <a:pt x="199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64"/>
              <p:cNvSpPr/>
              <p:nvPr/>
            </p:nvSpPr>
            <p:spPr>
              <a:xfrm>
                <a:off x="5945775" y="5074825"/>
                <a:ext cx="3873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5495" h="12233" extrusionOk="0">
                    <a:moveTo>
                      <a:pt x="0" y="0"/>
                    </a:moveTo>
                    <a:cubicBezTo>
                      <a:pt x="1795" y="0"/>
                      <a:pt x="3262" y="1468"/>
                      <a:pt x="3262" y="3262"/>
                    </a:cubicBezTo>
                    <a:lnTo>
                      <a:pt x="3262" y="8971"/>
                    </a:lnTo>
                    <a:cubicBezTo>
                      <a:pt x="3262" y="10765"/>
                      <a:pt x="1795" y="12233"/>
                      <a:pt x="0" y="12233"/>
                    </a:cubicBezTo>
                    <a:lnTo>
                      <a:pt x="12233" y="12233"/>
                    </a:lnTo>
                    <a:cubicBezTo>
                      <a:pt x="14027" y="12233"/>
                      <a:pt x="15495" y="10765"/>
                      <a:pt x="15495" y="8971"/>
                    </a:cubicBezTo>
                    <a:lnTo>
                      <a:pt x="15495" y="3262"/>
                    </a:lnTo>
                    <a:cubicBezTo>
                      <a:pt x="15495" y="1468"/>
                      <a:pt x="14027" y="0"/>
                      <a:pt x="12233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64"/>
              <p:cNvSpPr/>
              <p:nvPr/>
            </p:nvSpPr>
            <p:spPr>
              <a:xfrm>
                <a:off x="2584300" y="2907225"/>
                <a:ext cx="1533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34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64"/>
              <p:cNvSpPr/>
              <p:nvPr/>
            </p:nvSpPr>
            <p:spPr>
              <a:xfrm>
                <a:off x="3043425" y="2907225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38" y="1"/>
                      <a:pt x="0" y="1371"/>
                      <a:pt x="0" y="3067"/>
                    </a:cubicBezTo>
                    <a:cubicBezTo>
                      <a:pt x="0" y="4763"/>
                      <a:pt x="1338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64"/>
              <p:cNvSpPr/>
              <p:nvPr/>
            </p:nvSpPr>
            <p:spPr>
              <a:xfrm>
                <a:off x="2806100" y="33777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1"/>
                      <a:pt x="1" y="3067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7"/>
                    </a:cubicBezTo>
                    <a:cubicBezTo>
                      <a:pt x="6133" y="1371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64"/>
              <p:cNvSpPr/>
              <p:nvPr/>
            </p:nvSpPr>
            <p:spPr>
              <a:xfrm>
                <a:off x="2931700" y="3902950"/>
                <a:ext cx="152525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4" extrusionOk="0">
                    <a:moveTo>
                      <a:pt x="3034" y="1"/>
                    </a:moveTo>
                    <a:cubicBezTo>
                      <a:pt x="1370" y="1"/>
                      <a:pt x="0" y="1371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64"/>
              <p:cNvSpPr/>
              <p:nvPr/>
            </p:nvSpPr>
            <p:spPr>
              <a:xfrm>
                <a:off x="2584300" y="3735775"/>
                <a:ext cx="1533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6101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34"/>
                    </a:cubicBezTo>
                    <a:cubicBezTo>
                      <a:pt x="0" y="4730"/>
                      <a:pt x="1370" y="6101"/>
                      <a:pt x="3067" y="6101"/>
                    </a:cubicBezTo>
                    <a:cubicBezTo>
                      <a:pt x="4763" y="6101"/>
                      <a:pt x="6133" y="4730"/>
                      <a:pt x="6133" y="3034"/>
                    </a:cubicBez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64"/>
              <p:cNvSpPr/>
              <p:nvPr/>
            </p:nvSpPr>
            <p:spPr>
              <a:xfrm>
                <a:off x="4857075" y="2908875"/>
                <a:ext cx="153350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34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63" y="6133"/>
                      <a:pt x="6133" y="4763"/>
                      <a:pt x="6133" y="3066"/>
                    </a:cubicBezTo>
                    <a:cubicBezTo>
                      <a:pt x="6133" y="1370"/>
                      <a:pt x="4763" y="0"/>
                      <a:pt x="30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64"/>
              <p:cNvSpPr/>
              <p:nvPr/>
            </p:nvSpPr>
            <p:spPr>
              <a:xfrm>
                <a:off x="4781250" y="3826300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34" y="0"/>
                    </a:moveTo>
                    <a:cubicBezTo>
                      <a:pt x="1370" y="0"/>
                      <a:pt x="0" y="1370"/>
                      <a:pt x="0" y="3067"/>
                    </a:cubicBezTo>
                    <a:cubicBezTo>
                      <a:pt x="0" y="4763"/>
                      <a:pt x="1370" y="6133"/>
                      <a:pt x="3034" y="6133"/>
                    </a:cubicBezTo>
                    <a:cubicBezTo>
                      <a:pt x="4730" y="6133"/>
                      <a:pt x="6100" y="4763"/>
                      <a:pt x="6100" y="3067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64"/>
              <p:cNvSpPr/>
              <p:nvPr/>
            </p:nvSpPr>
            <p:spPr>
              <a:xfrm>
                <a:off x="4433850" y="35523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34"/>
                    </a:cubicBezTo>
                    <a:cubicBezTo>
                      <a:pt x="0" y="4730"/>
                      <a:pt x="1370" y="6100"/>
                      <a:pt x="3066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64"/>
              <p:cNvSpPr/>
              <p:nvPr/>
            </p:nvSpPr>
            <p:spPr>
              <a:xfrm>
                <a:off x="4704575" y="3301125"/>
                <a:ext cx="152525" cy="1533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33" extrusionOk="0">
                    <a:moveTo>
                      <a:pt x="3067" y="0"/>
                    </a:moveTo>
                    <a:cubicBezTo>
                      <a:pt x="1371" y="0"/>
                      <a:pt x="1" y="1370"/>
                      <a:pt x="1" y="3066"/>
                    </a:cubicBezTo>
                    <a:cubicBezTo>
                      <a:pt x="1" y="4763"/>
                      <a:pt x="1371" y="6133"/>
                      <a:pt x="3067" y="6133"/>
                    </a:cubicBezTo>
                    <a:cubicBezTo>
                      <a:pt x="4731" y="6133"/>
                      <a:pt x="6101" y="4763"/>
                      <a:pt x="6101" y="3066"/>
                    </a:cubicBezTo>
                    <a:cubicBezTo>
                      <a:pt x="6101" y="1370"/>
                      <a:pt x="4731" y="0"/>
                      <a:pt x="30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64"/>
              <p:cNvSpPr/>
              <p:nvPr/>
            </p:nvSpPr>
            <p:spPr>
              <a:xfrm>
                <a:off x="4510500" y="2831400"/>
                <a:ext cx="152525" cy="1525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101" extrusionOk="0">
                    <a:moveTo>
                      <a:pt x="3034" y="0"/>
                    </a:moveTo>
                    <a:cubicBezTo>
                      <a:pt x="1371" y="0"/>
                      <a:pt x="0" y="1370"/>
                      <a:pt x="0" y="3034"/>
                    </a:cubicBezTo>
                    <a:cubicBezTo>
                      <a:pt x="0" y="4730"/>
                      <a:pt x="1371" y="6100"/>
                      <a:pt x="3034" y="6100"/>
                    </a:cubicBezTo>
                    <a:cubicBezTo>
                      <a:pt x="4730" y="6100"/>
                      <a:pt x="6100" y="4730"/>
                      <a:pt x="6100" y="3034"/>
                    </a:cubicBezTo>
                    <a:cubicBezTo>
                      <a:pt x="6100" y="1370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88" name="Google Shape;2088;p64"/>
          <p:cNvGrpSpPr/>
          <p:nvPr/>
        </p:nvGrpSpPr>
        <p:grpSpPr>
          <a:xfrm>
            <a:off x="4298161" y="2055655"/>
            <a:ext cx="548883" cy="547944"/>
            <a:chOff x="4163325" y="1768600"/>
            <a:chExt cx="818739" cy="817339"/>
          </a:xfrm>
        </p:grpSpPr>
        <p:grpSp>
          <p:nvGrpSpPr>
            <p:cNvPr id="2089" name="Google Shape;2089;p64"/>
            <p:cNvGrpSpPr/>
            <p:nvPr/>
          </p:nvGrpSpPr>
          <p:grpSpPr>
            <a:xfrm>
              <a:off x="4164738" y="1768600"/>
              <a:ext cx="817327" cy="817327"/>
              <a:chOff x="1190625" y="238125"/>
              <a:chExt cx="5219200" cy="5219200"/>
            </a:xfrm>
          </p:grpSpPr>
          <p:sp>
            <p:nvSpPr>
              <p:cNvPr id="2090" name="Google Shape;2090;p64"/>
              <p:cNvSpPr/>
              <p:nvPr/>
            </p:nvSpPr>
            <p:spPr>
              <a:xfrm>
                <a:off x="1190625" y="1904175"/>
                <a:ext cx="103977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1" h="142126" extrusionOk="0">
                    <a:moveTo>
                      <a:pt x="12591" y="0"/>
                    </a:moveTo>
                    <a:cubicBezTo>
                      <a:pt x="5643" y="0"/>
                      <a:pt x="0" y="5644"/>
                      <a:pt x="0" y="12592"/>
                    </a:cubicBezTo>
                    <a:lnTo>
                      <a:pt x="0" y="138765"/>
                    </a:lnTo>
                    <a:cubicBezTo>
                      <a:pt x="0" y="140625"/>
                      <a:pt x="1501" y="142125"/>
                      <a:pt x="3360" y="142125"/>
                    </a:cubicBezTo>
                    <a:lnTo>
                      <a:pt x="41590" y="142125"/>
                    </a:lnTo>
                    <a:lnTo>
                      <a:pt x="4159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64"/>
              <p:cNvSpPr/>
              <p:nvPr/>
            </p:nvSpPr>
            <p:spPr>
              <a:xfrm>
                <a:off x="1914775" y="1904175"/>
                <a:ext cx="3156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42126" extrusionOk="0">
                    <a:moveTo>
                      <a:pt x="0" y="0"/>
                    </a:moveTo>
                    <a:lnTo>
                      <a:pt x="0" y="142125"/>
                    </a:lnTo>
                    <a:lnTo>
                      <a:pt x="12624" y="142125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64"/>
              <p:cNvSpPr/>
              <p:nvPr/>
            </p:nvSpPr>
            <p:spPr>
              <a:xfrm>
                <a:off x="166277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33"/>
                      <a:pt x="1" y="3393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64"/>
              <p:cNvSpPr/>
              <p:nvPr/>
            </p:nvSpPr>
            <p:spPr>
              <a:xfrm>
                <a:off x="166277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1"/>
                    </a:moveTo>
                    <a:cubicBezTo>
                      <a:pt x="1501" y="1"/>
                      <a:pt x="1" y="1534"/>
                      <a:pt x="1" y="3393"/>
                    </a:cubicBezTo>
                    <a:lnTo>
                      <a:pt x="99" y="18888"/>
                    </a:lnTo>
                    <a:cubicBezTo>
                      <a:pt x="99" y="20747"/>
                      <a:pt x="1599" y="22248"/>
                      <a:pt x="3459" y="22248"/>
                    </a:cubicBezTo>
                    <a:lnTo>
                      <a:pt x="22704" y="22248"/>
                    </a:lnTo>
                    <a:lnTo>
                      <a:pt x="2270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64"/>
              <p:cNvSpPr/>
              <p:nvPr/>
            </p:nvSpPr>
            <p:spPr>
              <a:xfrm>
                <a:off x="1914775" y="23763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64"/>
              <p:cNvSpPr/>
              <p:nvPr/>
            </p:nvSpPr>
            <p:spPr>
              <a:xfrm>
                <a:off x="1914775" y="3404675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1"/>
                    </a:moveTo>
                    <a:lnTo>
                      <a:pt x="0" y="22248"/>
                    </a:lnTo>
                    <a:lnTo>
                      <a:pt x="12624" y="22248"/>
                    </a:lnTo>
                    <a:lnTo>
                      <a:pt x="1262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64"/>
              <p:cNvSpPr/>
              <p:nvPr/>
            </p:nvSpPr>
            <p:spPr>
              <a:xfrm>
                <a:off x="166277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01"/>
                      <a:pt x="1" y="3360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64"/>
              <p:cNvSpPr/>
              <p:nvPr/>
            </p:nvSpPr>
            <p:spPr>
              <a:xfrm>
                <a:off x="1914775" y="44289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64"/>
              <p:cNvSpPr/>
              <p:nvPr/>
            </p:nvSpPr>
            <p:spPr>
              <a:xfrm>
                <a:off x="2224650" y="1167775"/>
                <a:ext cx="3145400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125816" h="171582" extrusionOk="0">
                    <a:moveTo>
                      <a:pt x="12625" y="1"/>
                    </a:moveTo>
                    <a:cubicBezTo>
                      <a:pt x="5644" y="1"/>
                      <a:pt x="1" y="5644"/>
                      <a:pt x="1" y="12592"/>
                    </a:cubicBezTo>
                    <a:lnTo>
                      <a:pt x="1" y="171581"/>
                    </a:lnTo>
                    <a:lnTo>
                      <a:pt x="31707" y="171581"/>
                    </a:lnTo>
                    <a:lnTo>
                      <a:pt x="63023" y="165285"/>
                    </a:lnTo>
                    <a:lnTo>
                      <a:pt x="94338" y="171581"/>
                    </a:lnTo>
                    <a:lnTo>
                      <a:pt x="125816" y="171581"/>
                    </a:lnTo>
                    <a:lnTo>
                      <a:pt x="125816" y="12592"/>
                    </a:lnTo>
                    <a:cubicBezTo>
                      <a:pt x="125816" y="5644"/>
                      <a:pt x="120205" y="1"/>
                      <a:pt x="1132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64"/>
              <p:cNvSpPr/>
              <p:nvPr/>
            </p:nvSpPr>
            <p:spPr>
              <a:xfrm>
                <a:off x="4740475" y="1167775"/>
                <a:ext cx="629575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25183" h="171582" extrusionOk="0">
                    <a:moveTo>
                      <a:pt x="0" y="1"/>
                    </a:moveTo>
                    <a:cubicBezTo>
                      <a:pt x="6948" y="1"/>
                      <a:pt x="12592" y="5644"/>
                      <a:pt x="12592" y="12592"/>
                    </a:cubicBezTo>
                    <a:lnTo>
                      <a:pt x="12592" y="171581"/>
                    </a:lnTo>
                    <a:lnTo>
                      <a:pt x="25183" y="171581"/>
                    </a:lnTo>
                    <a:lnTo>
                      <a:pt x="25183" y="12592"/>
                    </a:lnTo>
                    <a:cubicBezTo>
                      <a:pt x="25183" y="5644"/>
                      <a:pt x="19572" y="1"/>
                      <a:pt x="125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64"/>
              <p:cNvSpPr/>
              <p:nvPr/>
            </p:nvSpPr>
            <p:spPr>
              <a:xfrm>
                <a:off x="2870525" y="238125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87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87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64"/>
              <p:cNvSpPr/>
              <p:nvPr/>
            </p:nvSpPr>
            <p:spPr>
              <a:xfrm>
                <a:off x="3642800" y="238125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96"/>
                      <a:pt x="1" y="522"/>
                    </a:cubicBezTo>
                    <a:cubicBezTo>
                      <a:pt x="17518" y="3523"/>
                      <a:pt x="30859" y="18822"/>
                      <a:pt x="30859" y="37187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78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87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64"/>
              <p:cNvSpPr/>
              <p:nvPr/>
            </p:nvSpPr>
            <p:spPr>
              <a:xfrm>
                <a:off x="3186125" y="55290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0"/>
                    </a:moveTo>
                    <a:cubicBezTo>
                      <a:pt x="19377" y="0"/>
                      <a:pt x="18268" y="1142"/>
                      <a:pt x="18268" y="2545"/>
                    </a:cubicBezTo>
                    <a:lnTo>
                      <a:pt x="18268" y="17028"/>
                    </a:lnTo>
                    <a:cubicBezTo>
                      <a:pt x="18268" y="17713"/>
                      <a:pt x="17713" y="18267"/>
                      <a:pt x="16996" y="18267"/>
                    </a:cubicBezTo>
                    <a:lnTo>
                      <a:pt x="2513" y="18267"/>
                    </a:lnTo>
                    <a:cubicBezTo>
                      <a:pt x="1110" y="18267"/>
                      <a:pt x="1" y="19409"/>
                      <a:pt x="1" y="20812"/>
                    </a:cubicBezTo>
                    <a:lnTo>
                      <a:pt x="1" y="28380"/>
                    </a:lnTo>
                    <a:cubicBezTo>
                      <a:pt x="1" y="29750"/>
                      <a:pt x="1110" y="30891"/>
                      <a:pt x="2513" y="30891"/>
                    </a:cubicBezTo>
                    <a:lnTo>
                      <a:pt x="16996" y="30891"/>
                    </a:lnTo>
                    <a:cubicBezTo>
                      <a:pt x="17713" y="30891"/>
                      <a:pt x="18268" y="31446"/>
                      <a:pt x="18268" y="32131"/>
                    </a:cubicBezTo>
                    <a:lnTo>
                      <a:pt x="18268" y="46647"/>
                    </a:lnTo>
                    <a:cubicBezTo>
                      <a:pt x="18268" y="48017"/>
                      <a:pt x="19377" y="49158"/>
                      <a:pt x="20780" y="49158"/>
                    </a:cubicBezTo>
                    <a:lnTo>
                      <a:pt x="28347" y="49158"/>
                    </a:lnTo>
                    <a:cubicBezTo>
                      <a:pt x="29750" y="49158"/>
                      <a:pt x="30859" y="48017"/>
                      <a:pt x="30859" y="46647"/>
                    </a:cubicBezTo>
                    <a:lnTo>
                      <a:pt x="30859" y="32131"/>
                    </a:lnTo>
                    <a:cubicBezTo>
                      <a:pt x="30859" y="31446"/>
                      <a:pt x="31414" y="30891"/>
                      <a:pt x="32131" y="30891"/>
                    </a:cubicBezTo>
                    <a:lnTo>
                      <a:pt x="46615" y="30891"/>
                    </a:lnTo>
                    <a:cubicBezTo>
                      <a:pt x="48017" y="30891"/>
                      <a:pt x="49126" y="29750"/>
                      <a:pt x="49126" y="28380"/>
                    </a:cubicBezTo>
                    <a:lnTo>
                      <a:pt x="49126" y="20812"/>
                    </a:lnTo>
                    <a:cubicBezTo>
                      <a:pt x="49126" y="19409"/>
                      <a:pt x="48017" y="18267"/>
                      <a:pt x="46615" y="18267"/>
                    </a:cubicBezTo>
                    <a:lnTo>
                      <a:pt x="32131" y="18267"/>
                    </a:lnTo>
                    <a:cubicBezTo>
                      <a:pt x="31414" y="18267"/>
                      <a:pt x="30859" y="17713"/>
                      <a:pt x="30859" y="17028"/>
                    </a:cubicBezTo>
                    <a:lnTo>
                      <a:pt x="30859" y="2545"/>
                    </a:lnTo>
                    <a:cubicBezTo>
                      <a:pt x="30859" y="1142"/>
                      <a:pt x="29750" y="0"/>
                      <a:pt x="283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64"/>
              <p:cNvSpPr/>
              <p:nvPr/>
            </p:nvSpPr>
            <p:spPr>
              <a:xfrm>
                <a:off x="3017325" y="3912750"/>
                <a:ext cx="156577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62631" h="61783" extrusionOk="0">
                    <a:moveTo>
                      <a:pt x="0" y="0"/>
                    </a:moveTo>
                    <a:lnTo>
                      <a:pt x="0" y="61782"/>
                    </a:lnTo>
                    <a:lnTo>
                      <a:pt x="62631" y="61782"/>
                    </a:lnTo>
                    <a:lnTo>
                      <a:pt x="6263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64"/>
              <p:cNvSpPr/>
              <p:nvPr/>
            </p:nvSpPr>
            <p:spPr>
              <a:xfrm>
                <a:off x="4267475" y="3912750"/>
                <a:ext cx="31562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61783" extrusionOk="0">
                    <a:moveTo>
                      <a:pt x="1" y="0"/>
                    </a:moveTo>
                    <a:lnTo>
                      <a:pt x="1" y="61782"/>
                    </a:lnTo>
                    <a:lnTo>
                      <a:pt x="12625" y="61782"/>
                    </a:lnTo>
                    <a:lnTo>
                      <a:pt x="126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64"/>
              <p:cNvSpPr/>
              <p:nvPr/>
            </p:nvSpPr>
            <p:spPr>
              <a:xfrm>
                <a:off x="3721100" y="3834450"/>
                <a:ext cx="158225" cy="1622875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64915" extrusionOk="0">
                    <a:moveTo>
                      <a:pt x="3165" y="1"/>
                    </a:moveTo>
                    <a:cubicBezTo>
                      <a:pt x="1436" y="1"/>
                      <a:pt x="0" y="1403"/>
                      <a:pt x="0" y="3132"/>
                    </a:cubicBezTo>
                    <a:lnTo>
                      <a:pt x="0" y="64914"/>
                    </a:lnTo>
                    <a:lnTo>
                      <a:pt x="6329" y="64914"/>
                    </a:lnTo>
                    <a:lnTo>
                      <a:pt x="6329" y="3132"/>
                    </a:lnTo>
                    <a:cubicBezTo>
                      <a:pt x="6329" y="1403"/>
                      <a:pt x="4893" y="1"/>
                      <a:pt x="3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64"/>
              <p:cNvSpPr/>
              <p:nvPr/>
            </p:nvSpPr>
            <p:spPr>
              <a:xfrm>
                <a:off x="4036700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32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64"/>
              <p:cNvSpPr/>
              <p:nvPr/>
            </p:nvSpPr>
            <p:spPr>
              <a:xfrm>
                <a:off x="3406325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64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64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64"/>
              <p:cNvSpPr/>
              <p:nvPr/>
            </p:nvSpPr>
            <p:spPr>
              <a:xfrm>
                <a:off x="2697650" y="2569625"/>
                <a:ext cx="86607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643" h="22215" extrusionOk="0">
                    <a:moveTo>
                      <a:pt x="3458" y="0"/>
                    </a:moveTo>
                    <a:cubicBezTo>
                      <a:pt x="1599" y="0"/>
                      <a:pt x="98" y="1501"/>
                      <a:pt x="98" y="3327"/>
                    </a:cubicBezTo>
                    <a:lnTo>
                      <a:pt x="1" y="18854"/>
                    </a:lnTo>
                    <a:cubicBezTo>
                      <a:pt x="1" y="20714"/>
                      <a:pt x="1501" y="22214"/>
                      <a:pt x="3360" y="22214"/>
                    </a:cubicBezTo>
                    <a:lnTo>
                      <a:pt x="31283" y="22214"/>
                    </a:lnTo>
                    <a:cubicBezTo>
                      <a:pt x="33142" y="22214"/>
                      <a:pt x="34643" y="20714"/>
                      <a:pt x="34643" y="18854"/>
                    </a:cubicBezTo>
                    <a:lnTo>
                      <a:pt x="34643" y="3360"/>
                    </a:lnTo>
                    <a:cubicBezTo>
                      <a:pt x="34643" y="1501"/>
                      <a:pt x="33142" y="0"/>
                      <a:pt x="312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64"/>
              <p:cNvSpPr/>
              <p:nvPr/>
            </p:nvSpPr>
            <p:spPr>
              <a:xfrm>
                <a:off x="3164925" y="2569625"/>
                <a:ext cx="39880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22215" extrusionOk="0">
                    <a:moveTo>
                      <a:pt x="1" y="0"/>
                    </a:moveTo>
                    <a:cubicBezTo>
                      <a:pt x="1860" y="0"/>
                      <a:pt x="3361" y="1501"/>
                      <a:pt x="3361" y="3360"/>
                    </a:cubicBezTo>
                    <a:lnTo>
                      <a:pt x="3361" y="18854"/>
                    </a:lnTo>
                    <a:cubicBezTo>
                      <a:pt x="3361" y="20714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14"/>
                      <a:pt x="15952" y="18854"/>
                    </a:cubicBezTo>
                    <a:lnTo>
                      <a:pt x="15952" y="3360"/>
                    </a:lnTo>
                    <a:cubicBezTo>
                      <a:pt x="15952" y="1501"/>
                      <a:pt x="14451" y="0"/>
                      <a:pt x="125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64"/>
              <p:cNvSpPr/>
              <p:nvPr/>
            </p:nvSpPr>
            <p:spPr>
              <a:xfrm>
                <a:off x="4036700" y="2569625"/>
                <a:ext cx="86362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545" h="22215" extrusionOk="0">
                    <a:moveTo>
                      <a:pt x="3360" y="0"/>
                    </a:moveTo>
                    <a:cubicBezTo>
                      <a:pt x="1501" y="0"/>
                      <a:pt x="0" y="1501"/>
                      <a:pt x="0" y="3360"/>
                    </a:cubicBezTo>
                    <a:lnTo>
                      <a:pt x="0" y="18854"/>
                    </a:lnTo>
                    <a:cubicBezTo>
                      <a:pt x="0" y="20714"/>
                      <a:pt x="1501" y="22214"/>
                      <a:pt x="3360" y="22214"/>
                    </a:cubicBezTo>
                    <a:lnTo>
                      <a:pt x="31087" y="22214"/>
                    </a:lnTo>
                    <a:cubicBezTo>
                      <a:pt x="32946" y="22214"/>
                      <a:pt x="34447" y="20746"/>
                      <a:pt x="34447" y="18887"/>
                    </a:cubicBezTo>
                    <a:lnTo>
                      <a:pt x="34545" y="3360"/>
                    </a:lnTo>
                    <a:cubicBezTo>
                      <a:pt x="34545" y="1501"/>
                      <a:pt x="33044" y="0"/>
                      <a:pt x="311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64"/>
              <p:cNvSpPr/>
              <p:nvPr/>
            </p:nvSpPr>
            <p:spPr>
              <a:xfrm>
                <a:off x="4499075" y="2569625"/>
                <a:ext cx="40125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6050" h="22215" extrusionOk="0">
                    <a:moveTo>
                      <a:pt x="66" y="0"/>
                    </a:moveTo>
                    <a:cubicBezTo>
                      <a:pt x="1925" y="0"/>
                      <a:pt x="3426" y="1501"/>
                      <a:pt x="3426" y="3360"/>
                    </a:cubicBezTo>
                    <a:lnTo>
                      <a:pt x="3361" y="18887"/>
                    </a:lnTo>
                    <a:cubicBezTo>
                      <a:pt x="3361" y="20746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46"/>
                      <a:pt x="15952" y="18887"/>
                    </a:cubicBezTo>
                    <a:lnTo>
                      <a:pt x="16050" y="3360"/>
                    </a:lnTo>
                    <a:cubicBezTo>
                      <a:pt x="16050" y="1501"/>
                      <a:pt x="14549" y="0"/>
                      <a:pt x="126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64"/>
              <p:cNvSpPr/>
              <p:nvPr/>
            </p:nvSpPr>
            <p:spPr>
              <a:xfrm>
                <a:off x="5370025" y="1904175"/>
                <a:ext cx="1039800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2" h="142126" extrusionOk="0">
                    <a:moveTo>
                      <a:pt x="1" y="0"/>
                    </a:moveTo>
                    <a:lnTo>
                      <a:pt x="1" y="142125"/>
                    </a:lnTo>
                    <a:lnTo>
                      <a:pt x="38231" y="142125"/>
                    </a:lnTo>
                    <a:cubicBezTo>
                      <a:pt x="40091" y="142125"/>
                      <a:pt x="41591" y="140625"/>
                      <a:pt x="41591" y="138765"/>
                    </a:cubicBezTo>
                    <a:lnTo>
                      <a:pt x="41591" y="12592"/>
                    </a:lnTo>
                    <a:cubicBezTo>
                      <a:pt x="41591" y="5644"/>
                      <a:pt x="35948" y="0"/>
                      <a:pt x="290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64"/>
              <p:cNvSpPr/>
              <p:nvPr/>
            </p:nvSpPr>
            <p:spPr>
              <a:xfrm>
                <a:off x="5779400" y="1904175"/>
                <a:ext cx="6304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42126" extrusionOk="0">
                    <a:moveTo>
                      <a:pt x="1" y="0"/>
                    </a:moveTo>
                    <a:cubicBezTo>
                      <a:pt x="6982" y="0"/>
                      <a:pt x="12625" y="5644"/>
                      <a:pt x="12625" y="12592"/>
                    </a:cubicBezTo>
                    <a:lnTo>
                      <a:pt x="12625" y="138765"/>
                    </a:lnTo>
                    <a:cubicBezTo>
                      <a:pt x="12625" y="140625"/>
                      <a:pt x="11124" y="142125"/>
                      <a:pt x="9265" y="142125"/>
                    </a:cubicBezTo>
                    <a:lnTo>
                      <a:pt x="21856" y="142125"/>
                    </a:lnTo>
                    <a:cubicBezTo>
                      <a:pt x="23716" y="142125"/>
                      <a:pt x="25216" y="140625"/>
                      <a:pt x="25216" y="138765"/>
                    </a:cubicBezTo>
                    <a:lnTo>
                      <a:pt x="25216" y="12592"/>
                    </a:lnTo>
                    <a:cubicBezTo>
                      <a:pt x="25216" y="5644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64"/>
              <p:cNvSpPr/>
              <p:nvPr/>
            </p:nvSpPr>
            <p:spPr>
              <a:xfrm>
                <a:off x="537002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93"/>
                    </a:lnTo>
                    <a:cubicBezTo>
                      <a:pt x="22704" y="1533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64"/>
              <p:cNvSpPr/>
              <p:nvPr/>
            </p:nvSpPr>
            <p:spPr>
              <a:xfrm>
                <a:off x="537002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1"/>
                    </a:moveTo>
                    <a:lnTo>
                      <a:pt x="1" y="22248"/>
                    </a:lnTo>
                    <a:lnTo>
                      <a:pt x="19247" y="22248"/>
                    </a:lnTo>
                    <a:cubicBezTo>
                      <a:pt x="21106" y="22248"/>
                      <a:pt x="22606" y="20747"/>
                      <a:pt x="22606" y="18888"/>
                    </a:cubicBezTo>
                    <a:lnTo>
                      <a:pt x="22704" y="3393"/>
                    </a:lnTo>
                    <a:cubicBezTo>
                      <a:pt x="22704" y="1534"/>
                      <a:pt x="21204" y="1"/>
                      <a:pt x="193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64"/>
              <p:cNvSpPr/>
              <p:nvPr/>
            </p:nvSpPr>
            <p:spPr>
              <a:xfrm>
                <a:off x="537002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60"/>
                    </a:lnTo>
                    <a:cubicBezTo>
                      <a:pt x="22704" y="1501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64"/>
              <p:cNvSpPr/>
              <p:nvPr/>
            </p:nvSpPr>
            <p:spPr>
              <a:xfrm>
                <a:off x="2859925" y="3597950"/>
                <a:ext cx="188057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75223" h="12593" extrusionOk="0">
                    <a:moveTo>
                      <a:pt x="2513" y="1"/>
                    </a:moveTo>
                    <a:cubicBezTo>
                      <a:pt x="1143" y="1"/>
                      <a:pt x="1" y="1110"/>
                      <a:pt x="1" y="2513"/>
                    </a:cubicBezTo>
                    <a:lnTo>
                      <a:pt x="1" y="10080"/>
                    </a:lnTo>
                    <a:cubicBezTo>
                      <a:pt x="1" y="11483"/>
                      <a:pt x="1143" y="12592"/>
                      <a:pt x="2513" y="12592"/>
                    </a:cubicBezTo>
                    <a:lnTo>
                      <a:pt x="72711" y="12592"/>
                    </a:lnTo>
                    <a:cubicBezTo>
                      <a:pt x="74081" y="12592"/>
                      <a:pt x="75222" y="11483"/>
                      <a:pt x="75222" y="10080"/>
                    </a:cubicBezTo>
                    <a:lnTo>
                      <a:pt x="75222" y="2513"/>
                    </a:lnTo>
                    <a:cubicBezTo>
                      <a:pt x="75222" y="1110"/>
                      <a:pt x="74081" y="1"/>
                      <a:pt x="727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64"/>
              <p:cNvSpPr/>
              <p:nvPr/>
            </p:nvSpPr>
            <p:spPr>
              <a:xfrm>
                <a:off x="4362075" y="3597950"/>
                <a:ext cx="37842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2593" extrusionOk="0">
                    <a:moveTo>
                      <a:pt x="1" y="1"/>
                    </a:moveTo>
                    <a:cubicBezTo>
                      <a:pt x="1403" y="1"/>
                      <a:pt x="2545" y="1110"/>
                      <a:pt x="2545" y="2513"/>
                    </a:cubicBezTo>
                    <a:lnTo>
                      <a:pt x="2545" y="10080"/>
                    </a:lnTo>
                    <a:cubicBezTo>
                      <a:pt x="2545" y="11483"/>
                      <a:pt x="1403" y="12592"/>
                      <a:pt x="1" y="12592"/>
                    </a:cubicBezTo>
                    <a:lnTo>
                      <a:pt x="12625" y="12592"/>
                    </a:lnTo>
                    <a:cubicBezTo>
                      <a:pt x="13995" y="12592"/>
                      <a:pt x="15136" y="11483"/>
                      <a:pt x="15136" y="10080"/>
                    </a:cubicBezTo>
                    <a:lnTo>
                      <a:pt x="15136" y="2513"/>
                    </a:lnTo>
                    <a:cubicBezTo>
                      <a:pt x="15136" y="1110"/>
                      <a:pt x="13995" y="1"/>
                      <a:pt x="126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9" name="Google Shape;2119;p64"/>
            <p:cNvGrpSpPr/>
            <p:nvPr/>
          </p:nvGrpSpPr>
          <p:grpSpPr>
            <a:xfrm>
              <a:off x="4163325" y="1768613"/>
              <a:ext cx="817327" cy="817327"/>
              <a:chOff x="1190625" y="238125"/>
              <a:chExt cx="5219200" cy="5219200"/>
            </a:xfrm>
          </p:grpSpPr>
          <p:sp>
            <p:nvSpPr>
              <p:cNvPr id="2120" name="Google Shape;2120;p64"/>
              <p:cNvSpPr/>
              <p:nvPr/>
            </p:nvSpPr>
            <p:spPr>
              <a:xfrm>
                <a:off x="1190625" y="1904175"/>
                <a:ext cx="103977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1" h="142126" extrusionOk="0">
                    <a:moveTo>
                      <a:pt x="12591" y="0"/>
                    </a:moveTo>
                    <a:cubicBezTo>
                      <a:pt x="5643" y="0"/>
                      <a:pt x="0" y="5644"/>
                      <a:pt x="0" y="12592"/>
                    </a:cubicBezTo>
                    <a:lnTo>
                      <a:pt x="0" y="138765"/>
                    </a:lnTo>
                    <a:cubicBezTo>
                      <a:pt x="0" y="140625"/>
                      <a:pt x="1501" y="142125"/>
                      <a:pt x="3360" y="142125"/>
                    </a:cubicBezTo>
                    <a:lnTo>
                      <a:pt x="41590" y="142125"/>
                    </a:lnTo>
                    <a:lnTo>
                      <a:pt x="41590" y="0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64"/>
              <p:cNvSpPr/>
              <p:nvPr/>
            </p:nvSpPr>
            <p:spPr>
              <a:xfrm>
                <a:off x="1914775" y="1904175"/>
                <a:ext cx="3156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142126" extrusionOk="0">
                    <a:moveTo>
                      <a:pt x="0" y="0"/>
                    </a:moveTo>
                    <a:lnTo>
                      <a:pt x="0" y="142125"/>
                    </a:lnTo>
                    <a:lnTo>
                      <a:pt x="12624" y="142125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64"/>
              <p:cNvSpPr/>
              <p:nvPr/>
            </p:nvSpPr>
            <p:spPr>
              <a:xfrm>
                <a:off x="166277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33"/>
                      <a:pt x="1" y="3393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64"/>
              <p:cNvSpPr/>
              <p:nvPr/>
            </p:nvSpPr>
            <p:spPr>
              <a:xfrm>
                <a:off x="166277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1"/>
                    </a:moveTo>
                    <a:cubicBezTo>
                      <a:pt x="1501" y="1"/>
                      <a:pt x="1" y="1534"/>
                      <a:pt x="1" y="3393"/>
                    </a:cubicBezTo>
                    <a:lnTo>
                      <a:pt x="99" y="18888"/>
                    </a:lnTo>
                    <a:cubicBezTo>
                      <a:pt x="99" y="20747"/>
                      <a:pt x="1599" y="22248"/>
                      <a:pt x="3459" y="22248"/>
                    </a:cubicBezTo>
                    <a:lnTo>
                      <a:pt x="22704" y="22248"/>
                    </a:lnTo>
                    <a:lnTo>
                      <a:pt x="2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64"/>
              <p:cNvSpPr/>
              <p:nvPr/>
            </p:nvSpPr>
            <p:spPr>
              <a:xfrm>
                <a:off x="1914775" y="23763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64"/>
              <p:cNvSpPr/>
              <p:nvPr/>
            </p:nvSpPr>
            <p:spPr>
              <a:xfrm>
                <a:off x="1914775" y="3404675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1"/>
                    </a:moveTo>
                    <a:lnTo>
                      <a:pt x="0" y="22248"/>
                    </a:lnTo>
                    <a:lnTo>
                      <a:pt x="12624" y="22248"/>
                    </a:lnTo>
                    <a:lnTo>
                      <a:pt x="126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64"/>
              <p:cNvSpPr/>
              <p:nvPr/>
            </p:nvSpPr>
            <p:spPr>
              <a:xfrm>
                <a:off x="166277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3361" y="0"/>
                    </a:moveTo>
                    <a:cubicBezTo>
                      <a:pt x="1501" y="0"/>
                      <a:pt x="1" y="1501"/>
                      <a:pt x="1" y="3360"/>
                    </a:cubicBezTo>
                    <a:lnTo>
                      <a:pt x="99" y="18887"/>
                    </a:lnTo>
                    <a:cubicBezTo>
                      <a:pt x="99" y="20747"/>
                      <a:pt x="1599" y="22247"/>
                      <a:pt x="3459" y="22247"/>
                    </a:cubicBezTo>
                    <a:lnTo>
                      <a:pt x="22704" y="22247"/>
                    </a:lnTo>
                    <a:lnTo>
                      <a:pt x="2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64"/>
              <p:cNvSpPr/>
              <p:nvPr/>
            </p:nvSpPr>
            <p:spPr>
              <a:xfrm>
                <a:off x="1914775" y="4428950"/>
                <a:ext cx="315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22248" extrusionOk="0">
                    <a:moveTo>
                      <a:pt x="0" y="0"/>
                    </a:moveTo>
                    <a:lnTo>
                      <a:pt x="0" y="22247"/>
                    </a:lnTo>
                    <a:lnTo>
                      <a:pt x="12624" y="22247"/>
                    </a:lnTo>
                    <a:lnTo>
                      <a:pt x="126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64"/>
              <p:cNvSpPr/>
              <p:nvPr/>
            </p:nvSpPr>
            <p:spPr>
              <a:xfrm>
                <a:off x="2224650" y="1167775"/>
                <a:ext cx="3145400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125816" h="171582" extrusionOk="0">
                    <a:moveTo>
                      <a:pt x="12625" y="1"/>
                    </a:moveTo>
                    <a:cubicBezTo>
                      <a:pt x="5644" y="1"/>
                      <a:pt x="1" y="5644"/>
                      <a:pt x="1" y="12592"/>
                    </a:cubicBezTo>
                    <a:lnTo>
                      <a:pt x="1" y="171581"/>
                    </a:lnTo>
                    <a:lnTo>
                      <a:pt x="31707" y="171581"/>
                    </a:lnTo>
                    <a:lnTo>
                      <a:pt x="63023" y="165285"/>
                    </a:lnTo>
                    <a:lnTo>
                      <a:pt x="94338" y="171581"/>
                    </a:lnTo>
                    <a:lnTo>
                      <a:pt x="125816" y="171581"/>
                    </a:lnTo>
                    <a:lnTo>
                      <a:pt x="125816" y="12592"/>
                    </a:lnTo>
                    <a:cubicBezTo>
                      <a:pt x="125816" y="5644"/>
                      <a:pt x="120205" y="1"/>
                      <a:pt x="113225" y="1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64"/>
              <p:cNvSpPr/>
              <p:nvPr/>
            </p:nvSpPr>
            <p:spPr>
              <a:xfrm>
                <a:off x="4740475" y="1167775"/>
                <a:ext cx="629575" cy="4289550"/>
              </a:xfrm>
              <a:custGeom>
                <a:avLst/>
                <a:gdLst/>
                <a:ahLst/>
                <a:cxnLst/>
                <a:rect l="l" t="t" r="r" b="b"/>
                <a:pathLst>
                  <a:path w="25183" h="171582" extrusionOk="0">
                    <a:moveTo>
                      <a:pt x="0" y="1"/>
                    </a:moveTo>
                    <a:cubicBezTo>
                      <a:pt x="6948" y="1"/>
                      <a:pt x="12592" y="5644"/>
                      <a:pt x="12592" y="12592"/>
                    </a:cubicBezTo>
                    <a:lnTo>
                      <a:pt x="12592" y="171581"/>
                    </a:lnTo>
                    <a:lnTo>
                      <a:pt x="25183" y="171581"/>
                    </a:lnTo>
                    <a:lnTo>
                      <a:pt x="25183" y="12592"/>
                    </a:lnTo>
                    <a:cubicBezTo>
                      <a:pt x="25183" y="5644"/>
                      <a:pt x="19572" y="1"/>
                      <a:pt x="125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64"/>
              <p:cNvSpPr/>
              <p:nvPr/>
            </p:nvSpPr>
            <p:spPr>
              <a:xfrm>
                <a:off x="2870525" y="238125"/>
                <a:ext cx="1859375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74375" h="74341" extrusionOk="0">
                    <a:moveTo>
                      <a:pt x="37188" y="0"/>
                    </a:moveTo>
                    <a:cubicBezTo>
                      <a:pt x="16670" y="0"/>
                      <a:pt x="1" y="16636"/>
                      <a:pt x="1" y="37187"/>
                    </a:cubicBezTo>
                    <a:cubicBezTo>
                      <a:pt x="1" y="57705"/>
                      <a:pt x="16670" y="74341"/>
                      <a:pt x="37188" y="74341"/>
                    </a:cubicBezTo>
                    <a:cubicBezTo>
                      <a:pt x="57705" y="74341"/>
                      <a:pt x="74374" y="57705"/>
                      <a:pt x="74374" y="37187"/>
                    </a:cubicBezTo>
                    <a:cubicBezTo>
                      <a:pt x="74374" y="16636"/>
                      <a:pt x="57705" y="0"/>
                      <a:pt x="37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64"/>
              <p:cNvSpPr/>
              <p:nvPr/>
            </p:nvSpPr>
            <p:spPr>
              <a:xfrm>
                <a:off x="3642800" y="238125"/>
                <a:ext cx="1087100" cy="1858525"/>
              </a:xfrm>
              <a:custGeom>
                <a:avLst/>
                <a:gdLst/>
                <a:ahLst/>
                <a:cxnLst/>
                <a:rect l="l" t="t" r="r" b="b"/>
                <a:pathLst>
                  <a:path w="43484" h="74341" extrusionOk="0">
                    <a:moveTo>
                      <a:pt x="6297" y="0"/>
                    </a:moveTo>
                    <a:cubicBezTo>
                      <a:pt x="4144" y="0"/>
                      <a:pt x="2056" y="196"/>
                      <a:pt x="1" y="522"/>
                    </a:cubicBezTo>
                    <a:cubicBezTo>
                      <a:pt x="17518" y="3523"/>
                      <a:pt x="30859" y="18822"/>
                      <a:pt x="30859" y="37187"/>
                    </a:cubicBezTo>
                    <a:cubicBezTo>
                      <a:pt x="30859" y="55519"/>
                      <a:pt x="17518" y="70818"/>
                      <a:pt x="1" y="73819"/>
                    </a:cubicBezTo>
                    <a:cubicBezTo>
                      <a:pt x="2056" y="74178"/>
                      <a:pt x="4144" y="74341"/>
                      <a:pt x="6297" y="74341"/>
                    </a:cubicBezTo>
                    <a:cubicBezTo>
                      <a:pt x="26782" y="74341"/>
                      <a:pt x="43483" y="57672"/>
                      <a:pt x="43483" y="37187"/>
                    </a:cubicBezTo>
                    <a:cubicBezTo>
                      <a:pt x="43483" y="16669"/>
                      <a:pt x="26782" y="0"/>
                      <a:pt x="6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64"/>
              <p:cNvSpPr/>
              <p:nvPr/>
            </p:nvSpPr>
            <p:spPr>
              <a:xfrm>
                <a:off x="3186125" y="552900"/>
                <a:ext cx="1228175" cy="1228975"/>
              </a:xfrm>
              <a:custGeom>
                <a:avLst/>
                <a:gdLst/>
                <a:ahLst/>
                <a:cxnLst/>
                <a:rect l="l" t="t" r="r" b="b"/>
                <a:pathLst>
                  <a:path w="49127" h="49159" extrusionOk="0">
                    <a:moveTo>
                      <a:pt x="20780" y="0"/>
                    </a:moveTo>
                    <a:cubicBezTo>
                      <a:pt x="19377" y="0"/>
                      <a:pt x="18268" y="1142"/>
                      <a:pt x="18268" y="2545"/>
                    </a:cubicBezTo>
                    <a:lnTo>
                      <a:pt x="18268" y="17028"/>
                    </a:lnTo>
                    <a:cubicBezTo>
                      <a:pt x="18268" y="17713"/>
                      <a:pt x="17713" y="18267"/>
                      <a:pt x="16996" y="18267"/>
                    </a:cubicBezTo>
                    <a:lnTo>
                      <a:pt x="2513" y="18267"/>
                    </a:lnTo>
                    <a:cubicBezTo>
                      <a:pt x="1110" y="18267"/>
                      <a:pt x="1" y="19409"/>
                      <a:pt x="1" y="20812"/>
                    </a:cubicBezTo>
                    <a:lnTo>
                      <a:pt x="1" y="28380"/>
                    </a:lnTo>
                    <a:cubicBezTo>
                      <a:pt x="1" y="29750"/>
                      <a:pt x="1110" y="30891"/>
                      <a:pt x="2513" y="30891"/>
                    </a:cubicBezTo>
                    <a:lnTo>
                      <a:pt x="16996" y="30891"/>
                    </a:lnTo>
                    <a:cubicBezTo>
                      <a:pt x="17713" y="30891"/>
                      <a:pt x="18268" y="31446"/>
                      <a:pt x="18268" y="32131"/>
                    </a:cubicBezTo>
                    <a:lnTo>
                      <a:pt x="18268" y="46647"/>
                    </a:lnTo>
                    <a:cubicBezTo>
                      <a:pt x="18268" y="48017"/>
                      <a:pt x="19377" y="49158"/>
                      <a:pt x="20780" y="49158"/>
                    </a:cubicBezTo>
                    <a:lnTo>
                      <a:pt x="28347" y="49158"/>
                    </a:lnTo>
                    <a:cubicBezTo>
                      <a:pt x="29750" y="49158"/>
                      <a:pt x="30859" y="48017"/>
                      <a:pt x="30859" y="46647"/>
                    </a:cubicBezTo>
                    <a:lnTo>
                      <a:pt x="30859" y="32131"/>
                    </a:lnTo>
                    <a:cubicBezTo>
                      <a:pt x="30859" y="31446"/>
                      <a:pt x="31414" y="30891"/>
                      <a:pt x="32131" y="30891"/>
                    </a:cubicBezTo>
                    <a:lnTo>
                      <a:pt x="46615" y="30891"/>
                    </a:lnTo>
                    <a:cubicBezTo>
                      <a:pt x="48017" y="30891"/>
                      <a:pt x="49126" y="29750"/>
                      <a:pt x="49126" y="28380"/>
                    </a:cubicBezTo>
                    <a:lnTo>
                      <a:pt x="49126" y="20812"/>
                    </a:lnTo>
                    <a:cubicBezTo>
                      <a:pt x="49126" y="19409"/>
                      <a:pt x="48017" y="18267"/>
                      <a:pt x="46615" y="18267"/>
                    </a:cubicBezTo>
                    <a:lnTo>
                      <a:pt x="32131" y="18267"/>
                    </a:lnTo>
                    <a:cubicBezTo>
                      <a:pt x="31414" y="18267"/>
                      <a:pt x="30859" y="17713"/>
                      <a:pt x="30859" y="17028"/>
                    </a:cubicBezTo>
                    <a:lnTo>
                      <a:pt x="30859" y="2545"/>
                    </a:lnTo>
                    <a:cubicBezTo>
                      <a:pt x="30859" y="1142"/>
                      <a:pt x="29750" y="0"/>
                      <a:pt x="283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64"/>
              <p:cNvSpPr/>
              <p:nvPr/>
            </p:nvSpPr>
            <p:spPr>
              <a:xfrm>
                <a:off x="3017325" y="3912750"/>
                <a:ext cx="156577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62631" h="61783" extrusionOk="0">
                    <a:moveTo>
                      <a:pt x="0" y="0"/>
                    </a:moveTo>
                    <a:lnTo>
                      <a:pt x="0" y="61782"/>
                    </a:lnTo>
                    <a:lnTo>
                      <a:pt x="62631" y="61782"/>
                    </a:lnTo>
                    <a:lnTo>
                      <a:pt x="626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64"/>
              <p:cNvSpPr/>
              <p:nvPr/>
            </p:nvSpPr>
            <p:spPr>
              <a:xfrm>
                <a:off x="4267475" y="3912750"/>
                <a:ext cx="315625" cy="1544575"/>
              </a:xfrm>
              <a:custGeom>
                <a:avLst/>
                <a:gdLst/>
                <a:ahLst/>
                <a:cxnLst/>
                <a:rect l="l" t="t" r="r" b="b"/>
                <a:pathLst>
                  <a:path w="12625" h="61783" extrusionOk="0">
                    <a:moveTo>
                      <a:pt x="1" y="0"/>
                    </a:moveTo>
                    <a:lnTo>
                      <a:pt x="1" y="61782"/>
                    </a:lnTo>
                    <a:lnTo>
                      <a:pt x="12625" y="61782"/>
                    </a:lnTo>
                    <a:lnTo>
                      <a:pt x="126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64"/>
              <p:cNvSpPr/>
              <p:nvPr/>
            </p:nvSpPr>
            <p:spPr>
              <a:xfrm>
                <a:off x="3721100" y="3834450"/>
                <a:ext cx="158225" cy="1622875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64915" extrusionOk="0">
                    <a:moveTo>
                      <a:pt x="3165" y="1"/>
                    </a:moveTo>
                    <a:cubicBezTo>
                      <a:pt x="1436" y="1"/>
                      <a:pt x="0" y="1403"/>
                      <a:pt x="0" y="3132"/>
                    </a:cubicBezTo>
                    <a:lnTo>
                      <a:pt x="0" y="64914"/>
                    </a:lnTo>
                    <a:lnTo>
                      <a:pt x="6329" y="64914"/>
                    </a:lnTo>
                    <a:lnTo>
                      <a:pt x="6329" y="3132"/>
                    </a:lnTo>
                    <a:cubicBezTo>
                      <a:pt x="6329" y="1403"/>
                      <a:pt x="4893" y="1"/>
                      <a:pt x="3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64"/>
              <p:cNvSpPr/>
              <p:nvPr/>
            </p:nvSpPr>
            <p:spPr>
              <a:xfrm>
                <a:off x="4036700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32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32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64"/>
              <p:cNvSpPr/>
              <p:nvPr/>
            </p:nvSpPr>
            <p:spPr>
              <a:xfrm>
                <a:off x="3406325" y="4526000"/>
                <a:ext cx="157400" cy="318050"/>
              </a:xfrm>
              <a:custGeom>
                <a:avLst/>
                <a:gdLst/>
                <a:ahLst/>
                <a:cxnLst/>
                <a:rect l="l" t="t" r="r" b="b"/>
                <a:pathLst>
                  <a:path w="6296" h="12722" extrusionOk="0">
                    <a:moveTo>
                      <a:pt x="3164" y="0"/>
                    </a:moveTo>
                    <a:cubicBezTo>
                      <a:pt x="1403" y="0"/>
                      <a:pt x="0" y="1403"/>
                      <a:pt x="0" y="3132"/>
                    </a:cubicBezTo>
                    <a:lnTo>
                      <a:pt x="0" y="9590"/>
                    </a:lnTo>
                    <a:cubicBezTo>
                      <a:pt x="0" y="11319"/>
                      <a:pt x="1403" y="12722"/>
                      <a:pt x="3164" y="12722"/>
                    </a:cubicBezTo>
                    <a:cubicBezTo>
                      <a:pt x="4893" y="12722"/>
                      <a:pt x="6296" y="11319"/>
                      <a:pt x="6296" y="9590"/>
                    </a:cubicBezTo>
                    <a:lnTo>
                      <a:pt x="6296" y="3132"/>
                    </a:lnTo>
                    <a:cubicBezTo>
                      <a:pt x="6296" y="1403"/>
                      <a:pt x="4893" y="0"/>
                      <a:pt x="31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64"/>
              <p:cNvSpPr/>
              <p:nvPr/>
            </p:nvSpPr>
            <p:spPr>
              <a:xfrm>
                <a:off x="2697650" y="2569625"/>
                <a:ext cx="86607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643" h="22215" extrusionOk="0">
                    <a:moveTo>
                      <a:pt x="3458" y="0"/>
                    </a:moveTo>
                    <a:cubicBezTo>
                      <a:pt x="1599" y="0"/>
                      <a:pt x="98" y="1501"/>
                      <a:pt x="98" y="3327"/>
                    </a:cubicBezTo>
                    <a:lnTo>
                      <a:pt x="1" y="18854"/>
                    </a:lnTo>
                    <a:cubicBezTo>
                      <a:pt x="1" y="20714"/>
                      <a:pt x="1501" y="22214"/>
                      <a:pt x="3360" y="22214"/>
                    </a:cubicBezTo>
                    <a:lnTo>
                      <a:pt x="31283" y="22214"/>
                    </a:lnTo>
                    <a:cubicBezTo>
                      <a:pt x="33142" y="22214"/>
                      <a:pt x="34643" y="20714"/>
                      <a:pt x="34643" y="18854"/>
                    </a:cubicBezTo>
                    <a:lnTo>
                      <a:pt x="34643" y="3360"/>
                    </a:lnTo>
                    <a:cubicBezTo>
                      <a:pt x="34643" y="1501"/>
                      <a:pt x="33142" y="0"/>
                      <a:pt x="312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64"/>
              <p:cNvSpPr/>
              <p:nvPr/>
            </p:nvSpPr>
            <p:spPr>
              <a:xfrm>
                <a:off x="3164925" y="2569625"/>
                <a:ext cx="39880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22215" extrusionOk="0">
                    <a:moveTo>
                      <a:pt x="1" y="0"/>
                    </a:moveTo>
                    <a:cubicBezTo>
                      <a:pt x="1860" y="0"/>
                      <a:pt x="3361" y="1501"/>
                      <a:pt x="3361" y="3360"/>
                    </a:cubicBezTo>
                    <a:lnTo>
                      <a:pt x="3361" y="18854"/>
                    </a:lnTo>
                    <a:cubicBezTo>
                      <a:pt x="3361" y="20714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14"/>
                      <a:pt x="15952" y="18854"/>
                    </a:cubicBezTo>
                    <a:lnTo>
                      <a:pt x="15952" y="3360"/>
                    </a:lnTo>
                    <a:cubicBezTo>
                      <a:pt x="15952" y="1501"/>
                      <a:pt x="14451" y="0"/>
                      <a:pt x="1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64"/>
              <p:cNvSpPr/>
              <p:nvPr/>
            </p:nvSpPr>
            <p:spPr>
              <a:xfrm>
                <a:off x="4036700" y="2569625"/>
                <a:ext cx="863625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34545" h="22215" extrusionOk="0">
                    <a:moveTo>
                      <a:pt x="3360" y="0"/>
                    </a:moveTo>
                    <a:cubicBezTo>
                      <a:pt x="1501" y="0"/>
                      <a:pt x="0" y="1501"/>
                      <a:pt x="0" y="3360"/>
                    </a:cubicBezTo>
                    <a:lnTo>
                      <a:pt x="0" y="18854"/>
                    </a:lnTo>
                    <a:cubicBezTo>
                      <a:pt x="0" y="20714"/>
                      <a:pt x="1501" y="22214"/>
                      <a:pt x="3360" y="22214"/>
                    </a:cubicBezTo>
                    <a:lnTo>
                      <a:pt x="31087" y="22214"/>
                    </a:lnTo>
                    <a:cubicBezTo>
                      <a:pt x="32946" y="22214"/>
                      <a:pt x="34447" y="20746"/>
                      <a:pt x="34447" y="18887"/>
                    </a:cubicBezTo>
                    <a:lnTo>
                      <a:pt x="34545" y="3360"/>
                    </a:lnTo>
                    <a:cubicBezTo>
                      <a:pt x="34545" y="1501"/>
                      <a:pt x="33044" y="0"/>
                      <a:pt x="311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64"/>
              <p:cNvSpPr/>
              <p:nvPr/>
            </p:nvSpPr>
            <p:spPr>
              <a:xfrm>
                <a:off x="4499075" y="2569625"/>
                <a:ext cx="401250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6050" h="22215" extrusionOk="0">
                    <a:moveTo>
                      <a:pt x="66" y="0"/>
                    </a:moveTo>
                    <a:cubicBezTo>
                      <a:pt x="1925" y="0"/>
                      <a:pt x="3426" y="1501"/>
                      <a:pt x="3426" y="3360"/>
                    </a:cubicBezTo>
                    <a:lnTo>
                      <a:pt x="3361" y="18887"/>
                    </a:lnTo>
                    <a:cubicBezTo>
                      <a:pt x="3361" y="20746"/>
                      <a:pt x="1860" y="22214"/>
                      <a:pt x="1" y="22214"/>
                    </a:cubicBezTo>
                    <a:lnTo>
                      <a:pt x="12592" y="22214"/>
                    </a:lnTo>
                    <a:cubicBezTo>
                      <a:pt x="14451" y="22214"/>
                      <a:pt x="15952" y="20746"/>
                      <a:pt x="15952" y="18887"/>
                    </a:cubicBezTo>
                    <a:lnTo>
                      <a:pt x="16050" y="3360"/>
                    </a:lnTo>
                    <a:cubicBezTo>
                      <a:pt x="16050" y="1501"/>
                      <a:pt x="14549" y="0"/>
                      <a:pt x="126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64"/>
              <p:cNvSpPr/>
              <p:nvPr/>
            </p:nvSpPr>
            <p:spPr>
              <a:xfrm>
                <a:off x="5370025" y="1904175"/>
                <a:ext cx="1039800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41592" h="142126" extrusionOk="0">
                    <a:moveTo>
                      <a:pt x="1" y="0"/>
                    </a:moveTo>
                    <a:lnTo>
                      <a:pt x="1" y="142125"/>
                    </a:lnTo>
                    <a:lnTo>
                      <a:pt x="38231" y="142125"/>
                    </a:lnTo>
                    <a:cubicBezTo>
                      <a:pt x="40091" y="142125"/>
                      <a:pt x="41591" y="140625"/>
                      <a:pt x="41591" y="138765"/>
                    </a:cubicBezTo>
                    <a:lnTo>
                      <a:pt x="41591" y="12592"/>
                    </a:lnTo>
                    <a:cubicBezTo>
                      <a:pt x="41591" y="5644"/>
                      <a:pt x="35948" y="0"/>
                      <a:pt x="29000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64"/>
              <p:cNvSpPr/>
              <p:nvPr/>
            </p:nvSpPr>
            <p:spPr>
              <a:xfrm>
                <a:off x="5779400" y="1904175"/>
                <a:ext cx="630425" cy="3553150"/>
              </a:xfrm>
              <a:custGeom>
                <a:avLst/>
                <a:gdLst/>
                <a:ahLst/>
                <a:cxnLst/>
                <a:rect l="l" t="t" r="r" b="b"/>
                <a:pathLst>
                  <a:path w="25217" h="142126" extrusionOk="0">
                    <a:moveTo>
                      <a:pt x="1" y="0"/>
                    </a:moveTo>
                    <a:cubicBezTo>
                      <a:pt x="6982" y="0"/>
                      <a:pt x="12625" y="5644"/>
                      <a:pt x="12625" y="12592"/>
                    </a:cubicBezTo>
                    <a:lnTo>
                      <a:pt x="12625" y="138765"/>
                    </a:lnTo>
                    <a:cubicBezTo>
                      <a:pt x="12625" y="140625"/>
                      <a:pt x="11124" y="142125"/>
                      <a:pt x="9265" y="142125"/>
                    </a:cubicBezTo>
                    <a:lnTo>
                      <a:pt x="21856" y="142125"/>
                    </a:lnTo>
                    <a:cubicBezTo>
                      <a:pt x="23716" y="142125"/>
                      <a:pt x="25216" y="140625"/>
                      <a:pt x="25216" y="138765"/>
                    </a:cubicBezTo>
                    <a:lnTo>
                      <a:pt x="25216" y="12592"/>
                    </a:lnTo>
                    <a:cubicBezTo>
                      <a:pt x="25216" y="5644"/>
                      <a:pt x="19573" y="0"/>
                      <a:pt x="12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64"/>
              <p:cNvSpPr/>
              <p:nvPr/>
            </p:nvSpPr>
            <p:spPr>
              <a:xfrm>
                <a:off x="5370025" y="23763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93"/>
                    </a:lnTo>
                    <a:cubicBezTo>
                      <a:pt x="22704" y="1533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64"/>
              <p:cNvSpPr/>
              <p:nvPr/>
            </p:nvSpPr>
            <p:spPr>
              <a:xfrm>
                <a:off x="5370025" y="3404675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1"/>
                    </a:moveTo>
                    <a:lnTo>
                      <a:pt x="1" y="22248"/>
                    </a:lnTo>
                    <a:lnTo>
                      <a:pt x="19247" y="22248"/>
                    </a:lnTo>
                    <a:cubicBezTo>
                      <a:pt x="21106" y="22248"/>
                      <a:pt x="22606" y="20747"/>
                      <a:pt x="22606" y="18888"/>
                    </a:cubicBezTo>
                    <a:lnTo>
                      <a:pt x="22704" y="3393"/>
                    </a:lnTo>
                    <a:cubicBezTo>
                      <a:pt x="22704" y="1534"/>
                      <a:pt x="21204" y="1"/>
                      <a:pt x="19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64"/>
              <p:cNvSpPr/>
              <p:nvPr/>
            </p:nvSpPr>
            <p:spPr>
              <a:xfrm>
                <a:off x="5370025" y="4428950"/>
                <a:ext cx="567625" cy="556200"/>
              </a:xfrm>
              <a:custGeom>
                <a:avLst/>
                <a:gdLst/>
                <a:ahLst/>
                <a:cxnLst/>
                <a:rect l="l" t="t" r="r" b="b"/>
                <a:pathLst>
                  <a:path w="22705" h="22248" extrusionOk="0">
                    <a:moveTo>
                      <a:pt x="1" y="0"/>
                    </a:moveTo>
                    <a:lnTo>
                      <a:pt x="1" y="22247"/>
                    </a:lnTo>
                    <a:lnTo>
                      <a:pt x="19247" y="22247"/>
                    </a:lnTo>
                    <a:cubicBezTo>
                      <a:pt x="21106" y="22247"/>
                      <a:pt x="22606" y="20747"/>
                      <a:pt x="22606" y="18887"/>
                    </a:cubicBezTo>
                    <a:lnTo>
                      <a:pt x="22704" y="3360"/>
                    </a:lnTo>
                    <a:cubicBezTo>
                      <a:pt x="22704" y="1501"/>
                      <a:pt x="21204" y="0"/>
                      <a:pt x="193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64"/>
              <p:cNvSpPr/>
              <p:nvPr/>
            </p:nvSpPr>
            <p:spPr>
              <a:xfrm>
                <a:off x="2859925" y="3597950"/>
                <a:ext cx="188057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75223" h="12593" extrusionOk="0">
                    <a:moveTo>
                      <a:pt x="2513" y="1"/>
                    </a:moveTo>
                    <a:cubicBezTo>
                      <a:pt x="1143" y="1"/>
                      <a:pt x="1" y="1110"/>
                      <a:pt x="1" y="2513"/>
                    </a:cubicBezTo>
                    <a:lnTo>
                      <a:pt x="1" y="10080"/>
                    </a:lnTo>
                    <a:cubicBezTo>
                      <a:pt x="1" y="11483"/>
                      <a:pt x="1143" y="12592"/>
                      <a:pt x="2513" y="12592"/>
                    </a:cubicBezTo>
                    <a:lnTo>
                      <a:pt x="72711" y="12592"/>
                    </a:lnTo>
                    <a:cubicBezTo>
                      <a:pt x="74081" y="12592"/>
                      <a:pt x="75222" y="11483"/>
                      <a:pt x="75222" y="10080"/>
                    </a:cubicBezTo>
                    <a:lnTo>
                      <a:pt x="75222" y="2513"/>
                    </a:lnTo>
                    <a:cubicBezTo>
                      <a:pt x="75222" y="1110"/>
                      <a:pt x="74081" y="1"/>
                      <a:pt x="7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64"/>
              <p:cNvSpPr/>
              <p:nvPr/>
            </p:nvSpPr>
            <p:spPr>
              <a:xfrm>
                <a:off x="4362075" y="3597950"/>
                <a:ext cx="378425" cy="314825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12593" extrusionOk="0">
                    <a:moveTo>
                      <a:pt x="1" y="1"/>
                    </a:moveTo>
                    <a:cubicBezTo>
                      <a:pt x="1403" y="1"/>
                      <a:pt x="2545" y="1110"/>
                      <a:pt x="2545" y="2513"/>
                    </a:cubicBezTo>
                    <a:lnTo>
                      <a:pt x="2545" y="10080"/>
                    </a:lnTo>
                    <a:cubicBezTo>
                      <a:pt x="2545" y="11483"/>
                      <a:pt x="1403" y="12592"/>
                      <a:pt x="1" y="12592"/>
                    </a:cubicBezTo>
                    <a:lnTo>
                      <a:pt x="12625" y="12592"/>
                    </a:lnTo>
                    <a:cubicBezTo>
                      <a:pt x="13995" y="12592"/>
                      <a:pt x="15136" y="11483"/>
                      <a:pt x="15136" y="10080"/>
                    </a:cubicBezTo>
                    <a:lnTo>
                      <a:pt x="15136" y="2513"/>
                    </a:lnTo>
                    <a:cubicBezTo>
                      <a:pt x="15136" y="1110"/>
                      <a:pt x="13995" y="1"/>
                      <a:pt x="126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49" name="Google Shape;2149;p64"/>
          <p:cNvGrpSpPr/>
          <p:nvPr/>
        </p:nvGrpSpPr>
        <p:grpSpPr>
          <a:xfrm>
            <a:off x="6721514" y="2056662"/>
            <a:ext cx="548925" cy="546194"/>
            <a:chOff x="6587151" y="1770704"/>
            <a:chExt cx="817218" cy="813151"/>
          </a:xfrm>
        </p:grpSpPr>
        <p:grpSp>
          <p:nvGrpSpPr>
            <p:cNvPr id="2150" name="Google Shape;2150;p64"/>
            <p:cNvGrpSpPr/>
            <p:nvPr/>
          </p:nvGrpSpPr>
          <p:grpSpPr>
            <a:xfrm>
              <a:off x="6587151" y="1770704"/>
              <a:ext cx="817218" cy="813151"/>
              <a:chOff x="1183275" y="238125"/>
              <a:chExt cx="5245300" cy="5219200"/>
            </a:xfrm>
          </p:grpSpPr>
          <p:sp>
            <p:nvSpPr>
              <p:cNvPr id="2151" name="Google Shape;2151;p64"/>
              <p:cNvSpPr/>
              <p:nvPr/>
            </p:nvSpPr>
            <p:spPr>
              <a:xfrm>
                <a:off x="4919875" y="671150"/>
                <a:ext cx="1056900" cy="1056900"/>
              </a:xfrm>
              <a:custGeom>
                <a:avLst/>
                <a:gdLst/>
                <a:ahLst/>
                <a:cxnLst/>
                <a:rect l="l" t="t" r="r" b="b"/>
                <a:pathLst>
                  <a:path w="42276" h="42276" extrusionOk="0">
                    <a:moveTo>
                      <a:pt x="20486" y="0"/>
                    </a:moveTo>
                    <a:lnTo>
                      <a:pt x="1" y="20485"/>
                    </a:lnTo>
                    <a:lnTo>
                      <a:pt x="21758" y="42275"/>
                    </a:lnTo>
                    <a:lnTo>
                      <a:pt x="42276" y="21790"/>
                    </a:lnTo>
                    <a:lnTo>
                      <a:pt x="204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64"/>
              <p:cNvSpPr/>
              <p:nvPr/>
            </p:nvSpPr>
            <p:spPr>
              <a:xfrm>
                <a:off x="5246900" y="1011200"/>
                <a:ext cx="729875" cy="731525"/>
              </a:xfrm>
              <a:custGeom>
                <a:avLst/>
                <a:gdLst/>
                <a:ahLst/>
                <a:cxnLst/>
                <a:rect l="l" t="t" r="r" b="b"/>
                <a:pathLst>
                  <a:path w="29195" h="29261" extrusionOk="0">
                    <a:moveTo>
                      <a:pt x="21073" y="1"/>
                    </a:moveTo>
                    <a:lnTo>
                      <a:pt x="0" y="21040"/>
                    </a:lnTo>
                    <a:lnTo>
                      <a:pt x="8090" y="29261"/>
                    </a:lnTo>
                    <a:lnTo>
                      <a:pt x="29195" y="8156"/>
                    </a:lnTo>
                    <a:lnTo>
                      <a:pt x="2107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64"/>
              <p:cNvSpPr/>
              <p:nvPr/>
            </p:nvSpPr>
            <p:spPr>
              <a:xfrm>
                <a:off x="1183275" y="3996125"/>
                <a:ext cx="1476875" cy="1461200"/>
              </a:xfrm>
              <a:custGeom>
                <a:avLst/>
                <a:gdLst/>
                <a:ahLst/>
                <a:cxnLst/>
                <a:rect l="l" t="t" r="r" b="b"/>
                <a:pathLst>
                  <a:path w="59075" h="58448" extrusionOk="0">
                    <a:moveTo>
                      <a:pt x="55650" y="0"/>
                    </a:moveTo>
                    <a:cubicBezTo>
                      <a:pt x="54859" y="0"/>
                      <a:pt x="54068" y="302"/>
                      <a:pt x="53464" y="906"/>
                    </a:cubicBezTo>
                    <a:lnTo>
                      <a:pt x="1207" y="53163"/>
                    </a:lnTo>
                    <a:cubicBezTo>
                      <a:pt x="0" y="54370"/>
                      <a:pt x="0" y="56327"/>
                      <a:pt x="1207" y="57534"/>
                    </a:cubicBezTo>
                    <a:cubicBezTo>
                      <a:pt x="1795" y="58154"/>
                      <a:pt x="2610" y="58447"/>
                      <a:pt x="3393" y="58447"/>
                    </a:cubicBezTo>
                    <a:cubicBezTo>
                      <a:pt x="4176" y="58447"/>
                      <a:pt x="4991" y="58154"/>
                      <a:pt x="5578" y="57534"/>
                    </a:cubicBezTo>
                    <a:lnTo>
                      <a:pt x="57835" y="5277"/>
                    </a:lnTo>
                    <a:cubicBezTo>
                      <a:pt x="59075" y="4070"/>
                      <a:pt x="59075" y="2113"/>
                      <a:pt x="57835" y="906"/>
                    </a:cubicBezTo>
                    <a:cubicBezTo>
                      <a:pt x="57232" y="302"/>
                      <a:pt x="56441" y="0"/>
                      <a:pt x="556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64"/>
              <p:cNvSpPr/>
              <p:nvPr/>
            </p:nvSpPr>
            <p:spPr>
              <a:xfrm>
                <a:off x="5253425" y="238125"/>
                <a:ext cx="1175150" cy="1137625"/>
              </a:xfrm>
              <a:custGeom>
                <a:avLst/>
                <a:gdLst/>
                <a:ahLst/>
                <a:cxnLst/>
                <a:rect l="l" t="t" r="r" b="b"/>
                <a:pathLst>
                  <a:path w="47006" h="45505" extrusionOk="0">
                    <a:moveTo>
                      <a:pt x="8449" y="0"/>
                    </a:moveTo>
                    <a:cubicBezTo>
                      <a:pt x="6475" y="0"/>
                      <a:pt x="4502" y="750"/>
                      <a:pt x="3001" y="2251"/>
                    </a:cubicBezTo>
                    <a:cubicBezTo>
                      <a:pt x="0" y="5252"/>
                      <a:pt x="0" y="10145"/>
                      <a:pt x="3001" y="13146"/>
                    </a:cubicBezTo>
                    <a:lnTo>
                      <a:pt x="33109" y="43254"/>
                    </a:lnTo>
                    <a:cubicBezTo>
                      <a:pt x="34610" y="44754"/>
                      <a:pt x="36583" y="45505"/>
                      <a:pt x="38557" y="45505"/>
                    </a:cubicBezTo>
                    <a:cubicBezTo>
                      <a:pt x="40530" y="45505"/>
                      <a:pt x="42504" y="44754"/>
                      <a:pt x="44004" y="43254"/>
                    </a:cubicBezTo>
                    <a:cubicBezTo>
                      <a:pt x="47005" y="40253"/>
                      <a:pt x="47005" y="35360"/>
                      <a:pt x="44004" y="32359"/>
                    </a:cubicBezTo>
                    <a:lnTo>
                      <a:pt x="13896" y="2251"/>
                    </a:lnTo>
                    <a:cubicBezTo>
                      <a:pt x="12396" y="750"/>
                      <a:pt x="10422" y="0"/>
                      <a:pt x="84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64"/>
              <p:cNvSpPr/>
              <p:nvPr/>
            </p:nvSpPr>
            <p:spPr>
              <a:xfrm>
                <a:off x="5926200" y="892150"/>
                <a:ext cx="502375" cy="483600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44" extrusionOk="0">
                    <a:moveTo>
                      <a:pt x="1" y="10863"/>
                    </a:moveTo>
                    <a:cubicBezTo>
                      <a:pt x="11" y="10873"/>
                      <a:pt x="21" y="10883"/>
                      <a:pt x="32" y="10894"/>
                    </a:cubicBezTo>
                    <a:lnTo>
                      <a:pt x="32" y="10894"/>
                    </a:lnTo>
                    <a:lnTo>
                      <a:pt x="1" y="10863"/>
                    </a:lnTo>
                    <a:close/>
                    <a:moveTo>
                      <a:pt x="10896" y="1"/>
                    </a:moveTo>
                    <a:lnTo>
                      <a:pt x="10896" y="1"/>
                    </a:lnTo>
                    <a:cubicBezTo>
                      <a:pt x="13897" y="3002"/>
                      <a:pt x="13896" y="7862"/>
                      <a:pt x="10896" y="10863"/>
                    </a:cubicBezTo>
                    <a:cubicBezTo>
                      <a:pt x="9379" y="12379"/>
                      <a:pt x="7405" y="13138"/>
                      <a:pt x="5436" y="13138"/>
                    </a:cubicBezTo>
                    <a:cubicBezTo>
                      <a:pt x="3480" y="13138"/>
                      <a:pt x="1528" y="12390"/>
                      <a:pt x="32" y="10894"/>
                    </a:cubicBezTo>
                    <a:lnTo>
                      <a:pt x="32" y="10894"/>
                    </a:lnTo>
                    <a:lnTo>
                      <a:pt x="6198" y="17093"/>
                    </a:lnTo>
                    <a:cubicBezTo>
                      <a:pt x="7699" y="18593"/>
                      <a:pt x="9672" y="19344"/>
                      <a:pt x="11646" y="19344"/>
                    </a:cubicBezTo>
                    <a:cubicBezTo>
                      <a:pt x="13619" y="19344"/>
                      <a:pt x="15593" y="18593"/>
                      <a:pt x="17093" y="17093"/>
                    </a:cubicBezTo>
                    <a:cubicBezTo>
                      <a:pt x="20094" y="14092"/>
                      <a:pt x="20094" y="9199"/>
                      <a:pt x="17093" y="6198"/>
                    </a:cubicBezTo>
                    <a:lnTo>
                      <a:pt x="10896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64"/>
              <p:cNvSpPr/>
              <p:nvPr/>
            </p:nvSpPr>
            <p:spPr>
              <a:xfrm>
                <a:off x="4228325" y="782875"/>
                <a:ext cx="1655500" cy="1617750"/>
              </a:xfrm>
              <a:custGeom>
                <a:avLst/>
                <a:gdLst/>
                <a:ahLst/>
                <a:cxnLst/>
                <a:rect l="l" t="t" r="r" b="b"/>
                <a:pathLst>
                  <a:path w="66220" h="64710" extrusionOk="0">
                    <a:moveTo>
                      <a:pt x="8466" y="0"/>
                    </a:moveTo>
                    <a:cubicBezTo>
                      <a:pt x="6501" y="0"/>
                      <a:pt x="4535" y="750"/>
                      <a:pt x="3035" y="2251"/>
                    </a:cubicBezTo>
                    <a:cubicBezTo>
                      <a:pt x="1" y="5252"/>
                      <a:pt x="1" y="10112"/>
                      <a:pt x="3035" y="13146"/>
                    </a:cubicBezTo>
                    <a:lnTo>
                      <a:pt x="52356" y="62434"/>
                    </a:lnTo>
                    <a:cubicBezTo>
                      <a:pt x="53856" y="63951"/>
                      <a:pt x="55822" y="64710"/>
                      <a:pt x="57787" y="64710"/>
                    </a:cubicBezTo>
                    <a:cubicBezTo>
                      <a:pt x="59752" y="64710"/>
                      <a:pt x="61718" y="63951"/>
                      <a:pt x="63218" y="62434"/>
                    </a:cubicBezTo>
                    <a:cubicBezTo>
                      <a:pt x="66219" y="59433"/>
                      <a:pt x="66219" y="54573"/>
                      <a:pt x="63218" y="51572"/>
                    </a:cubicBezTo>
                    <a:lnTo>
                      <a:pt x="13897" y="2251"/>
                    </a:lnTo>
                    <a:cubicBezTo>
                      <a:pt x="12397" y="750"/>
                      <a:pt x="10431" y="0"/>
                      <a:pt x="84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64"/>
              <p:cNvSpPr/>
              <p:nvPr/>
            </p:nvSpPr>
            <p:spPr>
              <a:xfrm>
                <a:off x="5381450" y="1916400"/>
                <a:ext cx="502375" cy="484225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69" extrusionOk="0">
                    <a:moveTo>
                      <a:pt x="10896" y="1"/>
                    </a:moveTo>
                    <a:lnTo>
                      <a:pt x="10924" y="30"/>
                    </a:lnTo>
                    <a:lnTo>
                      <a:pt x="10924" y="30"/>
                    </a:lnTo>
                    <a:cubicBezTo>
                      <a:pt x="10915" y="20"/>
                      <a:pt x="10905" y="10"/>
                      <a:pt x="10896" y="1"/>
                    </a:cubicBezTo>
                    <a:close/>
                    <a:moveTo>
                      <a:pt x="0" y="10896"/>
                    </a:moveTo>
                    <a:cubicBezTo>
                      <a:pt x="10" y="10905"/>
                      <a:pt x="20" y="10915"/>
                      <a:pt x="30" y="10925"/>
                    </a:cubicBezTo>
                    <a:lnTo>
                      <a:pt x="30" y="10925"/>
                    </a:lnTo>
                    <a:lnTo>
                      <a:pt x="0" y="10896"/>
                    </a:lnTo>
                    <a:close/>
                    <a:moveTo>
                      <a:pt x="10924" y="30"/>
                    </a:moveTo>
                    <a:cubicBezTo>
                      <a:pt x="13897" y="3033"/>
                      <a:pt x="13887" y="7904"/>
                      <a:pt x="10896" y="10896"/>
                    </a:cubicBezTo>
                    <a:cubicBezTo>
                      <a:pt x="9395" y="12396"/>
                      <a:pt x="7422" y="13146"/>
                      <a:pt x="5448" y="13146"/>
                    </a:cubicBezTo>
                    <a:cubicBezTo>
                      <a:pt x="3487" y="13146"/>
                      <a:pt x="1526" y="12406"/>
                      <a:pt x="30" y="10925"/>
                    </a:cubicBezTo>
                    <a:lnTo>
                      <a:pt x="30" y="10925"/>
                    </a:lnTo>
                    <a:lnTo>
                      <a:pt x="6231" y="17093"/>
                    </a:lnTo>
                    <a:cubicBezTo>
                      <a:pt x="7731" y="18610"/>
                      <a:pt x="9697" y="19369"/>
                      <a:pt x="11662" y="19369"/>
                    </a:cubicBezTo>
                    <a:cubicBezTo>
                      <a:pt x="13627" y="19369"/>
                      <a:pt x="15593" y="18610"/>
                      <a:pt x="17093" y="17093"/>
                    </a:cubicBezTo>
                    <a:cubicBezTo>
                      <a:pt x="20094" y="14092"/>
                      <a:pt x="20094" y="9232"/>
                      <a:pt x="17093" y="6231"/>
                    </a:cubicBezTo>
                    <a:lnTo>
                      <a:pt x="10924" y="3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64"/>
              <p:cNvSpPr/>
              <p:nvPr/>
            </p:nvSpPr>
            <p:spPr>
              <a:xfrm>
                <a:off x="5773700" y="1011200"/>
                <a:ext cx="203075" cy="20390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156" extrusionOk="0">
                    <a:moveTo>
                      <a:pt x="8123" y="8156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64"/>
              <p:cNvSpPr/>
              <p:nvPr/>
            </p:nvSpPr>
            <p:spPr>
              <a:xfrm>
                <a:off x="2335575" y="3528650"/>
                <a:ext cx="783700" cy="773525"/>
              </a:xfrm>
              <a:custGeom>
                <a:avLst/>
                <a:gdLst/>
                <a:ahLst/>
                <a:cxnLst/>
                <a:rect l="l" t="t" r="r" b="b"/>
                <a:pathLst>
                  <a:path w="31348" h="30941" extrusionOk="0">
                    <a:moveTo>
                      <a:pt x="9558" y="0"/>
                    </a:moveTo>
                    <a:lnTo>
                      <a:pt x="1631" y="7927"/>
                    </a:lnTo>
                    <a:cubicBezTo>
                      <a:pt x="0" y="9558"/>
                      <a:pt x="0" y="12233"/>
                      <a:pt x="1631" y="13864"/>
                    </a:cubicBezTo>
                    <a:lnTo>
                      <a:pt x="17485" y="29717"/>
                    </a:lnTo>
                    <a:cubicBezTo>
                      <a:pt x="18300" y="30532"/>
                      <a:pt x="19376" y="30940"/>
                      <a:pt x="20453" y="30940"/>
                    </a:cubicBezTo>
                    <a:cubicBezTo>
                      <a:pt x="21529" y="30940"/>
                      <a:pt x="22606" y="30532"/>
                      <a:pt x="23421" y="29717"/>
                    </a:cubicBezTo>
                    <a:lnTo>
                      <a:pt x="31348" y="21790"/>
                    </a:lnTo>
                    <a:lnTo>
                      <a:pt x="955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64"/>
              <p:cNvSpPr/>
              <p:nvPr/>
            </p:nvSpPr>
            <p:spPr>
              <a:xfrm>
                <a:off x="2616925" y="3918450"/>
                <a:ext cx="502350" cy="383725"/>
              </a:xfrm>
              <a:custGeom>
                <a:avLst/>
                <a:gdLst/>
                <a:ahLst/>
                <a:cxnLst/>
                <a:rect l="l" t="t" r="r" b="b"/>
                <a:pathLst>
                  <a:path w="20094" h="15349" extrusionOk="0">
                    <a:moveTo>
                      <a:pt x="13864" y="0"/>
                    </a:moveTo>
                    <a:lnTo>
                      <a:pt x="5970" y="7894"/>
                    </a:lnTo>
                    <a:cubicBezTo>
                      <a:pt x="5138" y="8726"/>
                      <a:pt x="4061" y="9142"/>
                      <a:pt x="2985" y="9142"/>
                    </a:cubicBezTo>
                    <a:cubicBezTo>
                      <a:pt x="1908" y="9142"/>
                      <a:pt x="832" y="8726"/>
                      <a:pt x="0" y="7895"/>
                    </a:cubicBezTo>
                    <a:lnTo>
                      <a:pt x="0" y="7895"/>
                    </a:lnTo>
                    <a:lnTo>
                      <a:pt x="6231" y="14125"/>
                    </a:lnTo>
                    <a:cubicBezTo>
                      <a:pt x="7046" y="14940"/>
                      <a:pt x="8122" y="15348"/>
                      <a:pt x="9199" y="15348"/>
                    </a:cubicBezTo>
                    <a:cubicBezTo>
                      <a:pt x="10275" y="15348"/>
                      <a:pt x="11352" y="14940"/>
                      <a:pt x="12167" y="14125"/>
                    </a:cubicBezTo>
                    <a:lnTo>
                      <a:pt x="20094" y="6198"/>
                    </a:lnTo>
                    <a:lnTo>
                      <a:pt x="1386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64"/>
              <p:cNvSpPr/>
              <p:nvPr/>
            </p:nvSpPr>
            <p:spPr>
              <a:xfrm>
                <a:off x="2367375" y="1215075"/>
                <a:ext cx="30654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122619" h="122203" extrusionOk="0">
                    <a:moveTo>
                      <a:pt x="81615" y="1"/>
                    </a:moveTo>
                    <a:lnTo>
                      <a:pt x="1664" y="79985"/>
                    </a:lnTo>
                    <a:cubicBezTo>
                      <a:pt x="0" y="81615"/>
                      <a:pt x="0" y="84290"/>
                      <a:pt x="1664" y="85921"/>
                    </a:cubicBezTo>
                    <a:lnTo>
                      <a:pt x="36698" y="120955"/>
                    </a:lnTo>
                    <a:cubicBezTo>
                      <a:pt x="37513" y="121787"/>
                      <a:pt x="38590" y="122203"/>
                      <a:pt x="39666" y="122203"/>
                    </a:cubicBezTo>
                    <a:cubicBezTo>
                      <a:pt x="40743" y="122203"/>
                      <a:pt x="41819" y="121787"/>
                      <a:pt x="42635" y="120955"/>
                    </a:cubicBezTo>
                    <a:lnTo>
                      <a:pt x="122619" y="41004"/>
                    </a:lnTo>
                    <a:lnTo>
                      <a:pt x="8161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64"/>
              <p:cNvSpPr/>
              <p:nvPr/>
            </p:nvSpPr>
            <p:spPr>
              <a:xfrm>
                <a:off x="3204075" y="1215075"/>
                <a:ext cx="22287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89151" h="122203" extrusionOk="0">
                    <a:moveTo>
                      <a:pt x="48147" y="1"/>
                    </a:moveTo>
                    <a:lnTo>
                      <a:pt x="41950" y="6198"/>
                    </a:lnTo>
                    <a:cubicBezTo>
                      <a:pt x="61163" y="25411"/>
                      <a:pt x="61163" y="56563"/>
                      <a:pt x="41950" y="75777"/>
                    </a:cubicBezTo>
                    <a:lnTo>
                      <a:pt x="0" y="117726"/>
                    </a:lnTo>
                    <a:lnTo>
                      <a:pt x="3230" y="120955"/>
                    </a:lnTo>
                    <a:cubicBezTo>
                      <a:pt x="4045" y="121787"/>
                      <a:pt x="5122" y="122203"/>
                      <a:pt x="6198" y="122203"/>
                    </a:cubicBezTo>
                    <a:cubicBezTo>
                      <a:pt x="7275" y="122203"/>
                      <a:pt x="8351" y="121787"/>
                      <a:pt x="9167" y="120955"/>
                    </a:cubicBezTo>
                    <a:lnTo>
                      <a:pt x="89151" y="41004"/>
                    </a:lnTo>
                    <a:lnTo>
                      <a:pt x="481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64"/>
              <p:cNvSpPr/>
              <p:nvPr/>
            </p:nvSpPr>
            <p:spPr>
              <a:xfrm>
                <a:off x="4855450" y="2406725"/>
                <a:ext cx="264250" cy="256700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68" extrusionOk="0">
                    <a:moveTo>
                      <a:pt x="3426" y="0"/>
                    </a:moveTo>
                    <a:cubicBezTo>
                      <a:pt x="2635" y="0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67"/>
                    </a:lnTo>
                    <a:lnTo>
                      <a:pt x="10570" y="5864"/>
                    </a:lnTo>
                    <a:lnTo>
                      <a:pt x="5611" y="906"/>
                    </a:lnTo>
                    <a:cubicBezTo>
                      <a:pt x="5008" y="302"/>
                      <a:pt x="4217" y="0"/>
                      <a:pt x="34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64"/>
              <p:cNvSpPr/>
              <p:nvPr/>
            </p:nvSpPr>
            <p:spPr>
              <a:xfrm>
                <a:off x="4521100" y="2741075"/>
                <a:ext cx="264250" cy="255875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35" extrusionOk="0">
                    <a:moveTo>
                      <a:pt x="3426" y="1"/>
                    </a:moveTo>
                    <a:cubicBezTo>
                      <a:pt x="2635" y="1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35"/>
                    </a:lnTo>
                    <a:lnTo>
                      <a:pt x="10569" y="5864"/>
                    </a:lnTo>
                    <a:lnTo>
                      <a:pt x="5611" y="906"/>
                    </a:lnTo>
                    <a:cubicBezTo>
                      <a:pt x="5008" y="302"/>
                      <a:pt x="4217" y="1"/>
                      <a:pt x="3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64"/>
              <p:cNvSpPr/>
              <p:nvPr/>
            </p:nvSpPr>
            <p:spPr>
              <a:xfrm>
                <a:off x="4187575" y="30754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2" y="1"/>
                    </a:moveTo>
                    <a:cubicBezTo>
                      <a:pt x="2601" y="1"/>
                      <a:pt x="1810" y="302"/>
                      <a:pt x="1207" y="906"/>
                    </a:cubicBezTo>
                    <a:cubicBezTo>
                      <a:pt x="0" y="2113"/>
                      <a:pt x="0" y="4103"/>
                      <a:pt x="1207" y="5310"/>
                    </a:cubicBezTo>
                    <a:lnTo>
                      <a:pt x="6133" y="10235"/>
                    </a:lnTo>
                    <a:lnTo>
                      <a:pt x="10536" y="5864"/>
                    </a:lnTo>
                    <a:lnTo>
                      <a:pt x="5578" y="906"/>
                    </a:lnTo>
                    <a:cubicBezTo>
                      <a:pt x="4975" y="302"/>
                      <a:pt x="4184" y="1"/>
                      <a:pt x="33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64"/>
              <p:cNvSpPr/>
              <p:nvPr/>
            </p:nvSpPr>
            <p:spPr>
              <a:xfrm>
                <a:off x="3853200" y="3409775"/>
                <a:ext cx="263450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8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64"/>
              <p:cNvSpPr/>
              <p:nvPr/>
            </p:nvSpPr>
            <p:spPr>
              <a:xfrm>
                <a:off x="3518850" y="37441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62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8" name="Google Shape;2168;p64"/>
            <p:cNvGrpSpPr/>
            <p:nvPr/>
          </p:nvGrpSpPr>
          <p:grpSpPr>
            <a:xfrm>
              <a:off x="6587151" y="1770704"/>
              <a:ext cx="817218" cy="813151"/>
              <a:chOff x="1183275" y="238125"/>
              <a:chExt cx="5245300" cy="5219200"/>
            </a:xfrm>
          </p:grpSpPr>
          <p:sp>
            <p:nvSpPr>
              <p:cNvPr id="2169" name="Google Shape;2169;p64"/>
              <p:cNvSpPr/>
              <p:nvPr/>
            </p:nvSpPr>
            <p:spPr>
              <a:xfrm>
                <a:off x="4919875" y="671150"/>
                <a:ext cx="1056900" cy="1056900"/>
              </a:xfrm>
              <a:custGeom>
                <a:avLst/>
                <a:gdLst/>
                <a:ahLst/>
                <a:cxnLst/>
                <a:rect l="l" t="t" r="r" b="b"/>
                <a:pathLst>
                  <a:path w="42276" h="42276" extrusionOk="0">
                    <a:moveTo>
                      <a:pt x="20486" y="0"/>
                    </a:moveTo>
                    <a:lnTo>
                      <a:pt x="1" y="20485"/>
                    </a:lnTo>
                    <a:lnTo>
                      <a:pt x="21758" y="42275"/>
                    </a:lnTo>
                    <a:lnTo>
                      <a:pt x="42276" y="21790"/>
                    </a:lnTo>
                    <a:lnTo>
                      <a:pt x="2048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64"/>
              <p:cNvSpPr/>
              <p:nvPr/>
            </p:nvSpPr>
            <p:spPr>
              <a:xfrm>
                <a:off x="5246900" y="1011200"/>
                <a:ext cx="729875" cy="731525"/>
              </a:xfrm>
              <a:custGeom>
                <a:avLst/>
                <a:gdLst/>
                <a:ahLst/>
                <a:cxnLst/>
                <a:rect l="l" t="t" r="r" b="b"/>
                <a:pathLst>
                  <a:path w="29195" h="29261" extrusionOk="0">
                    <a:moveTo>
                      <a:pt x="21073" y="1"/>
                    </a:moveTo>
                    <a:lnTo>
                      <a:pt x="0" y="21040"/>
                    </a:lnTo>
                    <a:lnTo>
                      <a:pt x="8090" y="29261"/>
                    </a:lnTo>
                    <a:lnTo>
                      <a:pt x="29195" y="8156"/>
                    </a:lnTo>
                    <a:lnTo>
                      <a:pt x="210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64"/>
              <p:cNvSpPr/>
              <p:nvPr/>
            </p:nvSpPr>
            <p:spPr>
              <a:xfrm>
                <a:off x="1183275" y="3996125"/>
                <a:ext cx="1476875" cy="1461200"/>
              </a:xfrm>
              <a:custGeom>
                <a:avLst/>
                <a:gdLst/>
                <a:ahLst/>
                <a:cxnLst/>
                <a:rect l="l" t="t" r="r" b="b"/>
                <a:pathLst>
                  <a:path w="59075" h="58448" extrusionOk="0">
                    <a:moveTo>
                      <a:pt x="55650" y="0"/>
                    </a:moveTo>
                    <a:cubicBezTo>
                      <a:pt x="54859" y="0"/>
                      <a:pt x="54068" y="302"/>
                      <a:pt x="53464" y="906"/>
                    </a:cubicBezTo>
                    <a:lnTo>
                      <a:pt x="1207" y="53163"/>
                    </a:lnTo>
                    <a:cubicBezTo>
                      <a:pt x="0" y="54370"/>
                      <a:pt x="0" y="56327"/>
                      <a:pt x="1207" y="57534"/>
                    </a:cubicBezTo>
                    <a:cubicBezTo>
                      <a:pt x="1795" y="58154"/>
                      <a:pt x="2610" y="58447"/>
                      <a:pt x="3393" y="58447"/>
                    </a:cubicBezTo>
                    <a:cubicBezTo>
                      <a:pt x="4176" y="58447"/>
                      <a:pt x="4991" y="58154"/>
                      <a:pt x="5578" y="57534"/>
                    </a:cubicBezTo>
                    <a:lnTo>
                      <a:pt x="57835" y="5277"/>
                    </a:lnTo>
                    <a:cubicBezTo>
                      <a:pt x="59075" y="4070"/>
                      <a:pt x="59075" y="2113"/>
                      <a:pt x="57835" y="906"/>
                    </a:cubicBezTo>
                    <a:cubicBezTo>
                      <a:pt x="57232" y="302"/>
                      <a:pt x="56441" y="0"/>
                      <a:pt x="556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64"/>
              <p:cNvSpPr/>
              <p:nvPr/>
            </p:nvSpPr>
            <p:spPr>
              <a:xfrm>
                <a:off x="5253425" y="238125"/>
                <a:ext cx="1175150" cy="1137625"/>
              </a:xfrm>
              <a:custGeom>
                <a:avLst/>
                <a:gdLst/>
                <a:ahLst/>
                <a:cxnLst/>
                <a:rect l="l" t="t" r="r" b="b"/>
                <a:pathLst>
                  <a:path w="47006" h="45505" extrusionOk="0">
                    <a:moveTo>
                      <a:pt x="8449" y="0"/>
                    </a:moveTo>
                    <a:cubicBezTo>
                      <a:pt x="6475" y="0"/>
                      <a:pt x="4502" y="750"/>
                      <a:pt x="3001" y="2251"/>
                    </a:cubicBezTo>
                    <a:cubicBezTo>
                      <a:pt x="0" y="5252"/>
                      <a:pt x="0" y="10145"/>
                      <a:pt x="3001" y="13146"/>
                    </a:cubicBezTo>
                    <a:lnTo>
                      <a:pt x="33109" y="43254"/>
                    </a:lnTo>
                    <a:cubicBezTo>
                      <a:pt x="34610" y="44754"/>
                      <a:pt x="36583" y="45505"/>
                      <a:pt x="38557" y="45505"/>
                    </a:cubicBezTo>
                    <a:cubicBezTo>
                      <a:pt x="40530" y="45505"/>
                      <a:pt x="42504" y="44754"/>
                      <a:pt x="44004" y="43254"/>
                    </a:cubicBezTo>
                    <a:cubicBezTo>
                      <a:pt x="47005" y="40253"/>
                      <a:pt x="47005" y="35360"/>
                      <a:pt x="44004" y="32359"/>
                    </a:cubicBezTo>
                    <a:lnTo>
                      <a:pt x="13896" y="2251"/>
                    </a:lnTo>
                    <a:cubicBezTo>
                      <a:pt x="12396" y="750"/>
                      <a:pt x="10422" y="0"/>
                      <a:pt x="8449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64"/>
              <p:cNvSpPr/>
              <p:nvPr/>
            </p:nvSpPr>
            <p:spPr>
              <a:xfrm>
                <a:off x="5926200" y="892150"/>
                <a:ext cx="502375" cy="483600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44" extrusionOk="0">
                    <a:moveTo>
                      <a:pt x="1" y="10863"/>
                    </a:moveTo>
                    <a:cubicBezTo>
                      <a:pt x="11" y="10873"/>
                      <a:pt x="21" y="10883"/>
                      <a:pt x="32" y="10894"/>
                    </a:cubicBezTo>
                    <a:lnTo>
                      <a:pt x="32" y="10894"/>
                    </a:lnTo>
                    <a:lnTo>
                      <a:pt x="1" y="10863"/>
                    </a:lnTo>
                    <a:close/>
                    <a:moveTo>
                      <a:pt x="10896" y="1"/>
                    </a:moveTo>
                    <a:lnTo>
                      <a:pt x="10896" y="1"/>
                    </a:lnTo>
                    <a:cubicBezTo>
                      <a:pt x="13897" y="3002"/>
                      <a:pt x="13896" y="7862"/>
                      <a:pt x="10896" y="10863"/>
                    </a:cubicBezTo>
                    <a:cubicBezTo>
                      <a:pt x="9379" y="12379"/>
                      <a:pt x="7405" y="13138"/>
                      <a:pt x="5436" y="13138"/>
                    </a:cubicBezTo>
                    <a:cubicBezTo>
                      <a:pt x="3480" y="13138"/>
                      <a:pt x="1528" y="12390"/>
                      <a:pt x="32" y="10894"/>
                    </a:cubicBezTo>
                    <a:lnTo>
                      <a:pt x="32" y="10894"/>
                    </a:lnTo>
                    <a:lnTo>
                      <a:pt x="6198" y="17093"/>
                    </a:lnTo>
                    <a:cubicBezTo>
                      <a:pt x="7699" y="18593"/>
                      <a:pt x="9672" y="19344"/>
                      <a:pt x="11646" y="19344"/>
                    </a:cubicBezTo>
                    <a:cubicBezTo>
                      <a:pt x="13619" y="19344"/>
                      <a:pt x="15593" y="18593"/>
                      <a:pt x="17093" y="17093"/>
                    </a:cubicBezTo>
                    <a:cubicBezTo>
                      <a:pt x="20094" y="14092"/>
                      <a:pt x="20094" y="9199"/>
                      <a:pt x="17093" y="6198"/>
                    </a:cubicBezTo>
                    <a:lnTo>
                      <a:pt x="108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64"/>
              <p:cNvSpPr/>
              <p:nvPr/>
            </p:nvSpPr>
            <p:spPr>
              <a:xfrm>
                <a:off x="4228325" y="782875"/>
                <a:ext cx="1655500" cy="1617750"/>
              </a:xfrm>
              <a:custGeom>
                <a:avLst/>
                <a:gdLst/>
                <a:ahLst/>
                <a:cxnLst/>
                <a:rect l="l" t="t" r="r" b="b"/>
                <a:pathLst>
                  <a:path w="66220" h="64710" extrusionOk="0">
                    <a:moveTo>
                      <a:pt x="8466" y="0"/>
                    </a:moveTo>
                    <a:cubicBezTo>
                      <a:pt x="6501" y="0"/>
                      <a:pt x="4535" y="750"/>
                      <a:pt x="3035" y="2251"/>
                    </a:cubicBezTo>
                    <a:cubicBezTo>
                      <a:pt x="1" y="5252"/>
                      <a:pt x="1" y="10112"/>
                      <a:pt x="3035" y="13146"/>
                    </a:cubicBezTo>
                    <a:lnTo>
                      <a:pt x="52356" y="62434"/>
                    </a:lnTo>
                    <a:cubicBezTo>
                      <a:pt x="53856" y="63951"/>
                      <a:pt x="55822" y="64710"/>
                      <a:pt x="57787" y="64710"/>
                    </a:cubicBezTo>
                    <a:cubicBezTo>
                      <a:pt x="59752" y="64710"/>
                      <a:pt x="61718" y="63951"/>
                      <a:pt x="63218" y="62434"/>
                    </a:cubicBezTo>
                    <a:cubicBezTo>
                      <a:pt x="66219" y="59433"/>
                      <a:pt x="66219" y="54573"/>
                      <a:pt x="63218" y="51572"/>
                    </a:cubicBezTo>
                    <a:lnTo>
                      <a:pt x="13897" y="2251"/>
                    </a:lnTo>
                    <a:cubicBezTo>
                      <a:pt x="12397" y="750"/>
                      <a:pt x="10431" y="0"/>
                      <a:pt x="8466" y="0"/>
                    </a:cubicBez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64"/>
              <p:cNvSpPr/>
              <p:nvPr/>
            </p:nvSpPr>
            <p:spPr>
              <a:xfrm>
                <a:off x="5381450" y="1916400"/>
                <a:ext cx="502375" cy="484225"/>
              </a:xfrm>
              <a:custGeom>
                <a:avLst/>
                <a:gdLst/>
                <a:ahLst/>
                <a:cxnLst/>
                <a:rect l="l" t="t" r="r" b="b"/>
                <a:pathLst>
                  <a:path w="20095" h="19369" extrusionOk="0">
                    <a:moveTo>
                      <a:pt x="10896" y="1"/>
                    </a:moveTo>
                    <a:lnTo>
                      <a:pt x="10924" y="30"/>
                    </a:lnTo>
                    <a:lnTo>
                      <a:pt x="10924" y="30"/>
                    </a:lnTo>
                    <a:cubicBezTo>
                      <a:pt x="10915" y="20"/>
                      <a:pt x="10905" y="10"/>
                      <a:pt x="10896" y="1"/>
                    </a:cubicBezTo>
                    <a:close/>
                    <a:moveTo>
                      <a:pt x="0" y="10896"/>
                    </a:moveTo>
                    <a:cubicBezTo>
                      <a:pt x="10" y="10905"/>
                      <a:pt x="20" y="10915"/>
                      <a:pt x="30" y="10925"/>
                    </a:cubicBezTo>
                    <a:lnTo>
                      <a:pt x="30" y="10925"/>
                    </a:lnTo>
                    <a:lnTo>
                      <a:pt x="0" y="10896"/>
                    </a:lnTo>
                    <a:close/>
                    <a:moveTo>
                      <a:pt x="10924" y="30"/>
                    </a:moveTo>
                    <a:cubicBezTo>
                      <a:pt x="13897" y="3033"/>
                      <a:pt x="13887" y="7904"/>
                      <a:pt x="10896" y="10896"/>
                    </a:cubicBezTo>
                    <a:cubicBezTo>
                      <a:pt x="9395" y="12396"/>
                      <a:pt x="7422" y="13146"/>
                      <a:pt x="5448" y="13146"/>
                    </a:cubicBezTo>
                    <a:cubicBezTo>
                      <a:pt x="3487" y="13146"/>
                      <a:pt x="1526" y="12406"/>
                      <a:pt x="30" y="10925"/>
                    </a:cubicBezTo>
                    <a:lnTo>
                      <a:pt x="30" y="10925"/>
                    </a:lnTo>
                    <a:lnTo>
                      <a:pt x="6231" y="17093"/>
                    </a:lnTo>
                    <a:cubicBezTo>
                      <a:pt x="7731" y="18610"/>
                      <a:pt x="9697" y="19369"/>
                      <a:pt x="11662" y="19369"/>
                    </a:cubicBezTo>
                    <a:cubicBezTo>
                      <a:pt x="13627" y="19369"/>
                      <a:pt x="15593" y="18610"/>
                      <a:pt x="17093" y="17093"/>
                    </a:cubicBezTo>
                    <a:cubicBezTo>
                      <a:pt x="20094" y="14092"/>
                      <a:pt x="20094" y="9232"/>
                      <a:pt x="17093" y="6231"/>
                    </a:cubicBezTo>
                    <a:lnTo>
                      <a:pt x="10924" y="3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64"/>
              <p:cNvSpPr/>
              <p:nvPr/>
            </p:nvSpPr>
            <p:spPr>
              <a:xfrm>
                <a:off x="5773700" y="1011200"/>
                <a:ext cx="203075" cy="20390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156" extrusionOk="0">
                    <a:moveTo>
                      <a:pt x="8123" y="815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B0AA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64"/>
              <p:cNvSpPr/>
              <p:nvPr/>
            </p:nvSpPr>
            <p:spPr>
              <a:xfrm>
                <a:off x="2335575" y="3528650"/>
                <a:ext cx="783700" cy="773525"/>
              </a:xfrm>
              <a:custGeom>
                <a:avLst/>
                <a:gdLst/>
                <a:ahLst/>
                <a:cxnLst/>
                <a:rect l="l" t="t" r="r" b="b"/>
                <a:pathLst>
                  <a:path w="31348" h="30941" extrusionOk="0">
                    <a:moveTo>
                      <a:pt x="9558" y="0"/>
                    </a:moveTo>
                    <a:lnTo>
                      <a:pt x="1631" y="7927"/>
                    </a:lnTo>
                    <a:cubicBezTo>
                      <a:pt x="0" y="9558"/>
                      <a:pt x="0" y="12233"/>
                      <a:pt x="1631" y="13864"/>
                    </a:cubicBezTo>
                    <a:lnTo>
                      <a:pt x="17485" y="29717"/>
                    </a:lnTo>
                    <a:cubicBezTo>
                      <a:pt x="18300" y="30532"/>
                      <a:pt x="19376" y="30940"/>
                      <a:pt x="20453" y="30940"/>
                    </a:cubicBezTo>
                    <a:cubicBezTo>
                      <a:pt x="21529" y="30940"/>
                      <a:pt x="22606" y="30532"/>
                      <a:pt x="23421" y="29717"/>
                    </a:cubicBezTo>
                    <a:lnTo>
                      <a:pt x="31348" y="21790"/>
                    </a:lnTo>
                    <a:lnTo>
                      <a:pt x="9558" y="0"/>
                    </a:lnTo>
                    <a:close/>
                  </a:path>
                </a:pathLst>
              </a:custGeom>
              <a:solidFill>
                <a:srgbClr val="E7D8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64"/>
              <p:cNvSpPr/>
              <p:nvPr/>
            </p:nvSpPr>
            <p:spPr>
              <a:xfrm>
                <a:off x="2616925" y="3918450"/>
                <a:ext cx="502350" cy="383725"/>
              </a:xfrm>
              <a:custGeom>
                <a:avLst/>
                <a:gdLst/>
                <a:ahLst/>
                <a:cxnLst/>
                <a:rect l="l" t="t" r="r" b="b"/>
                <a:pathLst>
                  <a:path w="20094" h="15349" extrusionOk="0">
                    <a:moveTo>
                      <a:pt x="13864" y="0"/>
                    </a:moveTo>
                    <a:lnTo>
                      <a:pt x="5970" y="7894"/>
                    </a:lnTo>
                    <a:cubicBezTo>
                      <a:pt x="5138" y="8726"/>
                      <a:pt x="4061" y="9142"/>
                      <a:pt x="2985" y="9142"/>
                    </a:cubicBezTo>
                    <a:cubicBezTo>
                      <a:pt x="1908" y="9142"/>
                      <a:pt x="832" y="8726"/>
                      <a:pt x="0" y="7895"/>
                    </a:cubicBezTo>
                    <a:lnTo>
                      <a:pt x="0" y="7895"/>
                    </a:lnTo>
                    <a:lnTo>
                      <a:pt x="6231" y="14125"/>
                    </a:lnTo>
                    <a:cubicBezTo>
                      <a:pt x="7046" y="14940"/>
                      <a:pt x="8122" y="15348"/>
                      <a:pt x="9199" y="15348"/>
                    </a:cubicBezTo>
                    <a:cubicBezTo>
                      <a:pt x="10275" y="15348"/>
                      <a:pt x="11352" y="14940"/>
                      <a:pt x="12167" y="14125"/>
                    </a:cubicBezTo>
                    <a:lnTo>
                      <a:pt x="20094" y="6198"/>
                    </a:lnTo>
                    <a:lnTo>
                      <a:pt x="138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64"/>
              <p:cNvSpPr/>
              <p:nvPr/>
            </p:nvSpPr>
            <p:spPr>
              <a:xfrm>
                <a:off x="2367375" y="1215075"/>
                <a:ext cx="30654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122619" h="122203" extrusionOk="0">
                    <a:moveTo>
                      <a:pt x="81615" y="1"/>
                    </a:moveTo>
                    <a:lnTo>
                      <a:pt x="1664" y="79985"/>
                    </a:lnTo>
                    <a:cubicBezTo>
                      <a:pt x="0" y="81615"/>
                      <a:pt x="0" y="84290"/>
                      <a:pt x="1664" y="85921"/>
                    </a:cubicBezTo>
                    <a:lnTo>
                      <a:pt x="36698" y="120955"/>
                    </a:lnTo>
                    <a:cubicBezTo>
                      <a:pt x="37513" y="121787"/>
                      <a:pt x="38590" y="122203"/>
                      <a:pt x="39666" y="122203"/>
                    </a:cubicBezTo>
                    <a:cubicBezTo>
                      <a:pt x="40743" y="122203"/>
                      <a:pt x="41819" y="121787"/>
                      <a:pt x="42635" y="120955"/>
                    </a:cubicBezTo>
                    <a:lnTo>
                      <a:pt x="122619" y="41004"/>
                    </a:lnTo>
                    <a:lnTo>
                      <a:pt x="8161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64"/>
              <p:cNvSpPr/>
              <p:nvPr/>
            </p:nvSpPr>
            <p:spPr>
              <a:xfrm>
                <a:off x="3204075" y="1215075"/>
                <a:ext cx="2228775" cy="3055075"/>
              </a:xfrm>
              <a:custGeom>
                <a:avLst/>
                <a:gdLst/>
                <a:ahLst/>
                <a:cxnLst/>
                <a:rect l="l" t="t" r="r" b="b"/>
                <a:pathLst>
                  <a:path w="89151" h="122203" extrusionOk="0">
                    <a:moveTo>
                      <a:pt x="48147" y="1"/>
                    </a:moveTo>
                    <a:lnTo>
                      <a:pt x="41950" y="6198"/>
                    </a:lnTo>
                    <a:cubicBezTo>
                      <a:pt x="61163" y="25411"/>
                      <a:pt x="61163" y="56563"/>
                      <a:pt x="41950" y="75777"/>
                    </a:cubicBezTo>
                    <a:lnTo>
                      <a:pt x="0" y="117726"/>
                    </a:lnTo>
                    <a:lnTo>
                      <a:pt x="3230" y="120955"/>
                    </a:lnTo>
                    <a:cubicBezTo>
                      <a:pt x="4045" y="121787"/>
                      <a:pt x="5122" y="122203"/>
                      <a:pt x="6198" y="122203"/>
                    </a:cubicBezTo>
                    <a:cubicBezTo>
                      <a:pt x="7275" y="122203"/>
                      <a:pt x="8351" y="121787"/>
                      <a:pt x="9167" y="120955"/>
                    </a:cubicBezTo>
                    <a:lnTo>
                      <a:pt x="89151" y="41004"/>
                    </a:lnTo>
                    <a:lnTo>
                      <a:pt x="481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64"/>
              <p:cNvSpPr/>
              <p:nvPr/>
            </p:nvSpPr>
            <p:spPr>
              <a:xfrm>
                <a:off x="4855450" y="2406725"/>
                <a:ext cx="264250" cy="256700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68" extrusionOk="0">
                    <a:moveTo>
                      <a:pt x="3426" y="0"/>
                    </a:moveTo>
                    <a:cubicBezTo>
                      <a:pt x="2635" y="0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67"/>
                    </a:lnTo>
                    <a:lnTo>
                      <a:pt x="10570" y="5864"/>
                    </a:lnTo>
                    <a:lnTo>
                      <a:pt x="5611" y="906"/>
                    </a:lnTo>
                    <a:cubicBezTo>
                      <a:pt x="5008" y="302"/>
                      <a:pt x="4217" y="0"/>
                      <a:pt x="34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64"/>
              <p:cNvSpPr/>
              <p:nvPr/>
            </p:nvSpPr>
            <p:spPr>
              <a:xfrm>
                <a:off x="4521100" y="2741075"/>
                <a:ext cx="264250" cy="255875"/>
              </a:xfrm>
              <a:custGeom>
                <a:avLst/>
                <a:gdLst/>
                <a:ahLst/>
                <a:cxnLst/>
                <a:rect l="l" t="t" r="r" b="b"/>
                <a:pathLst>
                  <a:path w="10570" h="10235" extrusionOk="0">
                    <a:moveTo>
                      <a:pt x="3426" y="1"/>
                    </a:moveTo>
                    <a:cubicBezTo>
                      <a:pt x="2635" y="1"/>
                      <a:pt x="1844" y="302"/>
                      <a:pt x="1240" y="906"/>
                    </a:cubicBezTo>
                    <a:cubicBezTo>
                      <a:pt x="1" y="2145"/>
                      <a:pt x="1" y="4102"/>
                      <a:pt x="1240" y="5309"/>
                    </a:cubicBezTo>
                    <a:lnTo>
                      <a:pt x="6166" y="10235"/>
                    </a:lnTo>
                    <a:lnTo>
                      <a:pt x="10569" y="5864"/>
                    </a:lnTo>
                    <a:lnTo>
                      <a:pt x="5611" y="906"/>
                    </a:lnTo>
                    <a:cubicBezTo>
                      <a:pt x="5008" y="302"/>
                      <a:pt x="4217" y="1"/>
                      <a:pt x="3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64"/>
              <p:cNvSpPr/>
              <p:nvPr/>
            </p:nvSpPr>
            <p:spPr>
              <a:xfrm>
                <a:off x="4187575" y="30754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2" y="1"/>
                    </a:moveTo>
                    <a:cubicBezTo>
                      <a:pt x="2601" y="1"/>
                      <a:pt x="1810" y="302"/>
                      <a:pt x="1207" y="906"/>
                    </a:cubicBezTo>
                    <a:cubicBezTo>
                      <a:pt x="0" y="2113"/>
                      <a:pt x="0" y="4103"/>
                      <a:pt x="1207" y="5310"/>
                    </a:cubicBezTo>
                    <a:lnTo>
                      <a:pt x="6133" y="10235"/>
                    </a:lnTo>
                    <a:lnTo>
                      <a:pt x="10536" y="5864"/>
                    </a:lnTo>
                    <a:lnTo>
                      <a:pt x="5578" y="906"/>
                    </a:lnTo>
                    <a:cubicBezTo>
                      <a:pt x="4975" y="302"/>
                      <a:pt x="4184" y="1"/>
                      <a:pt x="33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64"/>
              <p:cNvSpPr/>
              <p:nvPr/>
            </p:nvSpPr>
            <p:spPr>
              <a:xfrm>
                <a:off x="3853200" y="3409775"/>
                <a:ext cx="263450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8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64"/>
              <p:cNvSpPr/>
              <p:nvPr/>
            </p:nvSpPr>
            <p:spPr>
              <a:xfrm>
                <a:off x="3518850" y="3744125"/>
                <a:ext cx="263425" cy="255900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10236" extrusionOk="0">
                    <a:moveTo>
                      <a:pt x="3393" y="1"/>
                    </a:moveTo>
                    <a:cubicBezTo>
                      <a:pt x="2602" y="1"/>
                      <a:pt x="1811" y="303"/>
                      <a:pt x="1208" y="906"/>
                    </a:cubicBezTo>
                    <a:cubicBezTo>
                      <a:pt x="1" y="2113"/>
                      <a:pt x="1" y="4103"/>
                      <a:pt x="1208" y="5310"/>
                    </a:cubicBezTo>
                    <a:lnTo>
                      <a:pt x="6133" y="10235"/>
                    </a:lnTo>
                    <a:lnTo>
                      <a:pt x="10537" y="5864"/>
                    </a:lnTo>
                    <a:lnTo>
                      <a:pt x="5579" y="906"/>
                    </a:lnTo>
                    <a:cubicBezTo>
                      <a:pt x="4975" y="303"/>
                      <a:pt x="4184" y="1"/>
                      <a:pt x="3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B4B4663E-E2D3-5D49-AFB8-E1AB49E2AD37}"/>
              </a:ext>
            </a:extLst>
          </p:cNvPr>
          <p:cNvSpPr/>
          <p:nvPr/>
        </p:nvSpPr>
        <p:spPr>
          <a:xfrm>
            <a:off x="381000" y="964784"/>
            <a:ext cx="6604000" cy="915712"/>
          </a:xfrm>
          <a:prstGeom prst="flowChartAlternateProcess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8735F4-11EB-02BC-22C3-7FCB2C6F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34165"/>
            <a:ext cx="6604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rgbClr val="000000"/>
                </a:solidFill>
                <a:latin typeface="Atkinson Hyperlegible"/>
              </a:rPr>
              <a:t>Rule: Strictly adhere to the Insert Order (Execution Order)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1817;p58">
            <a:extLst>
              <a:ext uri="{FF2B5EF4-FFF2-40B4-BE49-F238E27FC236}">
                <a16:creationId xmlns:a16="http://schemas.microsoft.com/office/drawing/2014/main" id="{A3D19EC9-BE6E-4440-3D0F-034440696367}"/>
              </a:ext>
            </a:extLst>
          </p:cNvPr>
          <p:cNvSpPr txBox="1">
            <a:spLocks/>
          </p:cNvSpPr>
          <p:nvPr/>
        </p:nvSpPr>
        <p:spPr>
          <a:xfrm>
            <a:off x="-3776032" y="2295117"/>
            <a:ext cx="3009300" cy="20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Doctors (10)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Patients (50)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Accounts (60)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Banks (50)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Donors (50)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Inventory (6)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Requests (5)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Donation Events (5)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E6923-1A82-A990-BF8A-5578BF7A1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4" y="-2008193"/>
            <a:ext cx="7706012" cy="1524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2A0494-DEF9-0399-7F62-E145D854C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57936" y="1850222"/>
            <a:ext cx="3462828" cy="597460"/>
          </a:xfrm>
          <a:prstGeom prst="rect">
            <a:avLst/>
          </a:prstGeom>
        </p:spPr>
      </p:pic>
      <p:sp>
        <p:nvSpPr>
          <p:cNvPr id="2" name="Google Shape;1816;p58">
            <a:extLst>
              <a:ext uri="{FF2B5EF4-FFF2-40B4-BE49-F238E27FC236}">
                <a16:creationId xmlns:a16="http://schemas.microsoft.com/office/drawing/2014/main" id="{03EA2A89-52B6-A947-FC07-2D87290AB0EB}"/>
              </a:ext>
            </a:extLst>
          </p:cNvPr>
          <p:cNvSpPr txBox="1">
            <a:spLocks/>
          </p:cNvSpPr>
          <p:nvPr/>
        </p:nvSpPr>
        <p:spPr>
          <a:xfrm>
            <a:off x="5469447" y="6193662"/>
            <a:ext cx="3462828" cy="12507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Doctors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Blood Banks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Donors (register in Donation Event)</a:t>
            </a:r>
          </a:p>
          <a:p>
            <a:pPr marL="457200" indent="-317500">
              <a:buSzPts val="1400"/>
              <a:buFont typeface="Arial"/>
              <a:buChar char="●"/>
            </a:pPr>
            <a:r>
              <a:rPr lang="en-US" dirty="0">
                <a:solidFill>
                  <a:schemeClr val="accent4"/>
                </a:solidFill>
              </a:rPr>
              <a:t>Patients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381C2-41F8-36D5-F6D9-9F231F882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6966" y="1880496"/>
            <a:ext cx="3036071" cy="591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80"/>
          <p:cNvSpPr txBox="1">
            <a:spLocks noGrp="1"/>
          </p:cNvSpPr>
          <p:nvPr>
            <p:ph type="title"/>
          </p:nvPr>
        </p:nvSpPr>
        <p:spPr>
          <a:xfrm>
            <a:off x="2268586" y="868297"/>
            <a:ext cx="4614300" cy="12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833" name="Google Shape;2833;p80"/>
          <p:cNvSpPr txBox="1">
            <a:spLocks noGrp="1"/>
          </p:cNvSpPr>
          <p:nvPr>
            <p:ph type="subTitle" idx="1"/>
          </p:nvPr>
        </p:nvSpPr>
        <p:spPr>
          <a:xfrm>
            <a:off x="2854650" y="2043750"/>
            <a:ext cx="3434700" cy="10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4"/>
                </a:solidFill>
              </a:rPr>
              <a:t>Do you have any questions?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2835" name="Google Shape;2835;p80"/>
          <p:cNvGrpSpPr/>
          <p:nvPr/>
        </p:nvGrpSpPr>
        <p:grpSpPr>
          <a:xfrm rot="-611993">
            <a:off x="913862" y="2044065"/>
            <a:ext cx="1282582" cy="2421632"/>
            <a:chOff x="6263106" y="1610400"/>
            <a:chExt cx="1221750" cy="2306775"/>
          </a:xfrm>
        </p:grpSpPr>
        <p:sp>
          <p:nvSpPr>
            <p:cNvPr id="2836" name="Google Shape;2836;p80"/>
            <p:cNvSpPr/>
            <p:nvPr/>
          </p:nvSpPr>
          <p:spPr>
            <a:xfrm>
              <a:off x="6263106" y="1610400"/>
              <a:ext cx="1221750" cy="2306775"/>
            </a:xfrm>
            <a:custGeom>
              <a:avLst/>
              <a:gdLst/>
              <a:ahLst/>
              <a:cxnLst/>
              <a:rect l="l" t="t" r="r" b="b"/>
              <a:pathLst>
                <a:path w="48870" h="92271" extrusionOk="0">
                  <a:moveTo>
                    <a:pt x="14276" y="0"/>
                  </a:moveTo>
                  <a:cubicBezTo>
                    <a:pt x="13938" y="0"/>
                    <a:pt x="12826" y="117"/>
                    <a:pt x="12043" y="1572"/>
                  </a:cubicBezTo>
                  <a:cubicBezTo>
                    <a:pt x="11242" y="3073"/>
                    <a:pt x="10408" y="4207"/>
                    <a:pt x="8507" y="4541"/>
                  </a:cubicBezTo>
                  <a:cubicBezTo>
                    <a:pt x="3103" y="4608"/>
                    <a:pt x="1" y="6342"/>
                    <a:pt x="1" y="11713"/>
                  </a:cubicBezTo>
                  <a:lnTo>
                    <a:pt x="1" y="47171"/>
                  </a:lnTo>
                  <a:cubicBezTo>
                    <a:pt x="1" y="47605"/>
                    <a:pt x="34" y="50741"/>
                    <a:pt x="101" y="51174"/>
                  </a:cubicBezTo>
                  <a:cubicBezTo>
                    <a:pt x="902" y="56645"/>
                    <a:pt x="5572" y="60448"/>
                    <a:pt x="14778" y="60448"/>
                  </a:cubicBezTo>
                  <a:lnTo>
                    <a:pt x="17680" y="60448"/>
                  </a:lnTo>
                  <a:cubicBezTo>
                    <a:pt x="17680" y="60581"/>
                    <a:pt x="17647" y="60715"/>
                    <a:pt x="17647" y="60881"/>
                  </a:cubicBezTo>
                  <a:lnTo>
                    <a:pt x="17647" y="62883"/>
                  </a:lnTo>
                  <a:cubicBezTo>
                    <a:pt x="17647" y="63850"/>
                    <a:pt x="18347" y="64684"/>
                    <a:pt x="19281" y="64851"/>
                  </a:cubicBezTo>
                  <a:cubicBezTo>
                    <a:pt x="19248" y="65218"/>
                    <a:pt x="19248" y="65618"/>
                    <a:pt x="19248" y="65985"/>
                  </a:cubicBezTo>
                  <a:cubicBezTo>
                    <a:pt x="19248" y="68620"/>
                    <a:pt x="19515" y="71556"/>
                    <a:pt x="21516" y="73590"/>
                  </a:cubicBezTo>
                  <a:cubicBezTo>
                    <a:pt x="22734" y="74828"/>
                    <a:pt x="24418" y="75469"/>
                    <a:pt x="26239" y="75469"/>
                  </a:cubicBezTo>
                  <a:cubicBezTo>
                    <a:pt x="27460" y="75469"/>
                    <a:pt x="28744" y="75180"/>
                    <a:pt x="29989" y="74591"/>
                  </a:cubicBezTo>
                  <a:cubicBezTo>
                    <a:pt x="31557" y="73857"/>
                    <a:pt x="32891" y="72823"/>
                    <a:pt x="34159" y="71789"/>
                  </a:cubicBezTo>
                  <a:cubicBezTo>
                    <a:pt x="34959" y="71189"/>
                    <a:pt x="35760" y="70522"/>
                    <a:pt x="36627" y="69954"/>
                  </a:cubicBezTo>
                  <a:cubicBezTo>
                    <a:pt x="38114" y="68987"/>
                    <a:pt x="39649" y="68501"/>
                    <a:pt x="41103" y="68501"/>
                  </a:cubicBezTo>
                  <a:cubicBezTo>
                    <a:pt x="42357" y="68501"/>
                    <a:pt x="43550" y="68862"/>
                    <a:pt x="44599" y="69588"/>
                  </a:cubicBezTo>
                  <a:cubicBezTo>
                    <a:pt x="46901" y="71155"/>
                    <a:pt x="47702" y="74057"/>
                    <a:pt x="46601" y="76593"/>
                  </a:cubicBezTo>
                  <a:cubicBezTo>
                    <a:pt x="46301" y="77260"/>
                    <a:pt x="45900" y="77893"/>
                    <a:pt x="45533" y="78494"/>
                  </a:cubicBezTo>
                  <a:cubicBezTo>
                    <a:pt x="45000" y="79361"/>
                    <a:pt x="44466" y="80228"/>
                    <a:pt x="44132" y="81229"/>
                  </a:cubicBezTo>
                  <a:cubicBezTo>
                    <a:pt x="44099" y="81396"/>
                    <a:pt x="44032" y="81596"/>
                    <a:pt x="43999" y="81763"/>
                  </a:cubicBezTo>
                  <a:lnTo>
                    <a:pt x="43165" y="81763"/>
                  </a:lnTo>
                  <a:lnTo>
                    <a:pt x="43165" y="83464"/>
                  </a:lnTo>
                  <a:lnTo>
                    <a:pt x="41497" y="83464"/>
                  </a:lnTo>
                  <a:cubicBezTo>
                    <a:pt x="40697" y="83464"/>
                    <a:pt x="40030" y="84098"/>
                    <a:pt x="40030" y="84932"/>
                  </a:cubicBezTo>
                  <a:lnTo>
                    <a:pt x="40030" y="90836"/>
                  </a:lnTo>
                  <a:cubicBezTo>
                    <a:pt x="40030" y="91637"/>
                    <a:pt x="40697" y="92270"/>
                    <a:pt x="41497" y="92270"/>
                  </a:cubicBezTo>
                  <a:lnTo>
                    <a:pt x="47401" y="92270"/>
                  </a:lnTo>
                  <a:cubicBezTo>
                    <a:pt x="48202" y="92270"/>
                    <a:pt x="48869" y="91637"/>
                    <a:pt x="48869" y="90836"/>
                  </a:cubicBezTo>
                  <a:lnTo>
                    <a:pt x="48869" y="84932"/>
                  </a:lnTo>
                  <a:cubicBezTo>
                    <a:pt x="48836" y="84098"/>
                    <a:pt x="48202" y="83464"/>
                    <a:pt x="47401" y="83464"/>
                  </a:cubicBezTo>
                  <a:lnTo>
                    <a:pt x="45734" y="83464"/>
                  </a:lnTo>
                  <a:lnTo>
                    <a:pt x="45734" y="81763"/>
                  </a:lnTo>
                  <a:lnTo>
                    <a:pt x="44733" y="81763"/>
                  </a:lnTo>
                  <a:cubicBezTo>
                    <a:pt x="44733" y="81663"/>
                    <a:pt x="44766" y="81563"/>
                    <a:pt x="44800" y="81463"/>
                  </a:cubicBezTo>
                  <a:cubicBezTo>
                    <a:pt x="45100" y="80529"/>
                    <a:pt x="45600" y="79728"/>
                    <a:pt x="46134" y="78861"/>
                  </a:cubicBezTo>
                  <a:cubicBezTo>
                    <a:pt x="46501" y="78227"/>
                    <a:pt x="46901" y="77593"/>
                    <a:pt x="47235" y="76893"/>
                  </a:cubicBezTo>
                  <a:cubicBezTo>
                    <a:pt x="48502" y="74024"/>
                    <a:pt x="47568" y="70788"/>
                    <a:pt x="45000" y="68987"/>
                  </a:cubicBezTo>
                  <a:cubicBezTo>
                    <a:pt x="43823" y="68182"/>
                    <a:pt x="42502" y="67779"/>
                    <a:pt x="41121" y="67779"/>
                  </a:cubicBezTo>
                  <a:cubicBezTo>
                    <a:pt x="39527" y="67779"/>
                    <a:pt x="37853" y="68315"/>
                    <a:pt x="36227" y="69387"/>
                  </a:cubicBezTo>
                  <a:cubicBezTo>
                    <a:pt x="35360" y="69954"/>
                    <a:pt x="34526" y="70622"/>
                    <a:pt x="33725" y="71255"/>
                  </a:cubicBezTo>
                  <a:cubicBezTo>
                    <a:pt x="32424" y="72289"/>
                    <a:pt x="31190" y="73257"/>
                    <a:pt x="29689" y="73957"/>
                  </a:cubicBezTo>
                  <a:cubicBezTo>
                    <a:pt x="28704" y="74434"/>
                    <a:pt x="27471" y="74769"/>
                    <a:pt x="26209" y="74769"/>
                  </a:cubicBezTo>
                  <a:cubicBezTo>
                    <a:pt x="24735" y="74769"/>
                    <a:pt x="23221" y="74312"/>
                    <a:pt x="22017" y="73090"/>
                  </a:cubicBezTo>
                  <a:cubicBezTo>
                    <a:pt x="20215" y="71255"/>
                    <a:pt x="19949" y="68453"/>
                    <a:pt x="19949" y="65985"/>
                  </a:cubicBezTo>
                  <a:cubicBezTo>
                    <a:pt x="19949" y="65618"/>
                    <a:pt x="19982" y="65218"/>
                    <a:pt x="19982" y="64851"/>
                  </a:cubicBezTo>
                  <a:cubicBezTo>
                    <a:pt x="20916" y="64684"/>
                    <a:pt x="21616" y="63850"/>
                    <a:pt x="21616" y="62883"/>
                  </a:cubicBezTo>
                  <a:lnTo>
                    <a:pt x="21616" y="60881"/>
                  </a:lnTo>
                  <a:cubicBezTo>
                    <a:pt x="21616" y="60715"/>
                    <a:pt x="21583" y="60581"/>
                    <a:pt x="21583" y="60448"/>
                  </a:cubicBezTo>
                  <a:lnTo>
                    <a:pt x="25586" y="60448"/>
                  </a:lnTo>
                  <a:cubicBezTo>
                    <a:pt x="34792" y="60448"/>
                    <a:pt x="39462" y="56645"/>
                    <a:pt x="40263" y="51174"/>
                  </a:cubicBezTo>
                  <a:cubicBezTo>
                    <a:pt x="40330" y="50741"/>
                    <a:pt x="40363" y="47605"/>
                    <a:pt x="40363" y="47171"/>
                  </a:cubicBezTo>
                  <a:lnTo>
                    <a:pt x="40363" y="11713"/>
                  </a:lnTo>
                  <a:cubicBezTo>
                    <a:pt x="40363" y="6342"/>
                    <a:pt x="37261" y="4608"/>
                    <a:pt x="31857" y="4541"/>
                  </a:cubicBezTo>
                  <a:cubicBezTo>
                    <a:pt x="29956" y="4207"/>
                    <a:pt x="29122" y="3073"/>
                    <a:pt x="28321" y="1572"/>
                  </a:cubicBezTo>
                  <a:cubicBezTo>
                    <a:pt x="27538" y="117"/>
                    <a:pt x="26426" y="0"/>
                    <a:pt x="26088" y="0"/>
                  </a:cubicBezTo>
                  <a:cubicBezTo>
                    <a:pt x="26023" y="0"/>
                    <a:pt x="25986" y="4"/>
                    <a:pt x="25986" y="4"/>
                  </a:cubicBezTo>
                  <a:lnTo>
                    <a:pt x="14378" y="4"/>
                  </a:lnTo>
                  <a:cubicBezTo>
                    <a:pt x="14378" y="4"/>
                    <a:pt x="14341" y="0"/>
                    <a:pt x="14276" y="0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7" name="Google Shape;2837;p80"/>
            <p:cNvGrpSpPr/>
            <p:nvPr/>
          </p:nvGrpSpPr>
          <p:grpSpPr>
            <a:xfrm>
              <a:off x="6263106" y="1610400"/>
              <a:ext cx="1221750" cy="2306775"/>
              <a:chOff x="3265825" y="425650"/>
              <a:chExt cx="1221750" cy="2306775"/>
            </a:xfrm>
          </p:grpSpPr>
          <p:sp>
            <p:nvSpPr>
              <p:cNvPr id="2838" name="Google Shape;2838;p80"/>
              <p:cNvSpPr/>
              <p:nvPr/>
            </p:nvSpPr>
            <p:spPr>
              <a:xfrm>
                <a:off x="3747025" y="1945175"/>
                <a:ext cx="731375" cy="643800"/>
              </a:xfrm>
              <a:custGeom>
                <a:avLst/>
                <a:gdLst/>
                <a:ahLst/>
                <a:cxnLst/>
                <a:rect l="l" t="t" r="r" b="b"/>
                <a:pathLst>
                  <a:path w="29255" h="25752" extrusionOk="0">
                    <a:moveTo>
                      <a:pt x="300" y="0"/>
                    </a:moveTo>
                    <a:cubicBezTo>
                      <a:pt x="167" y="1635"/>
                      <a:pt x="0" y="3536"/>
                      <a:pt x="0" y="5204"/>
                    </a:cubicBezTo>
                    <a:cubicBezTo>
                      <a:pt x="0" y="7839"/>
                      <a:pt x="267" y="10775"/>
                      <a:pt x="2268" y="12809"/>
                    </a:cubicBezTo>
                    <a:cubicBezTo>
                      <a:pt x="3486" y="14047"/>
                      <a:pt x="5170" y="14688"/>
                      <a:pt x="6991" y="14688"/>
                    </a:cubicBezTo>
                    <a:cubicBezTo>
                      <a:pt x="8212" y="14688"/>
                      <a:pt x="9496" y="14399"/>
                      <a:pt x="10741" y="13810"/>
                    </a:cubicBezTo>
                    <a:cubicBezTo>
                      <a:pt x="12309" y="13076"/>
                      <a:pt x="13643" y="12042"/>
                      <a:pt x="14911" y="11008"/>
                    </a:cubicBezTo>
                    <a:cubicBezTo>
                      <a:pt x="15711" y="10408"/>
                      <a:pt x="16512" y="9741"/>
                      <a:pt x="17379" y="9173"/>
                    </a:cubicBezTo>
                    <a:cubicBezTo>
                      <a:pt x="18866" y="8206"/>
                      <a:pt x="20401" y="7720"/>
                      <a:pt x="21855" y="7720"/>
                    </a:cubicBezTo>
                    <a:cubicBezTo>
                      <a:pt x="23109" y="7720"/>
                      <a:pt x="24302" y="8081"/>
                      <a:pt x="25351" y="8807"/>
                    </a:cubicBezTo>
                    <a:cubicBezTo>
                      <a:pt x="27653" y="10374"/>
                      <a:pt x="28454" y="13276"/>
                      <a:pt x="27320" y="15812"/>
                    </a:cubicBezTo>
                    <a:cubicBezTo>
                      <a:pt x="27053" y="16479"/>
                      <a:pt x="26652" y="17112"/>
                      <a:pt x="26285" y="17713"/>
                    </a:cubicBezTo>
                    <a:cubicBezTo>
                      <a:pt x="25752" y="18580"/>
                      <a:pt x="25218" y="19447"/>
                      <a:pt x="24884" y="20448"/>
                    </a:cubicBezTo>
                    <a:cubicBezTo>
                      <a:pt x="24351" y="22083"/>
                      <a:pt x="24317" y="23817"/>
                      <a:pt x="24384" y="25418"/>
                    </a:cubicBezTo>
                    <a:cubicBezTo>
                      <a:pt x="24384" y="25619"/>
                      <a:pt x="24551" y="25752"/>
                      <a:pt x="24718" y="25752"/>
                    </a:cubicBezTo>
                    <a:lnTo>
                      <a:pt x="24751" y="25752"/>
                    </a:lnTo>
                    <a:cubicBezTo>
                      <a:pt x="24951" y="25752"/>
                      <a:pt x="25085" y="25585"/>
                      <a:pt x="25085" y="25418"/>
                    </a:cubicBezTo>
                    <a:cubicBezTo>
                      <a:pt x="25051" y="23851"/>
                      <a:pt x="25051" y="22216"/>
                      <a:pt x="25552" y="20648"/>
                    </a:cubicBezTo>
                    <a:cubicBezTo>
                      <a:pt x="25852" y="19748"/>
                      <a:pt x="26352" y="18947"/>
                      <a:pt x="26886" y="18080"/>
                    </a:cubicBezTo>
                    <a:cubicBezTo>
                      <a:pt x="27253" y="17446"/>
                      <a:pt x="27653" y="16812"/>
                      <a:pt x="27987" y="16112"/>
                    </a:cubicBezTo>
                    <a:cubicBezTo>
                      <a:pt x="29254" y="13243"/>
                      <a:pt x="28320" y="10007"/>
                      <a:pt x="25752" y="8206"/>
                    </a:cubicBezTo>
                    <a:cubicBezTo>
                      <a:pt x="24575" y="7401"/>
                      <a:pt x="23254" y="6998"/>
                      <a:pt x="21873" y="6998"/>
                    </a:cubicBezTo>
                    <a:cubicBezTo>
                      <a:pt x="20279" y="6998"/>
                      <a:pt x="18605" y="7534"/>
                      <a:pt x="16979" y="8606"/>
                    </a:cubicBezTo>
                    <a:cubicBezTo>
                      <a:pt x="16112" y="9173"/>
                      <a:pt x="15278" y="9841"/>
                      <a:pt x="14477" y="10474"/>
                    </a:cubicBezTo>
                    <a:cubicBezTo>
                      <a:pt x="13176" y="11508"/>
                      <a:pt x="11942" y="12476"/>
                      <a:pt x="10441" y="13176"/>
                    </a:cubicBezTo>
                    <a:cubicBezTo>
                      <a:pt x="9456" y="13653"/>
                      <a:pt x="8223" y="13988"/>
                      <a:pt x="6961" y="13988"/>
                    </a:cubicBezTo>
                    <a:cubicBezTo>
                      <a:pt x="5487" y="13988"/>
                      <a:pt x="3973" y="13531"/>
                      <a:pt x="2769" y="12309"/>
                    </a:cubicBezTo>
                    <a:cubicBezTo>
                      <a:pt x="967" y="10474"/>
                      <a:pt x="701" y="7672"/>
                      <a:pt x="701" y="5204"/>
                    </a:cubicBezTo>
                    <a:cubicBezTo>
                      <a:pt x="701" y="3569"/>
                      <a:pt x="867" y="1701"/>
                      <a:pt x="1001" y="67"/>
                    </a:cubicBezTo>
                    <a:lnTo>
                      <a:pt x="300" y="0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80"/>
              <p:cNvSpPr/>
              <p:nvPr/>
            </p:nvSpPr>
            <p:spPr>
              <a:xfrm>
                <a:off x="4266550" y="2469700"/>
                <a:ext cx="221025" cy="262725"/>
              </a:xfrm>
              <a:custGeom>
                <a:avLst/>
                <a:gdLst/>
                <a:ahLst/>
                <a:cxnLst/>
                <a:rect l="l" t="t" r="r" b="b"/>
                <a:pathLst>
                  <a:path w="8841" h="10509" extrusionOk="0">
                    <a:moveTo>
                      <a:pt x="3136" y="1"/>
                    </a:moveTo>
                    <a:lnTo>
                      <a:pt x="3136" y="1702"/>
                    </a:lnTo>
                    <a:lnTo>
                      <a:pt x="1468" y="1702"/>
                    </a:lnTo>
                    <a:cubicBezTo>
                      <a:pt x="668" y="1702"/>
                      <a:pt x="1" y="2336"/>
                      <a:pt x="1" y="3170"/>
                    </a:cubicBezTo>
                    <a:lnTo>
                      <a:pt x="1" y="9074"/>
                    </a:lnTo>
                    <a:cubicBezTo>
                      <a:pt x="1" y="9875"/>
                      <a:pt x="668" y="10508"/>
                      <a:pt x="1468" y="10508"/>
                    </a:cubicBezTo>
                    <a:lnTo>
                      <a:pt x="7372" y="10508"/>
                    </a:lnTo>
                    <a:cubicBezTo>
                      <a:pt x="8173" y="10508"/>
                      <a:pt x="8840" y="9875"/>
                      <a:pt x="8840" y="9074"/>
                    </a:cubicBezTo>
                    <a:lnTo>
                      <a:pt x="8840" y="3170"/>
                    </a:lnTo>
                    <a:cubicBezTo>
                      <a:pt x="8807" y="2336"/>
                      <a:pt x="8173" y="1702"/>
                      <a:pt x="7372" y="1702"/>
                    </a:cubicBezTo>
                    <a:lnTo>
                      <a:pt x="5705" y="1702"/>
                    </a:lnTo>
                    <a:lnTo>
                      <a:pt x="5705" y="1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80"/>
              <p:cNvSpPr/>
              <p:nvPr/>
            </p:nvSpPr>
            <p:spPr>
              <a:xfrm>
                <a:off x="4295750" y="2541425"/>
                <a:ext cx="161800" cy="161800"/>
              </a:xfrm>
              <a:custGeom>
                <a:avLst/>
                <a:gdLst/>
                <a:ahLst/>
                <a:cxnLst/>
                <a:rect l="l" t="t" r="r" b="b"/>
                <a:pathLst>
                  <a:path w="6472" h="6472" extrusionOk="0">
                    <a:moveTo>
                      <a:pt x="1067" y="1"/>
                    </a:moveTo>
                    <a:cubicBezTo>
                      <a:pt x="500" y="1"/>
                      <a:pt x="0" y="468"/>
                      <a:pt x="0" y="1068"/>
                    </a:cubicBezTo>
                    <a:lnTo>
                      <a:pt x="0" y="5404"/>
                    </a:lnTo>
                    <a:cubicBezTo>
                      <a:pt x="0" y="6005"/>
                      <a:pt x="500" y="6472"/>
                      <a:pt x="1067" y="6472"/>
                    </a:cubicBezTo>
                    <a:lnTo>
                      <a:pt x="5404" y="6472"/>
                    </a:lnTo>
                    <a:cubicBezTo>
                      <a:pt x="6004" y="6472"/>
                      <a:pt x="6471" y="6005"/>
                      <a:pt x="6471" y="5404"/>
                    </a:cubicBezTo>
                    <a:lnTo>
                      <a:pt x="6471" y="1068"/>
                    </a:lnTo>
                    <a:cubicBezTo>
                      <a:pt x="6471" y="468"/>
                      <a:pt x="6004" y="1"/>
                      <a:pt x="54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80"/>
              <p:cNvSpPr/>
              <p:nvPr/>
            </p:nvSpPr>
            <p:spPr>
              <a:xfrm>
                <a:off x="3265825" y="425650"/>
                <a:ext cx="1009100" cy="1622125"/>
              </a:xfrm>
              <a:custGeom>
                <a:avLst/>
                <a:gdLst/>
                <a:ahLst/>
                <a:cxnLst/>
                <a:rect l="l" t="t" r="r" b="b"/>
                <a:pathLst>
                  <a:path w="40364" h="64885" extrusionOk="0">
                    <a:moveTo>
                      <a:pt x="14276" y="0"/>
                    </a:moveTo>
                    <a:cubicBezTo>
                      <a:pt x="13938" y="0"/>
                      <a:pt x="12826" y="117"/>
                      <a:pt x="12043" y="1572"/>
                    </a:cubicBezTo>
                    <a:cubicBezTo>
                      <a:pt x="11242" y="3073"/>
                      <a:pt x="10408" y="4207"/>
                      <a:pt x="8507" y="4541"/>
                    </a:cubicBezTo>
                    <a:cubicBezTo>
                      <a:pt x="3103" y="4608"/>
                      <a:pt x="1" y="6342"/>
                      <a:pt x="1" y="11713"/>
                    </a:cubicBezTo>
                    <a:lnTo>
                      <a:pt x="1" y="47171"/>
                    </a:lnTo>
                    <a:cubicBezTo>
                      <a:pt x="1" y="47605"/>
                      <a:pt x="34" y="50741"/>
                      <a:pt x="101" y="51174"/>
                    </a:cubicBezTo>
                    <a:cubicBezTo>
                      <a:pt x="902" y="56645"/>
                      <a:pt x="5572" y="60448"/>
                      <a:pt x="14778" y="60448"/>
                    </a:cubicBezTo>
                    <a:lnTo>
                      <a:pt x="17680" y="60448"/>
                    </a:lnTo>
                    <a:cubicBezTo>
                      <a:pt x="17647" y="60581"/>
                      <a:pt x="17647" y="60715"/>
                      <a:pt x="17647" y="60881"/>
                    </a:cubicBezTo>
                    <a:lnTo>
                      <a:pt x="17647" y="62883"/>
                    </a:lnTo>
                    <a:cubicBezTo>
                      <a:pt x="17647" y="63984"/>
                      <a:pt x="18548" y="64884"/>
                      <a:pt x="19615" y="64884"/>
                    </a:cubicBezTo>
                    <a:cubicBezTo>
                      <a:pt x="20716" y="64884"/>
                      <a:pt x="21616" y="63984"/>
                      <a:pt x="21616" y="62883"/>
                    </a:cubicBezTo>
                    <a:lnTo>
                      <a:pt x="21616" y="60881"/>
                    </a:lnTo>
                    <a:cubicBezTo>
                      <a:pt x="21616" y="60715"/>
                      <a:pt x="21583" y="60581"/>
                      <a:pt x="21583" y="60448"/>
                    </a:cubicBezTo>
                    <a:lnTo>
                      <a:pt x="25553" y="60448"/>
                    </a:lnTo>
                    <a:cubicBezTo>
                      <a:pt x="34792" y="60448"/>
                      <a:pt x="39462" y="56645"/>
                      <a:pt x="40263" y="51174"/>
                    </a:cubicBezTo>
                    <a:cubicBezTo>
                      <a:pt x="40330" y="50741"/>
                      <a:pt x="40363" y="47605"/>
                      <a:pt x="40363" y="47171"/>
                    </a:cubicBezTo>
                    <a:lnTo>
                      <a:pt x="40363" y="11713"/>
                    </a:lnTo>
                    <a:cubicBezTo>
                      <a:pt x="40363" y="6342"/>
                      <a:pt x="37261" y="4608"/>
                      <a:pt x="31857" y="4541"/>
                    </a:cubicBezTo>
                    <a:cubicBezTo>
                      <a:pt x="29956" y="4207"/>
                      <a:pt x="29122" y="3073"/>
                      <a:pt x="28321" y="1572"/>
                    </a:cubicBezTo>
                    <a:cubicBezTo>
                      <a:pt x="27538" y="117"/>
                      <a:pt x="26426" y="0"/>
                      <a:pt x="26088" y="0"/>
                    </a:cubicBezTo>
                    <a:cubicBezTo>
                      <a:pt x="26023" y="0"/>
                      <a:pt x="25986" y="4"/>
                      <a:pt x="25986" y="4"/>
                    </a:cubicBezTo>
                    <a:lnTo>
                      <a:pt x="14378" y="4"/>
                    </a:lnTo>
                    <a:cubicBezTo>
                      <a:pt x="14378" y="4"/>
                      <a:pt x="14341" y="0"/>
                      <a:pt x="14276" y="0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80"/>
              <p:cNvSpPr/>
              <p:nvPr/>
            </p:nvSpPr>
            <p:spPr>
              <a:xfrm>
                <a:off x="3350075" y="659250"/>
                <a:ext cx="840625" cy="564600"/>
              </a:xfrm>
              <a:custGeom>
                <a:avLst/>
                <a:gdLst/>
                <a:ahLst/>
                <a:cxnLst/>
                <a:rect l="l" t="t" r="r" b="b"/>
                <a:pathLst>
                  <a:path w="33625" h="22584" extrusionOk="0">
                    <a:moveTo>
                      <a:pt x="9740" y="0"/>
                    </a:moveTo>
                    <a:cubicBezTo>
                      <a:pt x="4603" y="0"/>
                      <a:pt x="334" y="4037"/>
                      <a:pt x="0" y="9107"/>
                    </a:cubicBezTo>
                    <a:cubicBezTo>
                      <a:pt x="0" y="9307"/>
                      <a:pt x="0" y="9507"/>
                      <a:pt x="0" y="9741"/>
                    </a:cubicBezTo>
                    <a:lnTo>
                      <a:pt x="0" y="13310"/>
                    </a:lnTo>
                    <a:cubicBezTo>
                      <a:pt x="0" y="13443"/>
                      <a:pt x="0" y="13610"/>
                      <a:pt x="0" y="13744"/>
                    </a:cubicBezTo>
                    <a:lnTo>
                      <a:pt x="0" y="17279"/>
                    </a:lnTo>
                    <a:cubicBezTo>
                      <a:pt x="1901" y="16546"/>
                      <a:pt x="3970" y="16145"/>
                      <a:pt x="6104" y="16145"/>
                    </a:cubicBezTo>
                    <a:cubicBezTo>
                      <a:pt x="9774" y="16145"/>
                      <a:pt x="13176" y="17313"/>
                      <a:pt x="15978" y="19281"/>
                    </a:cubicBezTo>
                    <a:lnTo>
                      <a:pt x="16011" y="19281"/>
                    </a:lnTo>
                    <a:cubicBezTo>
                      <a:pt x="16078" y="19348"/>
                      <a:pt x="16145" y="19414"/>
                      <a:pt x="16245" y="19448"/>
                    </a:cubicBezTo>
                    <a:cubicBezTo>
                      <a:pt x="16245" y="19448"/>
                      <a:pt x="16245" y="19481"/>
                      <a:pt x="16245" y="19481"/>
                    </a:cubicBezTo>
                    <a:cubicBezTo>
                      <a:pt x="19047" y="21449"/>
                      <a:pt x="22449" y="22583"/>
                      <a:pt x="26119" y="22583"/>
                    </a:cubicBezTo>
                    <a:cubicBezTo>
                      <a:pt x="28787" y="22583"/>
                      <a:pt x="31322" y="21983"/>
                      <a:pt x="33591" y="20882"/>
                    </a:cubicBezTo>
                    <a:lnTo>
                      <a:pt x="33591" y="13744"/>
                    </a:lnTo>
                    <a:cubicBezTo>
                      <a:pt x="33624" y="13610"/>
                      <a:pt x="33624" y="13443"/>
                      <a:pt x="33624" y="13310"/>
                    </a:cubicBezTo>
                    <a:lnTo>
                      <a:pt x="33624" y="9741"/>
                    </a:lnTo>
                    <a:cubicBezTo>
                      <a:pt x="33624" y="9507"/>
                      <a:pt x="33624" y="9307"/>
                      <a:pt x="33591" y="9107"/>
                    </a:cubicBezTo>
                    <a:cubicBezTo>
                      <a:pt x="33257" y="4037"/>
                      <a:pt x="29021" y="0"/>
                      <a:pt x="23884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80"/>
              <p:cNvSpPr/>
              <p:nvPr/>
            </p:nvSpPr>
            <p:spPr>
              <a:xfrm>
                <a:off x="3350075" y="1062875"/>
                <a:ext cx="839775" cy="753050"/>
              </a:xfrm>
              <a:custGeom>
                <a:avLst/>
                <a:gdLst/>
                <a:ahLst/>
                <a:cxnLst/>
                <a:rect l="l" t="t" r="r" b="b"/>
                <a:pathLst>
                  <a:path w="33591" h="30122" extrusionOk="0">
                    <a:moveTo>
                      <a:pt x="6104" y="0"/>
                    </a:moveTo>
                    <a:cubicBezTo>
                      <a:pt x="3970" y="0"/>
                      <a:pt x="1901" y="401"/>
                      <a:pt x="0" y="1134"/>
                    </a:cubicBezTo>
                    <a:lnTo>
                      <a:pt x="0" y="19081"/>
                    </a:lnTo>
                    <a:cubicBezTo>
                      <a:pt x="0" y="19448"/>
                      <a:pt x="33" y="22049"/>
                      <a:pt x="100" y="22416"/>
                    </a:cubicBezTo>
                    <a:cubicBezTo>
                      <a:pt x="767" y="26953"/>
                      <a:pt x="4670" y="30122"/>
                      <a:pt x="12309" y="30122"/>
                    </a:cubicBezTo>
                    <a:lnTo>
                      <a:pt x="21282" y="30122"/>
                    </a:lnTo>
                    <a:cubicBezTo>
                      <a:pt x="28954" y="30122"/>
                      <a:pt x="32857" y="26953"/>
                      <a:pt x="33524" y="22416"/>
                    </a:cubicBezTo>
                    <a:cubicBezTo>
                      <a:pt x="33591" y="22049"/>
                      <a:pt x="33591" y="19448"/>
                      <a:pt x="33591" y="19081"/>
                    </a:cubicBezTo>
                    <a:lnTo>
                      <a:pt x="33591" y="4737"/>
                    </a:lnTo>
                    <a:cubicBezTo>
                      <a:pt x="31322" y="5838"/>
                      <a:pt x="28787" y="6438"/>
                      <a:pt x="26119" y="6438"/>
                    </a:cubicBezTo>
                    <a:cubicBezTo>
                      <a:pt x="22449" y="6438"/>
                      <a:pt x="19047" y="5304"/>
                      <a:pt x="16245" y="3336"/>
                    </a:cubicBezTo>
                    <a:cubicBezTo>
                      <a:pt x="16245" y="3336"/>
                      <a:pt x="16245" y="3303"/>
                      <a:pt x="16245" y="3303"/>
                    </a:cubicBezTo>
                    <a:cubicBezTo>
                      <a:pt x="16145" y="3269"/>
                      <a:pt x="16078" y="3203"/>
                      <a:pt x="16011" y="3136"/>
                    </a:cubicBezTo>
                    <a:lnTo>
                      <a:pt x="15978" y="3136"/>
                    </a:lnTo>
                    <a:cubicBezTo>
                      <a:pt x="13176" y="1168"/>
                      <a:pt x="9774" y="0"/>
                      <a:pt x="6104" y="0"/>
                    </a:cubicBez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80"/>
              <p:cNvSpPr/>
              <p:nvPr/>
            </p:nvSpPr>
            <p:spPr>
              <a:xfrm>
                <a:off x="3643600" y="1066200"/>
                <a:ext cx="226025" cy="226025"/>
              </a:xfrm>
              <a:custGeom>
                <a:avLst/>
                <a:gdLst/>
                <a:ahLst/>
                <a:cxnLst/>
                <a:rect l="l" t="t" r="r" b="b"/>
                <a:pathLst>
                  <a:path w="9041" h="9041" extrusionOk="0">
                    <a:moveTo>
                      <a:pt x="4504" y="1"/>
                    </a:moveTo>
                    <a:cubicBezTo>
                      <a:pt x="2036" y="1"/>
                      <a:pt x="1" y="2036"/>
                      <a:pt x="1" y="4537"/>
                    </a:cubicBezTo>
                    <a:cubicBezTo>
                      <a:pt x="1" y="7039"/>
                      <a:pt x="2036" y="9041"/>
                      <a:pt x="4504" y="9041"/>
                    </a:cubicBezTo>
                    <a:cubicBezTo>
                      <a:pt x="7006" y="9041"/>
                      <a:pt x="9041" y="7039"/>
                      <a:pt x="9041" y="4537"/>
                    </a:cubicBezTo>
                    <a:cubicBezTo>
                      <a:pt x="9041" y="2036"/>
                      <a:pt x="7006" y="1"/>
                      <a:pt x="4504" y="1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80"/>
              <p:cNvSpPr/>
              <p:nvPr/>
            </p:nvSpPr>
            <p:spPr>
              <a:xfrm>
                <a:off x="3691975" y="1117075"/>
                <a:ext cx="129275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5171" extrusionOk="0">
                    <a:moveTo>
                      <a:pt x="1668" y="1"/>
                    </a:moveTo>
                    <a:lnTo>
                      <a:pt x="1668" y="1668"/>
                    </a:lnTo>
                    <a:lnTo>
                      <a:pt x="0" y="1668"/>
                    </a:lnTo>
                    <a:lnTo>
                      <a:pt x="0" y="3503"/>
                    </a:lnTo>
                    <a:lnTo>
                      <a:pt x="1668" y="3503"/>
                    </a:lnTo>
                    <a:lnTo>
                      <a:pt x="1668" y="5171"/>
                    </a:lnTo>
                    <a:lnTo>
                      <a:pt x="3503" y="5171"/>
                    </a:lnTo>
                    <a:lnTo>
                      <a:pt x="3503" y="3503"/>
                    </a:lnTo>
                    <a:lnTo>
                      <a:pt x="5171" y="3503"/>
                    </a:lnTo>
                    <a:lnTo>
                      <a:pt x="5171" y="1668"/>
                    </a:lnTo>
                    <a:lnTo>
                      <a:pt x="3503" y="1668"/>
                    </a:lnTo>
                    <a:lnTo>
                      <a:pt x="3503" y="1"/>
                    </a:lnTo>
                    <a:close/>
                  </a:path>
                </a:pathLst>
              </a:custGeom>
              <a:solidFill>
                <a:srgbClr val="FE69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80"/>
              <p:cNvSpPr/>
              <p:nvPr/>
            </p:nvSpPr>
            <p:spPr>
              <a:xfrm>
                <a:off x="3407600" y="870225"/>
                <a:ext cx="103425" cy="5446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21784" extrusionOk="0">
                    <a:moveTo>
                      <a:pt x="2069" y="1"/>
                    </a:moveTo>
                    <a:cubicBezTo>
                      <a:pt x="935" y="1"/>
                      <a:pt x="1" y="935"/>
                      <a:pt x="1" y="2069"/>
                    </a:cubicBezTo>
                    <a:lnTo>
                      <a:pt x="1" y="19715"/>
                    </a:lnTo>
                    <a:cubicBezTo>
                      <a:pt x="1" y="20849"/>
                      <a:pt x="935" y="21783"/>
                      <a:pt x="2069" y="21783"/>
                    </a:cubicBezTo>
                    <a:cubicBezTo>
                      <a:pt x="3203" y="21783"/>
                      <a:pt x="4137" y="20849"/>
                      <a:pt x="4137" y="19715"/>
                    </a:cubicBezTo>
                    <a:lnTo>
                      <a:pt x="4137" y="2069"/>
                    </a:lnTo>
                    <a:cubicBezTo>
                      <a:pt x="4137" y="935"/>
                      <a:pt x="3203" y="1"/>
                      <a:pt x="2069" y="1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80"/>
              <p:cNvSpPr/>
              <p:nvPr/>
            </p:nvSpPr>
            <p:spPr>
              <a:xfrm>
                <a:off x="3407600" y="1450650"/>
                <a:ext cx="103425" cy="109275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4371" extrusionOk="0">
                    <a:moveTo>
                      <a:pt x="2069" y="0"/>
                    </a:moveTo>
                    <a:cubicBezTo>
                      <a:pt x="935" y="0"/>
                      <a:pt x="1" y="934"/>
                      <a:pt x="1" y="2069"/>
                    </a:cubicBezTo>
                    <a:lnTo>
                      <a:pt x="1" y="2302"/>
                    </a:lnTo>
                    <a:cubicBezTo>
                      <a:pt x="1" y="3470"/>
                      <a:pt x="935" y="4370"/>
                      <a:pt x="2069" y="4370"/>
                    </a:cubicBezTo>
                    <a:cubicBezTo>
                      <a:pt x="3203" y="4370"/>
                      <a:pt x="4137" y="3470"/>
                      <a:pt x="4137" y="2302"/>
                    </a:cubicBezTo>
                    <a:lnTo>
                      <a:pt x="4137" y="2069"/>
                    </a:lnTo>
                    <a:cubicBezTo>
                      <a:pt x="4137" y="934"/>
                      <a:pt x="3203" y="0"/>
                      <a:pt x="2069" y="0"/>
                    </a:cubicBezTo>
                    <a:close/>
                  </a:path>
                </a:pathLst>
              </a:custGeom>
              <a:solidFill>
                <a:srgbClr val="FF98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80"/>
              <p:cNvSpPr/>
              <p:nvPr/>
            </p:nvSpPr>
            <p:spPr>
              <a:xfrm>
                <a:off x="3906300" y="1590750"/>
                <a:ext cx="86750" cy="83425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3337" extrusionOk="0">
                    <a:moveTo>
                      <a:pt x="1735" y="834"/>
                    </a:moveTo>
                    <a:cubicBezTo>
                      <a:pt x="2235" y="834"/>
                      <a:pt x="2569" y="1201"/>
                      <a:pt x="2569" y="1668"/>
                    </a:cubicBezTo>
                    <a:cubicBezTo>
                      <a:pt x="2569" y="2135"/>
                      <a:pt x="2235" y="2502"/>
                      <a:pt x="1735" y="2502"/>
                    </a:cubicBezTo>
                    <a:cubicBezTo>
                      <a:pt x="1268" y="2502"/>
                      <a:pt x="934" y="2135"/>
                      <a:pt x="934" y="1668"/>
                    </a:cubicBezTo>
                    <a:cubicBezTo>
                      <a:pt x="934" y="1201"/>
                      <a:pt x="1268" y="834"/>
                      <a:pt x="1735" y="834"/>
                    </a:cubicBezTo>
                    <a:close/>
                    <a:moveTo>
                      <a:pt x="1735" y="0"/>
                    </a:moveTo>
                    <a:cubicBezTo>
                      <a:pt x="801" y="0"/>
                      <a:pt x="0" y="768"/>
                      <a:pt x="0" y="1668"/>
                    </a:cubicBezTo>
                    <a:cubicBezTo>
                      <a:pt x="0" y="2602"/>
                      <a:pt x="801" y="3336"/>
                      <a:pt x="1735" y="3336"/>
                    </a:cubicBezTo>
                    <a:cubicBezTo>
                      <a:pt x="2702" y="3336"/>
                      <a:pt x="3469" y="2602"/>
                      <a:pt x="3469" y="1668"/>
                    </a:cubicBezTo>
                    <a:cubicBezTo>
                      <a:pt x="3469" y="768"/>
                      <a:pt x="2702" y="0"/>
                      <a:pt x="1735" y="0"/>
                    </a:cubicBez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80"/>
              <p:cNvSpPr/>
              <p:nvPr/>
            </p:nvSpPr>
            <p:spPr>
              <a:xfrm>
                <a:off x="4003025" y="1611600"/>
                <a:ext cx="5672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69" extrusionOk="0">
                    <a:moveTo>
                      <a:pt x="835" y="0"/>
                    </a:moveTo>
                    <a:lnTo>
                      <a:pt x="835" y="834"/>
                    </a:lnTo>
                    <a:lnTo>
                      <a:pt x="1" y="834"/>
                    </a:lnTo>
                    <a:lnTo>
                      <a:pt x="1" y="1435"/>
                    </a:lnTo>
                    <a:lnTo>
                      <a:pt x="835" y="1435"/>
                    </a:lnTo>
                    <a:lnTo>
                      <a:pt x="835" y="2269"/>
                    </a:lnTo>
                    <a:lnTo>
                      <a:pt x="1435" y="2269"/>
                    </a:lnTo>
                    <a:lnTo>
                      <a:pt x="1435" y="1435"/>
                    </a:lnTo>
                    <a:lnTo>
                      <a:pt x="2269" y="1435"/>
                    </a:lnTo>
                    <a:lnTo>
                      <a:pt x="2269" y="834"/>
                    </a:lnTo>
                    <a:lnTo>
                      <a:pt x="1435" y="834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rgbClr val="FAED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50" name="Google Shape;2850;p80"/>
          <p:cNvGrpSpPr/>
          <p:nvPr/>
        </p:nvGrpSpPr>
        <p:grpSpPr>
          <a:xfrm rot="-1033787">
            <a:off x="7348934" y="2467008"/>
            <a:ext cx="332173" cy="462023"/>
            <a:chOff x="6756725" y="1619650"/>
            <a:chExt cx="260225" cy="361950"/>
          </a:xfrm>
        </p:grpSpPr>
        <p:sp>
          <p:nvSpPr>
            <p:cNvPr id="2851" name="Google Shape;2851;p80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80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3" name="Google Shape;2853;p80"/>
          <p:cNvGrpSpPr/>
          <p:nvPr/>
        </p:nvGrpSpPr>
        <p:grpSpPr>
          <a:xfrm rot="1207157">
            <a:off x="7216356" y="3419302"/>
            <a:ext cx="279686" cy="389052"/>
            <a:chOff x="6756725" y="1619650"/>
            <a:chExt cx="260225" cy="361950"/>
          </a:xfrm>
        </p:grpSpPr>
        <p:sp>
          <p:nvSpPr>
            <p:cNvPr id="2854" name="Google Shape;2854;p80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accent3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80"/>
            <p:cNvSpPr/>
            <p:nvPr/>
          </p:nvSpPr>
          <p:spPr>
            <a:xfrm>
              <a:off x="6756725" y="1619650"/>
              <a:ext cx="260225" cy="361950"/>
            </a:xfrm>
            <a:custGeom>
              <a:avLst/>
              <a:gdLst/>
              <a:ahLst/>
              <a:cxnLst/>
              <a:rect l="l" t="t" r="r" b="b"/>
              <a:pathLst>
                <a:path w="10409" h="14478" extrusionOk="0">
                  <a:moveTo>
                    <a:pt x="5204" y="1"/>
                  </a:moveTo>
                  <a:cubicBezTo>
                    <a:pt x="5171" y="34"/>
                    <a:pt x="1" y="6105"/>
                    <a:pt x="1" y="8740"/>
                  </a:cubicBezTo>
                  <a:cubicBezTo>
                    <a:pt x="1" y="8907"/>
                    <a:pt x="1" y="9074"/>
                    <a:pt x="1" y="9241"/>
                  </a:cubicBezTo>
                  <a:cubicBezTo>
                    <a:pt x="1" y="12143"/>
                    <a:pt x="2336" y="14478"/>
                    <a:pt x="5204" y="14478"/>
                  </a:cubicBezTo>
                  <a:cubicBezTo>
                    <a:pt x="8073" y="14478"/>
                    <a:pt x="10408" y="12143"/>
                    <a:pt x="10408" y="9241"/>
                  </a:cubicBezTo>
                  <a:cubicBezTo>
                    <a:pt x="10408" y="9074"/>
                    <a:pt x="10408" y="8907"/>
                    <a:pt x="10408" y="8740"/>
                  </a:cubicBezTo>
                  <a:cubicBezTo>
                    <a:pt x="10408" y="6105"/>
                    <a:pt x="5238" y="34"/>
                    <a:pt x="5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6" name="Google Shape;2856;p80"/>
          <p:cNvGrpSpPr/>
          <p:nvPr/>
        </p:nvGrpSpPr>
        <p:grpSpPr>
          <a:xfrm>
            <a:off x="3948733" y="3264458"/>
            <a:ext cx="375421" cy="353610"/>
            <a:chOff x="2870687" y="3796508"/>
            <a:chExt cx="375421" cy="353610"/>
          </a:xfrm>
        </p:grpSpPr>
        <p:sp>
          <p:nvSpPr>
            <p:cNvPr id="2857" name="Google Shape;2857;p80"/>
            <p:cNvSpPr/>
            <p:nvPr/>
          </p:nvSpPr>
          <p:spPr>
            <a:xfrm>
              <a:off x="2884169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80"/>
            <p:cNvSpPr/>
            <p:nvPr/>
          </p:nvSpPr>
          <p:spPr>
            <a:xfrm>
              <a:off x="2943772" y="3876569"/>
              <a:ext cx="186123" cy="267953"/>
            </a:xfrm>
            <a:custGeom>
              <a:avLst/>
              <a:gdLst/>
              <a:ahLst/>
              <a:cxnLst/>
              <a:rect l="l" t="t" r="r" b="b"/>
              <a:pathLst>
                <a:path w="7151" h="10295" extrusionOk="0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80"/>
            <p:cNvSpPr/>
            <p:nvPr/>
          </p:nvSpPr>
          <p:spPr>
            <a:xfrm>
              <a:off x="2870687" y="3796508"/>
              <a:ext cx="375421" cy="353610"/>
            </a:xfrm>
            <a:custGeom>
              <a:avLst/>
              <a:gdLst/>
              <a:ahLst/>
              <a:cxnLst/>
              <a:rect l="l" t="t" r="r" b="b"/>
              <a:pathLst>
                <a:path w="14424" h="13586" extrusionOk="0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0" name="Google Shape;2860;p80"/>
          <p:cNvGrpSpPr/>
          <p:nvPr/>
        </p:nvGrpSpPr>
        <p:grpSpPr>
          <a:xfrm>
            <a:off x="4380165" y="3264484"/>
            <a:ext cx="372558" cy="353610"/>
            <a:chOff x="3302118" y="3796534"/>
            <a:chExt cx="372558" cy="353610"/>
          </a:xfrm>
        </p:grpSpPr>
        <p:sp>
          <p:nvSpPr>
            <p:cNvPr id="2861" name="Google Shape;2861;p80"/>
            <p:cNvSpPr/>
            <p:nvPr/>
          </p:nvSpPr>
          <p:spPr>
            <a:xfrm>
              <a:off x="3326480" y="3802104"/>
              <a:ext cx="342418" cy="342418"/>
            </a:xfrm>
            <a:custGeom>
              <a:avLst/>
              <a:gdLst/>
              <a:ahLst/>
              <a:cxnLst/>
              <a:rect l="l" t="t" r="r" b="b"/>
              <a:pathLst>
                <a:path w="13156" h="13156" extrusionOk="0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80"/>
            <p:cNvSpPr/>
            <p:nvPr/>
          </p:nvSpPr>
          <p:spPr>
            <a:xfrm>
              <a:off x="3387931" y="3863555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80"/>
            <p:cNvSpPr/>
            <p:nvPr/>
          </p:nvSpPr>
          <p:spPr>
            <a:xfrm>
              <a:off x="3542326" y="3891378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80"/>
            <p:cNvSpPr/>
            <p:nvPr/>
          </p:nvSpPr>
          <p:spPr>
            <a:xfrm>
              <a:off x="3302118" y="3796534"/>
              <a:ext cx="372558" cy="353610"/>
            </a:xfrm>
            <a:custGeom>
              <a:avLst/>
              <a:gdLst/>
              <a:ahLst/>
              <a:cxnLst/>
              <a:rect l="l" t="t" r="r" b="b"/>
              <a:pathLst>
                <a:path w="14314" h="13586" extrusionOk="0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80"/>
            <p:cNvSpPr/>
            <p:nvPr/>
          </p:nvSpPr>
          <p:spPr>
            <a:xfrm>
              <a:off x="3387931" y="3863555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80"/>
            <p:cNvSpPr/>
            <p:nvPr/>
          </p:nvSpPr>
          <p:spPr>
            <a:xfrm>
              <a:off x="3434546" y="3915506"/>
              <a:ext cx="127665" cy="115562"/>
            </a:xfrm>
            <a:custGeom>
              <a:avLst/>
              <a:gdLst/>
              <a:ahLst/>
              <a:cxnLst/>
              <a:rect l="l" t="t" r="r" b="b"/>
              <a:pathLst>
                <a:path w="4905" h="4440" extrusionOk="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80"/>
            <p:cNvSpPr/>
            <p:nvPr/>
          </p:nvSpPr>
          <p:spPr>
            <a:xfrm>
              <a:off x="3542326" y="3891378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8" name="Google Shape;2868;p80"/>
          <p:cNvGrpSpPr/>
          <p:nvPr/>
        </p:nvGrpSpPr>
        <p:grpSpPr>
          <a:xfrm>
            <a:off x="4822476" y="3264484"/>
            <a:ext cx="372480" cy="353610"/>
            <a:chOff x="3744430" y="3796534"/>
            <a:chExt cx="372480" cy="353610"/>
          </a:xfrm>
        </p:grpSpPr>
        <p:sp>
          <p:nvSpPr>
            <p:cNvPr id="2869" name="Google Shape;2869;p80"/>
            <p:cNvSpPr/>
            <p:nvPr/>
          </p:nvSpPr>
          <p:spPr>
            <a:xfrm>
              <a:off x="3768713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80"/>
            <p:cNvSpPr/>
            <p:nvPr/>
          </p:nvSpPr>
          <p:spPr>
            <a:xfrm>
              <a:off x="3850206" y="3943225"/>
              <a:ext cx="38026" cy="112387"/>
            </a:xfrm>
            <a:custGeom>
              <a:avLst/>
              <a:gdLst/>
              <a:ahLst/>
              <a:cxnLst/>
              <a:rect l="l" t="t" r="r" b="b"/>
              <a:pathLst>
                <a:path w="1461" h="4318" extrusionOk="0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80"/>
            <p:cNvSpPr/>
            <p:nvPr/>
          </p:nvSpPr>
          <p:spPr>
            <a:xfrm>
              <a:off x="3835188" y="3876126"/>
              <a:ext cx="53044" cy="45522"/>
            </a:xfrm>
            <a:custGeom>
              <a:avLst/>
              <a:gdLst/>
              <a:ahLst/>
              <a:cxnLst/>
              <a:rect l="l" t="t" r="r" b="b"/>
              <a:pathLst>
                <a:path w="2038" h="1749" extrusionOk="0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80"/>
            <p:cNvSpPr/>
            <p:nvPr/>
          </p:nvSpPr>
          <p:spPr>
            <a:xfrm>
              <a:off x="3924670" y="3943121"/>
              <a:ext cx="119805" cy="112491"/>
            </a:xfrm>
            <a:custGeom>
              <a:avLst/>
              <a:gdLst/>
              <a:ahLst/>
              <a:cxnLst/>
              <a:rect l="l" t="t" r="r" b="b"/>
              <a:pathLst>
                <a:path w="4603" h="4322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80"/>
            <p:cNvSpPr/>
            <p:nvPr/>
          </p:nvSpPr>
          <p:spPr>
            <a:xfrm>
              <a:off x="3744430" y="3796534"/>
              <a:ext cx="372480" cy="353610"/>
            </a:xfrm>
            <a:custGeom>
              <a:avLst/>
              <a:gdLst/>
              <a:ahLst/>
              <a:cxnLst/>
              <a:rect l="l" t="t" r="r" b="b"/>
              <a:pathLst>
                <a:path w="14311" h="13586" extrusionOk="0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80"/>
            <p:cNvSpPr/>
            <p:nvPr/>
          </p:nvSpPr>
          <p:spPr>
            <a:xfrm>
              <a:off x="3844974" y="3937993"/>
              <a:ext cx="48489" cy="122850"/>
            </a:xfrm>
            <a:custGeom>
              <a:avLst/>
              <a:gdLst/>
              <a:ahLst/>
              <a:cxnLst/>
              <a:rect l="l" t="t" r="r" b="b"/>
              <a:pathLst>
                <a:path w="1863" h="4720" extrusionOk="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80"/>
            <p:cNvSpPr/>
            <p:nvPr/>
          </p:nvSpPr>
          <p:spPr>
            <a:xfrm>
              <a:off x="3828134" y="3870973"/>
              <a:ext cx="65329" cy="55881"/>
            </a:xfrm>
            <a:custGeom>
              <a:avLst/>
              <a:gdLst/>
              <a:ahLst/>
              <a:cxnLst/>
              <a:rect l="l" t="t" r="r" b="b"/>
              <a:pathLst>
                <a:path w="2510" h="2147" extrusionOk="0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80"/>
            <p:cNvSpPr/>
            <p:nvPr/>
          </p:nvSpPr>
          <p:spPr>
            <a:xfrm>
              <a:off x="3919439" y="3937993"/>
              <a:ext cx="130346" cy="122850"/>
            </a:xfrm>
            <a:custGeom>
              <a:avLst/>
              <a:gdLst/>
              <a:ahLst/>
              <a:cxnLst/>
              <a:rect l="l" t="t" r="r" b="b"/>
              <a:pathLst>
                <a:path w="5008" h="4720" extrusionOk="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lood Donation MK Campaign by Slidesgo">
  <a:themeElements>
    <a:clrScheme name="Simple Light">
      <a:dk1>
        <a:srgbClr val="B0D8E4"/>
      </a:dk1>
      <a:lt1>
        <a:srgbClr val="4EBCF7"/>
      </a:lt1>
      <a:dk2>
        <a:srgbClr val="FE6963"/>
      </a:dk2>
      <a:lt2>
        <a:srgbClr val="FF988C"/>
      </a:lt2>
      <a:accent1>
        <a:srgbClr val="FFA255"/>
      </a:accent1>
      <a:accent2>
        <a:srgbClr val="AD8B96"/>
      </a:accent2>
      <a:accent3>
        <a:srgbClr val="FFFFFF"/>
      </a:accent3>
      <a:accent4>
        <a:srgbClr val="191919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1715</Words>
  <Application>Microsoft Office PowerPoint</Application>
  <PresentationFormat>On-screen Show (16:9)</PresentationFormat>
  <Paragraphs>289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Hind Siliguri</vt:lpstr>
      <vt:lpstr>Wingdings</vt:lpstr>
      <vt:lpstr>Arial</vt:lpstr>
      <vt:lpstr>Itim</vt:lpstr>
      <vt:lpstr>Agrandir</vt:lpstr>
      <vt:lpstr>Atkinson Hyperlegible</vt:lpstr>
      <vt:lpstr>Blood Donation MK Campaign by Slidesgo</vt:lpstr>
      <vt:lpstr>BLOOD DONATION MANAGEMENT SYSTEM</vt:lpstr>
      <vt:lpstr>ABOUT US</vt:lpstr>
      <vt:lpstr>ABOUT US</vt:lpstr>
      <vt:lpstr>INTRODUCTION</vt:lpstr>
      <vt:lpstr>PowerPoint Presentation</vt:lpstr>
      <vt:lpstr>Modern Interface</vt:lpstr>
      <vt:lpstr>Modern Interface</vt:lpstr>
      <vt:lpstr>Blood Bank Management</vt:lpstr>
      <vt:lpstr>Blood Bank Management</vt:lpstr>
      <vt:lpstr>PowerPoint Presentation</vt:lpstr>
      <vt:lpstr>Doctor Dashboard</vt:lpstr>
      <vt:lpstr>Doctor Dashboard</vt:lpstr>
      <vt:lpstr>PowerPoint Presentation</vt:lpstr>
      <vt:lpstr>Doctor Dashboard</vt:lpstr>
      <vt:lpstr>Doctor – ACCOUNT Relationship</vt:lpstr>
      <vt:lpstr>Blood Request Transaction Relationships  </vt:lpstr>
      <vt:lpstr>Blood Bank and Inventory Relationship </vt:lpstr>
      <vt:lpstr>Process to ensure 3NF rule</vt:lpstr>
      <vt:lpstr>PowerPoint Presentation</vt:lpstr>
      <vt:lpstr>BASIC RETRIVAL</vt:lpstr>
      <vt:lpstr>PowerPoint Presentation</vt:lpstr>
      <vt:lpstr>PowerPoint Presentation</vt:lpstr>
      <vt:lpstr>AGGREGATION QUERY</vt:lpstr>
      <vt:lpstr>AGGREGATION QUERY</vt:lpstr>
      <vt:lpstr>CONCLUSION</vt:lpstr>
      <vt:lpstr>CONCLUSION</vt:lpstr>
      <vt:lpstr>REFERENTIAL INTEGRITY</vt:lpstr>
      <vt:lpstr>REFERENTIAL INTEGRITY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manh pham</cp:lastModifiedBy>
  <cp:revision>6</cp:revision>
  <dcterms:modified xsi:type="dcterms:W3CDTF">2025-11-24T12:53:24Z</dcterms:modified>
</cp:coreProperties>
</file>